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media/image28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0" r:id="rId6"/>
    <p:sldId id="266" r:id="rId7"/>
    <p:sldId id="258" r:id="rId8"/>
    <p:sldId id="263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27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1B139-22D6-4A25-841B-8A5FD7D8D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4ECCB7-A505-D039-B943-72F471761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80B76E-09E8-B0E0-75D7-177AB5D9D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1213-79C6-49BD-A736-1F74DB217D81}" type="datetimeFigureOut">
              <a:rPr lang="es-CO" smtClean="0"/>
              <a:t>16/01/2026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130D3F-B168-A47D-6F0D-A793F20D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2A3AA7-94D8-A8F6-0AC5-13F40E115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ECEE-4E89-4DC9-9F5F-385768EE55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21235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37EED-EC74-73FA-6659-CDDD23760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60FEEE-B0CF-E2E9-F403-B18F6629F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198A5D-A7D1-1B6E-EE61-A0ACACC02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1213-79C6-49BD-A736-1F74DB217D81}" type="datetimeFigureOut">
              <a:rPr lang="es-CO" smtClean="0"/>
              <a:t>16/01/2026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C2BEF6-8E91-704C-52B9-DFC69546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F7AB5D-813E-451A-80A1-F5CCBA23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ECEE-4E89-4DC9-9F5F-385768EE55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6235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6A678-8739-ADC1-EFF1-BA38BD191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02A732-D3B5-2B31-FC52-BD49CF45E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F62CC2-D8E3-6E23-6540-0C2782BD9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1213-79C6-49BD-A736-1F74DB217D81}" type="datetimeFigureOut">
              <a:rPr lang="es-CO" smtClean="0"/>
              <a:t>16/01/2026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7F9F40-C613-28A9-39C4-8295D2265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745F02-4ADE-E3DC-189E-63EDF822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ECEE-4E89-4DC9-9F5F-385768EE55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79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EACBB-86A5-AE9B-AF03-4DC4339F3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684ABD-3BB6-C78C-C566-AED464977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AF4DB9-212C-FBEE-F4C1-93041B82E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B7E8B9-EC12-6B22-56AF-BC173482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1213-79C6-49BD-A736-1F74DB217D81}" type="datetimeFigureOut">
              <a:rPr lang="es-CO" smtClean="0"/>
              <a:t>16/01/2026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FAA5C8-101E-2179-CC0E-5A1339BD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24A503-BAFA-ED0A-9116-1A18EB68F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ECEE-4E89-4DC9-9F5F-385768EE55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8187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55954-CCAB-9780-9EDC-9B3833E9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AA03D6-8693-0226-B12F-98A7B1FDD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DEEABB-811A-BFE5-4EAB-20143B133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EC3D3A6-282B-10F7-F4F9-775BDC11F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CF14020-8833-6635-59C9-E1092ED531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84A205-BEA5-68F6-A48C-AEB2BF0E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1213-79C6-49BD-A736-1F74DB217D81}" type="datetimeFigureOut">
              <a:rPr lang="es-CO" smtClean="0"/>
              <a:t>16/01/2026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E314AD-37FE-249F-B20D-325983152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45FFBDE-3D14-460B-42F2-728822F39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ECEE-4E89-4DC9-9F5F-385768EE55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101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4F3E1-947E-5F48-E698-53461773E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913F14F-C6E9-666D-5CA5-2E591BFD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1213-79C6-49BD-A736-1F74DB217D81}" type="datetimeFigureOut">
              <a:rPr lang="es-CO" smtClean="0"/>
              <a:t>16/01/2026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162F277-F1B5-A596-DF4E-7F82420EF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6072E4-0E4D-EBBE-4597-D3C6D485A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ECEE-4E89-4DC9-9F5F-385768EE55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8026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C8F6A3A-BF0A-0125-148C-FD3AA274C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1213-79C6-49BD-A736-1F74DB217D81}" type="datetimeFigureOut">
              <a:rPr lang="es-CO" smtClean="0"/>
              <a:t>16/01/2026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73C3AB-A560-558E-2A71-2BF88D129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C8A06C-00FC-3CCB-2BB9-56A6466A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ECEE-4E89-4DC9-9F5F-385768EE55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392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3D89E-CE62-064E-3C64-6FF5BD489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7916C5-F6D3-3C1E-A777-1C8D5FBA9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3384F1-9D59-E015-1ABB-7FE5BED2E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B2888E-253D-2066-E2A5-F40F841C8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1213-79C6-49BD-A736-1F74DB217D81}" type="datetimeFigureOut">
              <a:rPr lang="es-CO" smtClean="0"/>
              <a:t>16/01/2026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87374B-4C2C-C2DD-C3A2-581B8437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0E3C61-264A-3CFA-F20C-0C782BA4A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ECEE-4E89-4DC9-9F5F-385768EE55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2464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5CFC5-33E6-143A-3A81-DA44C8ABE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551331F-1936-2DCD-2239-FCC2841B41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52B9BC-4859-B95D-9D35-293B82A33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05E47D-3098-3E2C-6BE8-A7A28FFA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1213-79C6-49BD-A736-1F74DB217D81}" type="datetimeFigureOut">
              <a:rPr lang="es-CO" smtClean="0"/>
              <a:t>16/01/2026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D4BDA1-70C7-ACA1-5E1D-3D3A45749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C32F16-0F6C-F90F-0557-FB0BF9D9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ECEE-4E89-4DC9-9F5F-385768EE55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983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37AA5-636D-299E-6DC5-8091136BE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E7E281-4DC6-A93F-4049-1A059F9BF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C919E9-322E-8E62-1ED6-B1468C62A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1213-79C6-49BD-A736-1F74DB217D81}" type="datetimeFigureOut">
              <a:rPr lang="es-CO" smtClean="0"/>
              <a:t>16/01/2026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17B60A-C6DF-2BA9-B044-5054DA99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6FCA1B-E39D-3CDB-46EF-605B0181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ECEE-4E89-4DC9-9F5F-385768EE55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1218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52000E-E908-116C-526D-294CF403A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05F558-DC7A-EC4D-1A63-8A51C5740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689326-5DAA-36BD-6806-AFCF08F40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1213-79C6-49BD-A736-1F74DB217D81}" type="datetimeFigureOut">
              <a:rPr lang="es-CO" smtClean="0"/>
              <a:t>16/01/2026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CFDE6D-0D5A-DBCE-E553-59DF9F97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5B7E90-2F7D-03AD-8BD3-A1973FD8A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ECEE-4E89-4DC9-9F5F-385768EE55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7957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8907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65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9953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65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5127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772F8B-A23E-23E0-DE01-8DD4FDBE5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E83FDA-CF5A-E0DF-0E86-CB02F2E03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660501-65B0-6D8E-CD60-39B6818B5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31213-79C6-49BD-A736-1F74DB217D81}" type="datetimeFigureOut">
              <a:rPr lang="es-CO" smtClean="0"/>
              <a:t>16/01/2026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9070E9-08D5-091D-5F06-09D67E1FC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7BD562-5DFC-9F62-5DD8-47DAD19DB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9ECEE-4E89-4DC9-9F5F-385768EE55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1807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g"/><Relationship Id="rId1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jp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jpg"/><Relationship Id="rId5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5563AE3-1AD9-CC35-F854-39361D3B2924}"/>
              </a:ext>
            </a:extLst>
          </p:cNvPr>
          <p:cNvSpPr txBox="1"/>
          <p:nvPr/>
        </p:nvSpPr>
        <p:spPr>
          <a:xfrm>
            <a:off x="3183643" y="4178301"/>
            <a:ext cx="58247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i="1" spc="-150" dirty="0">
                <a:latin typeface="Trebuchet MS" panose="020B0603020202020204" pitchFamily="34" charset="0"/>
                <a:cs typeface="Aharoni" panose="02010803020104030203" pitchFamily="2" charset="-79"/>
              </a:rPr>
              <a:t>Expertos plataneros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390971-EAE0-4FB9-8AF0-EDFB53B74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1130" y="1014412"/>
            <a:ext cx="3147013" cy="611028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7484CB8-4684-DAF7-685D-B485F90385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643" y="1364515"/>
            <a:ext cx="5824714" cy="263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463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2">
            <a:extLst>
              <a:ext uri="{FF2B5EF4-FFF2-40B4-BE49-F238E27FC236}">
                <a16:creationId xmlns:a16="http://schemas.microsoft.com/office/drawing/2014/main" id="{0246D350-61EF-A5B4-CA18-6CA921AE31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2361" y="1367797"/>
            <a:ext cx="2973005" cy="2965420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F1ED8EA-AAD9-4286-6FBE-E2C7B93502ED}"/>
              </a:ext>
            </a:extLst>
          </p:cNvPr>
          <p:cNvCxnSpPr>
            <a:cxnSpLocks/>
          </p:cNvCxnSpPr>
          <p:nvPr/>
        </p:nvCxnSpPr>
        <p:spPr>
          <a:xfrm>
            <a:off x="5259447" y="5631083"/>
            <a:ext cx="1513668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1" name="object 2">
            <a:extLst>
              <a:ext uri="{FF2B5EF4-FFF2-40B4-BE49-F238E27FC236}">
                <a16:creationId xmlns:a16="http://schemas.microsoft.com/office/drawing/2014/main" id="{77A1379D-97D2-2EFA-E62B-71F73B066ED4}"/>
              </a:ext>
            </a:extLst>
          </p:cNvPr>
          <p:cNvGrpSpPr/>
          <p:nvPr/>
        </p:nvGrpSpPr>
        <p:grpSpPr>
          <a:xfrm rot="5400000">
            <a:off x="5496139" y="-5527388"/>
            <a:ext cx="1199722" cy="12192001"/>
            <a:chOff x="0" y="0"/>
            <a:chExt cx="7510145" cy="11308715"/>
          </a:xfrm>
        </p:grpSpPr>
        <p:sp>
          <p:nvSpPr>
            <p:cNvPr id="12" name="object 3">
              <a:extLst>
                <a:ext uri="{FF2B5EF4-FFF2-40B4-BE49-F238E27FC236}">
                  <a16:creationId xmlns:a16="http://schemas.microsoft.com/office/drawing/2014/main" id="{B212D39D-3971-3F2A-C52A-0C7C4AEA3BFE}"/>
                </a:ext>
              </a:extLst>
            </p:cNvPr>
            <p:cNvSpPr/>
            <p:nvPr/>
          </p:nvSpPr>
          <p:spPr>
            <a:xfrm>
              <a:off x="0" y="0"/>
              <a:ext cx="6959600" cy="11308715"/>
            </a:xfrm>
            <a:custGeom>
              <a:avLst/>
              <a:gdLst/>
              <a:ahLst/>
              <a:cxnLst/>
              <a:rect l="l" t="t" r="r" b="b"/>
              <a:pathLst>
                <a:path w="6959600" h="11308715">
                  <a:moveTo>
                    <a:pt x="0" y="11308556"/>
                  </a:moveTo>
                  <a:lnTo>
                    <a:pt x="6959191" y="11308556"/>
                  </a:lnTo>
                  <a:lnTo>
                    <a:pt x="6959191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99B137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 Black" panose="020B0A04020102020204" pitchFamily="34" charset="0"/>
              </a:endParaRPr>
            </a:p>
          </p:txBody>
        </p:sp>
        <p:sp>
          <p:nvSpPr>
            <p:cNvPr id="13" name="object 4">
              <a:extLst>
                <a:ext uri="{FF2B5EF4-FFF2-40B4-BE49-F238E27FC236}">
                  <a16:creationId xmlns:a16="http://schemas.microsoft.com/office/drawing/2014/main" id="{3E4E798F-E29F-A29F-59CB-84F64454EA70}"/>
                </a:ext>
              </a:extLst>
            </p:cNvPr>
            <p:cNvSpPr/>
            <p:nvPr/>
          </p:nvSpPr>
          <p:spPr>
            <a:xfrm>
              <a:off x="6959191" y="0"/>
              <a:ext cx="551180" cy="11308715"/>
            </a:xfrm>
            <a:custGeom>
              <a:avLst/>
              <a:gdLst/>
              <a:ahLst/>
              <a:cxnLst/>
              <a:rect l="l" t="t" r="r" b="b"/>
              <a:pathLst>
                <a:path w="551179" h="11308715">
                  <a:moveTo>
                    <a:pt x="550663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550663" y="11308556"/>
                  </a:lnTo>
                  <a:lnTo>
                    <a:pt x="550663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 Black" panose="020B0A04020102020204" pitchFamily="34" charset="0"/>
              </a:endParaRPr>
            </a:p>
          </p:txBody>
        </p:sp>
      </p:grpSp>
      <p:sp>
        <p:nvSpPr>
          <p:cNvPr id="5" name="object 20">
            <a:extLst>
              <a:ext uri="{FF2B5EF4-FFF2-40B4-BE49-F238E27FC236}">
                <a16:creationId xmlns:a16="http://schemas.microsoft.com/office/drawing/2014/main" id="{9D3AE6A3-3D2F-9C1B-ACC5-A5830FDD23B5}"/>
              </a:ext>
            </a:extLst>
          </p:cNvPr>
          <p:cNvSpPr txBox="1"/>
          <p:nvPr/>
        </p:nvSpPr>
        <p:spPr>
          <a:xfrm>
            <a:off x="1874082" y="130967"/>
            <a:ext cx="8443833" cy="75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4800" b="1" dirty="0">
                <a:solidFill>
                  <a:schemeClr val="bg1"/>
                </a:solidFill>
                <a:latin typeface="+mj-lt"/>
                <a:cs typeface="Trebuchet MS"/>
              </a:rPr>
              <a:t>La receta de la  abuela hecha snack</a:t>
            </a:r>
          </a:p>
        </p:txBody>
      </p:sp>
      <p:pic>
        <p:nvPicPr>
          <p:cNvPr id="15" name="object 29">
            <a:extLst>
              <a:ext uri="{FF2B5EF4-FFF2-40B4-BE49-F238E27FC236}">
                <a16:creationId xmlns:a16="http://schemas.microsoft.com/office/drawing/2014/main" id="{8CB844D1-BF42-FF9F-82D6-13B2CE17657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53510" y="116713"/>
            <a:ext cx="1202896" cy="125189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3A272A1-C08A-3D6D-B9CB-B539BE890F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12" y="6011693"/>
            <a:ext cx="1263379" cy="571647"/>
          </a:xfrm>
          <a:prstGeom prst="rect">
            <a:avLst/>
          </a:prstGeom>
        </p:spPr>
      </p:pic>
      <p:pic>
        <p:nvPicPr>
          <p:cNvPr id="19" name="object 45">
            <a:extLst>
              <a:ext uri="{FF2B5EF4-FFF2-40B4-BE49-F238E27FC236}">
                <a16:creationId xmlns:a16="http://schemas.microsoft.com/office/drawing/2014/main" id="{4DBE1EBB-CE1B-4584-1FEE-DDE98BDAABD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23357" y="2605494"/>
            <a:ext cx="936044" cy="936043"/>
          </a:xfrm>
          <a:prstGeom prst="rect">
            <a:avLst/>
          </a:prstGeom>
        </p:spPr>
      </p:pic>
      <p:pic>
        <p:nvPicPr>
          <p:cNvPr id="20" name="object 46">
            <a:extLst>
              <a:ext uri="{FF2B5EF4-FFF2-40B4-BE49-F238E27FC236}">
                <a16:creationId xmlns:a16="http://schemas.microsoft.com/office/drawing/2014/main" id="{15207626-E7B8-58EC-5E8F-8DF92FDD5A9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48058" y="2760973"/>
            <a:ext cx="1473143" cy="625085"/>
          </a:xfrm>
          <a:prstGeom prst="rect">
            <a:avLst/>
          </a:prstGeom>
        </p:spPr>
      </p:pic>
      <p:pic>
        <p:nvPicPr>
          <p:cNvPr id="22" name="object 48">
            <a:extLst>
              <a:ext uri="{FF2B5EF4-FFF2-40B4-BE49-F238E27FC236}">
                <a16:creationId xmlns:a16="http://schemas.microsoft.com/office/drawing/2014/main" id="{A78CBB66-04A2-A11E-7C43-C4C778EA6D54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87589" y="3818127"/>
            <a:ext cx="1162457" cy="368584"/>
          </a:xfrm>
          <a:prstGeom prst="rect">
            <a:avLst/>
          </a:prstGeom>
        </p:spPr>
      </p:pic>
      <p:pic>
        <p:nvPicPr>
          <p:cNvPr id="23" name="object 49">
            <a:extLst>
              <a:ext uri="{FF2B5EF4-FFF2-40B4-BE49-F238E27FC236}">
                <a16:creationId xmlns:a16="http://schemas.microsoft.com/office/drawing/2014/main" id="{56448F9F-BE74-93E6-B700-43DE163ECD07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64449" y="2760846"/>
            <a:ext cx="1293128" cy="780691"/>
          </a:xfrm>
          <a:prstGeom prst="rect">
            <a:avLst/>
          </a:prstGeom>
        </p:spPr>
      </p:pic>
      <p:pic>
        <p:nvPicPr>
          <p:cNvPr id="25" name="object 51">
            <a:extLst>
              <a:ext uri="{FF2B5EF4-FFF2-40B4-BE49-F238E27FC236}">
                <a16:creationId xmlns:a16="http://schemas.microsoft.com/office/drawing/2014/main" id="{0BDB744F-8A4E-64F6-4005-9A1C62A36335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31839" y="3896163"/>
            <a:ext cx="1057299" cy="347558"/>
          </a:xfrm>
          <a:prstGeom prst="rect">
            <a:avLst/>
          </a:prstGeom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FC2A8C93-C50A-6283-B83A-AE9D9B48B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129" y="1617031"/>
            <a:ext cx="1057300" cy="10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Inicio | Super Inter | Excelente calidad para tu mercado">
            <a:extLst>
              <a:ext uri="{FF2B5EF4-FFF2-40B4-BE49-F238E27FC236}">
                <a16:creationId xmlns:a16="http://schemas.microsoft.com/office/drawing/2014/main" id="{69588777-B1A2-9BE5-2BF2-B899DC393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3718" y="1683229"/>
            <a:ext cx="1504346" cy="87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Supermercados Carulla | Logopedia | Fandom">
            <a:extLst>
              <a:ext uri="{FF2B5EF4-FFF2-40B4-BE49-F238E27FC236}">
                <a16:creationId xmlns:a16="http://schemas.microsoft.com/office/drawing/2014/main" id="{71170213-A6AE-F483-3D2E-FFF7729552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136"/>
          <a:stretch/>
        </p:blipFill>
        <p:spPr bwMode="auto">
          <a:xfrm>
            <a:off x="9821711" y="1737198"/>
            <a:ext cx="1755786" cy="816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object 20">
            <a:extLst>
              <a:ext uri="{FF2B5EF4-FFF2-40B4-BE49-F238E27FC236}">
                <a16:creationId xmlns:a16="http://schemas.microsoft.com/office/drawing/2014/main" id="{03D8E490-0816-43BA-19A5-CC1DDE55423D}"/>
              </a:ext>
            </a:extLst>
          </p:cNvPr>
          <p:cNvSpPr txBox="1"/>
          <p:nvPr/>
        </p:nvSpPr>
        <p:spPr>
          <a:xfrm>
            <a:off x="7652426" y="5177943"/>
            <a:ext cx="2973006" cy="75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lang="es-ES" sz="4800" b="1" dirty="0" err="1">
                <a:latin typeface="+mj-lt"/>
                <a:cs typeface="Trebuchet MS"/>
              </a:rPr>
              <a:t>Re-compra</a:t>
            </a:r>
            <a:endParaRPr sz="4800" b="1" dirty="0">
              <a:latin typeface="+mj-lt"/>
              <a:cs typeface="Trebuchet MS"/>
            </a:endParaRPr>
          </a:p>
        </p:txBody>
      </p:sp>
      <p:sp>
        <p:nvSpPr>
          <p:cNvPr id="32" name="object 20">
            <a:extLst>
              <a:ext uri="{FF2B5EF4-FFF2-40B4-BE49-F238E27FC236}">
                <a16:creationId xmlns:a16="http://schemas.microsoft.com/office/drawing/2014/main" id="{467ED86C-9CB8-329B-85B7-850FFC3B5C68}"/>
              </a:ext>
            </a:extLst>
          </p:cNvPr>
          <p:cNvSpPr txBox="1"/>
          <p:nvPr/>
        </p:nvSpPr>
        <p:spPr>
          <a:xfrm>
            <a:off x="1874082" y="5248687"/>
            <a:ext cx="3385365" cy="75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lang="es-ES" sz="4800" b="1" dirty="0">
                <a:latin typeface="+mj-lt"/>
                <a:cs typeface="Trebuchet MS"/>
              </a:rPr>
              <a:t>Sabor casero</a:t>
            </a:r>
            <a:endParaRPr sz="4800" b="1" dirty="0">
              <a:latin typeface="+mj-lt"/>
              <a:cs typeface="Trebuchet MS"/>
            </a:endParaRP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51B019A0-0851-C347-1F22-4BD1454D711A}"/>
              </a:ext>
            </a:extLst>
          </p:cNvPr>
          <p:cNvCxnSpPr>
            <a:cxnSpLocks/>
          </p:cNvCxnSpPr>
          <p:nvPr/>
        </p:nvCxnSpPr>
        <p:spPr>
          <a:xfrm>
            <a:off x="5001024" y="3061727"/>
            <a:ext cx="1513668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44FBD2FA-11F6-E5F9-0672-F6E6F3FDA8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40691" y="3160495"/>
            <a:ext cx="1738824" cy="131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38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upo 52">
            <a:extLst>
              <a:ext uri="{FF2B5EF4-FFF2-40B4-BE49-F238E27FC236}">
                <a16:creationId xmlns:a16="http://schemas.microsoft.com/office/drawing/2014/main" id="{6658A106-9054-AF2D-E5E0-96249C5CC786}"/>
              </a:ext>
            </a:extLst>
          </p:cNvPr>
          <p:cNvGrpSpPr/>
          <p:nvPr/>
        </p:nvGrpSpPr>
        <p:grpSpPr>
          <a:xfrm>
            <a:off x="3986552" y="1911746"/>
            <a:ext cx="2545650" cy="2272686"/>
            <a:chOff x="816353" y="1830054"/>
            <a:chExt cx="4197965" cy="3747828"/>
          </a:xfrm>
        </p:grpSpPr>
        <p:sp>
          <p:nvSpPr>
            <p:cNvPr id="3" name="object 3"/>
            <p:cNvSpPr/>
            <p:nvPr/>
          </p:nvSpPr>
          <p:spPr>
            <a:xfrm>
              <a:off x="816353" y="1830054"/>
              <a:ext cx="2447925" cy="2447925"/>
            </a:xfrm>
            <a:custGeom>
              <a:avLst/>
              <a:gdLst/>
              <a:ahLst/>
              <a:cxnLst/>
              <a:rect l="l" t="t" r="r" b="b"/>
              <a:pathLst>
                <a:path w="2447925" h="2447925">
                  <a:moveTo>
                    <a:pt x="1223931" y="0"/>
                  </a:moveTo>
                  <a:lnTo>
                    <a:pt x="1175871" y="926"/>
                  </a:lnTo>
                  <a:lnTo>
                    <a:pt x="1128281" y="3682"/>
                  </a:lnTo>
                  <a:lnTo>
                    <a:pt x="1081195" y="8234"/>
                  </a:lnTo>
                  <a:lnTo>
                    <a:pt x="1034645" y="14548"/>
                  </a:lnTo>
                  <a:lnTo>
                    <a:pt x="988667" y="22589"/>
                  </a:lnTo>
                  <a:lnTo>
                    <a:pt x="943295" y="32325"/>
                  </a:lnTo>
                  <a:lnTo>
                    <a:pt x="898561" y="43720"/>
                  </a:lnTo>
                  <a:lnTo>
                    <a:pt x="854502" y="56741"/>
                  </a:lnTo>
                  <a:lnTo>
                    <a:pt x="811149" y="71354"/>
                  </a:lnTo>
                  <a:lnTo>
                    <a:pt x="768538" y="87525"/>
                  </a:lnTo>
                  <a:lnTo>
                    <a:pt x="726703" y="105219"/>
                  </a:lnTo>
                  <a:lnTo>
                    <a:pt x="685677" y="124403"/>
                  </a:lnTo>
                  <a:lnTo>
                    <a:pt x="645494" y="145043"/>
                  </a:lnTo>
                  <a:lnTo>
                    <a:pt x="606189" y="167105"/>
                  </a:lnTo>
                  <a:lnTo>
                    <a:pt x="567796" y="190554"/>
                  </a:lnTo>
                  <a:lnTo>
                    <a:pt x="530348" y="215357"/>
                  </a:lnTo>
                  <a:lnTo>
                    <a:pt x="493879" y="241479"/>
                  </a:lnTo>
                  <a:lnTo>
                    <a:pt x="458424" y="268888"/>
                  </a:lnTo>
                  <a:lnTo>
                    <a:pt x="424017" y="297547"/>
                  </a:lnTo>
                  <a:lnTo>
                    <a:pt x="390691" y="327425"/>
                  </a:lnTo>
                  <a:lnTo>
                    <a:pt x="358481" y="358486"/>
                  </a:lnTo>
                  <a:lnTo>
                    <a:pt x="327420" y="390697"/>
                  </a:lnTo>
                  <a:lnTo>
                    <a:pt x="297543" y="424023"/>
                  </a:lnTo>
                  <a:lnTo>
                    <a:pt x="268884" y="458431"/>
                  </a:lnTo>
                  <a:lnTo>
                    <a:pt x="241476" y="493886"/>
                  </a:lnTo>
                  <a:lnTo>
                    <a:pt x="215353" y="530355"/>
                  </a:lnTo>
                  <a:lnTo>
                    <a:pt x="190551" y="567803"/>
                  </a:lnTo>
                  <a:lnTo>
                    <a:pt x="167102" y="606197"/>
                  </a:lnTo>
                  <a:lnTo>
                    <a:pt x="145041" y="645502"/>
                  </a:lnTo>
                  <a:lnTo>
                    <a:pt x="124401" y="685685"/>
                  </a:lnTo>
                  <a:lnTo>
                    <a:pt x="105217" y="726712"/>
                  </a:lnTo>
                  <a:lnTo>
                    <a:pt x="87523" y="768547"/>
                  </a:lnTo>
                  <a:lnTo>
                    <a:pt x="71353" y="811159"/>
                  </a:lnTo>
                  <a:lnTo>
                    <a:pt x="56740" y="854511"/>
                  </a:lnTo>
                  <a:lnTo>
                    <a:pt x="43720" y="898571"/>
                  </a:lnTo>
                  <a:lnTo>
                    <a:pt x="32324" y="943305"/>
                  </a:lnTo>
                  <a:lnTo>
                    <a:pt x="22589" y="988677"/>
                  </a:lnTo>
                  <a:lnTo>
                    <a:pt x="14548" y="1034655"/>
                  </a:lnTo>
                  <a:lnTo>
                    <a:pt x="8234" y="1081205"/>
                  </a:lnTo>
                  <a:lnTo>
                    <a:pt x="3682" y="1128292"/>
                  </a:lnTo>
                  <a:lnTo>
                    <a:pt x="926" y="1175882"/>
                  </a:lnTo>
                  <a:lnTo>
                    <a:pt x="0" y="1223941"/>
                  </a:lnTo>
                  <a:lnTo>
                    <a:pt x="926" y="1272001"/>
                  </a:lnTo>
                  <a:lnTo>
                    <a:pt x="3682" y="1319591"/>
                  </a:lnTo>
                  <a:lnTo>
                    <a:pt x="8234" y="1366678"/>
                  </a:lnTo>
                  <a:lnTo>
                    <a:pt x="14548" y="1413227"/>
                  </a:lnTo>
                  <a:lnTo>
                    <a:pt x="22589" y="1459205"/>
                  </a:lnTo>
                  <a:lnTo>
                    <a:pt x="32324" y="1504578"/>
                  </a:lnTo>
                  <a:lnTo>
                    <a:pt x="43720" y="1549311"/>
                  </a:lnTo>
                  <a:lnTo>
                    <a:pt x="56740" y="1593371"/>
                  </a:lnTo>
                  <a:lnTo>
                    <a:pt x="71353" y="1636724"/>
                  </a:lnTo>
                  <a:lnTo>
                    <a:pt x="87523" y="1679335"/>
                  </a:lnTo>
                  <a:lnTo>
                    <a:pt x="105217" y="1721171"/>
                  </a:lnTo>
                  <a:lnTo>
                    <a:pt x="124401" y="1762197"/>
                  </a:lnTo>
                  <a:lnTo>
                    <a:pt x="145041" y="1802380"/>
                  </a:lnTo>
                  <a:lnTo>
                    <a:pt x="167102" y="1841686"/>
                  </a:lnTo>
                  <a:lnTo>
                    <a:pt x="190551" y="1880079"/>
                  </a:lnTo>
                  <a:lnTo>
                    <a:pt x="215353" y="1917528"/>
                  </a:lnTo>
                  <a:lnTo>
                    <a:pt x="241476" y="1953997"/>
                  </a:lnTo>
                  <a:lnTo>
                    <a:pt x="268884" y="1989452"/>
                  </a:lnTo>
                  <a:lnTo>
                    <a:pt x="297543" y="2023860"/>
                  </a:lnTo>
                  <a:lnTo>
                    <a:pt x="327420" y="2057186"/>
                  </a:lnTo>
                  <a:lnTo>
                    <a:pt x="358481" y="2089397"/>
                  </a:lnTo>
                  <a:lnTo>
                    <a:pt x="390691" y="2120458"/>
                  </a:lnTo>
                  <a:lnTo>
                    <a:pt x="424017" y="2150335"/>
                  </a:lnTo>
                  <a:lnTo>
                    <a:pt x="458424" y="2178995"/>
                  </a:lnTo>
                  <a:lnTo>
                    <a:pt x="493879" y="2206403"/>
                  </a:lnTo>
                  <a:lnTo>
                    <a:pt x="530348" y="2232526"/>
                  </a:lnTo>
                  <a:lnTo>
                    <a:pt x="567796" y="2257329"/>
                  </a:lnTo>
                  <a:lnTo>
                    <a:pt x="606189" y="2280778"/>
                  </a:lnTo>
                  <a:lnTo>
                    <a:pt x="645494" y="2302839"/>
                  </a:lnTo>
                  <a:lnTo>
                    <a:pt x="685677" y="2323479"/>
                  </a:lnTo>
                  <a:lnTo>
                    <a:pt x="726703" y="2342663"/>
                  </a:lnTo>
                  <a:lnTo>
                    <a:pt x="768538" y="2360358"/>
                  </a:lnTo>
                  <a:lnTo>
                    <a:pt x="811149" y="2376528"/>
                  </a:lnTo>
                  <a:lnTo>
                    <a:pt x="854502" y="2391141"/>
                  </a:lnTo>
                  <a:lnTo>
                    <a:pt x="898561" y="2404162"/>
                  </a:lnTo>
                  <a:lnTo>
                    <a:pt x="943295" y="2415558"/>
                  </a:lnTo>
                  <a:lnTo>
                    <a:pt x="988667" y="2425293"/>
                  </a:lnTo>
                  <a:lnTo>
                    <a:pt x="1034645" y="2433335"/>
                  </a:lnTo>
                  <a:lnTo>
                    <a:pt x="1081195" y="2439649"/>
                  </a:lnTo>
                  <a:lnTo>
                    <a:pt x="1128281" y="2444201"/>
                  </a:lnTo>
                  <a:lnTo>
                    <a:pt x="1175871" y="2446957"/>
                  </a:lnTo>
                  <a:lnTo>
                    <a:pt x="1223931" y="2447883"/>
                  </a:lnTo>
                  <a:lnTo>
                    <a:pt x="1271991" y="2446957"/>
                  </a:lnTo>
                  <a:lnTo>
                    <a:pt x="1319582" y="2444201"/>
                  </a:lnTo>
                  <a:lnTo>
                    <a:pt x="1366669" y="2439649"/>
                  </a:lnTo>
                  <a:lnTo>
                    <a:pt x="1413219" y="2433335"/>
                  </a:lnTo>
                  <a:lnTo>
                    <a:pt x="1459198" y="2425293"/>
                  </a:lnTo>
                  <a:lnTo>
                    <a:pt x="1504571" y="2415558"/>
                  </a:lnTo>
                  <a:lnTo>
                    <a:pt x="1549305" y="2404162"/>
                  </a:lnTo>
                  <a:lnTo>
                    <a:pt x="1593365" y="2391141"/>
                  </a:lnTo>
                  <a:lnTo>
                    <a:pt x="1636718" y="2376528"/>
                  </a:lnTo>
                  <a:lnTo>
                    <a:pt x="1679329" y="2360358"/>
                  </a:lnTo>
                  <a:lnTo>
                    <a:pt x="1721165" y="2342663"/>
                  </a:lnTo>
                  <a:lnTo>
                    <a:pt x="1762191" y="2323479"/>
                  </a:lnTo>
                  <a:lnTo>
                    <a:pt x="1802374" y="2302839"/>
                  </a:lnTo>
                  <a:lnTo>
                    <a:pt x="1841680" y="2280778"/>
                  </a:lnTo>
                  <a:lnTo>
                    <a:pt x="1880074" y="2257329"/>
                  </a:lnTo>
                  <a:lnTo>
                    <a:pt x="1917522" y="2232526"/>
                  </a:lnTo>
                  <a:lnTo>
                    <a:pt x="1953991" y="2206403"/>
                  </a:lnTo>
                  <a:lnTo>
                    <a:pt x="1989446" y="2178995"/>
                  </a:lnTo>
                  <a:lnTo>
                    <a:pt x="2023854" y="2150335"/>
                  </a:lnTo>
                  <a:lnTo>
                    <a:pt x="2057180" y="2120458"/>
                  </a:lnTo>
                  <a:lnTo>
                    <a:pt x="2089390" y="2089397"/>
                  </a:lnTo>
                  <a:lnTo>
                    <a:pt x="2120451" y="2057186"/>
                  </a:lnTo>
                  <a:lnTo>
                    <a:pt x="2150328" y="2023860"/>
                  </a:lnTo>
                  <a:lnTo>
                    <a:pt x="2178988" y="1989452"/>
                  </a:lnTo>
                  <a:lnTo>
                    <a:pt x="2206396" y="1953997"/>
                  </a:lnTo>
                  <a:lnTo>
                    <a:pt x="2232518" y="1917528"/>
                  </a:lnTo>
                  <a:lnTo>
                    <a:pt x="2257321" y="1880079"/>
                  </a:lnTo>
                  <a:lnTo>
                    <a:pt x="2280770" y="1841686"/>
                  </a:lnTo>
                  <a:lnTo>
                    <a:pt x="2302831" y="1802380"/>
                  </a:lnTo>
                  <a:lnTo>
                    <a:pt x="2323471" y="1762197"/>
                  </a:lnTo>
                  <a:lnTo>
                    <a:pt x="2342654" y="1721171"/>
                  </a:lnTo>
                  <a:lnTo>
                    <a:pt x="2360349" y="1679335"/>
                  </a:lnTo>
                  <a:lnTo>
                    <a:pt x="2376519" y="1636724"/>
                  </a:lnTo>
                  <a:lnTo>
                    <a:pt x="2391132" y="1593371"/>
                  </a:lnTo>
                  <a:lnTo>
                    <a:pt x="2404153" y="1549311"/>
                  </a:lnTo>
                  <a:lnTo>
                    <a:pt x="2415548" y="1504578"/>
                  </a:lnTo>
                  <a:lnTo>
                    <a:pt x="2425283" y="1459205"/>
                  </a:lnTo>
                  <a:lnTo>
                    <a:pt x="2433325" y="1413227"/>
                  </a:lnTo>
                  <a:lnTo>
                    <a:pt x="2439638" y="1366678"/>
                  </a:lnTo>
                  <a:lnTo>
                    <a:pt x="2444190" y="1319591"/>
                  </a:lnTo>
                  <a:lnTo>
                    <a:pt x="2446946" y="1272001"/>
                  </a:lnTo>
                  <a:lnTo>
                    <a:pt x="2447873" y="1223941"/>
                  </a:lnTo>
                  <a:lnTo>
                    <a:pt x="2446946" y="1175882"/>
                  </a:lnTo>
                  <a:lnTo>
                    <a:pt x="2444190" y="1128292"/>
                  </a:lnTo>
                  <a:lnTo>
                    <a:pt x="2439638" y="1081205"/>
                  </a:lnTo>
                  <a:lnTo>
                    <a:pt x="2433325" y="1034655"/>
                  </a:lnTo>
                  <a:lnTo>
                    <a:pt x="2425283" y="988677"/>
                  </a:lnTo>
                  <a:lnTo>
                    <a:pt x="2415548" y="943305"/>
                  </a:lnTo>
                  <a:lnTo>
                    <a:pt x="2404153" y="898571"/>
                  </a:lnTo>
                  <a:lnTo>
                    <a:pt x="2391132" y="854511"/>
                  </a:lnTo>
                  <a:lnTo>
                    <a:pt x="2376519" y="811159"/>
                  </a:lnTo>
                  <a:lnTo>
                    <a:pt x="2360349" y="768547"/>
                  </a:lnTo>
                  <a:lnTo>
                    <a:pt x="2342654" y="726712"/>
                  </a:lnTo>
                  <a:lnTo>
                    <a:pt x="2323471" y="685685"/>
                  </a:lnTo>
                  <a:lnTo>
                    <a:pt x="2302831" y="645502"/>
                  </a:lnTo>
                  <a:lnTo>
                    <a:pt x="2280770" y="606197"/>
                  </a:lnTo>
                  <a:lnTo>
                    <a:pt x="2257321" y="567803"/>
                  </a:lnTo>
                  <a:lnTo>
                    <a:pt x="2232518" y="530355"/>
                  </a:lnTo>
                  <a:lnTo>
                    <a:pt x="2206396" y="493886"/>
                  </a:lnTo>
                  <a:lnTo>
                    <a:pt x="2178988" y="458431"/>
                  </a:lnTo>
                  <a:lnTo>
                    <a:pt x="2150328" y="424023"/>
                  </a:lnTo>
                  <a:lnTo>
                    <a:pt x="2120451" y="390697"/>
                  </a:lnTo>
                  <a:lnTo>
                    <a:pt x="2089390" y="358486"/>
                  </a:lnTo>
                  <a:lnTo>
                    <a:pt x="2057180" y="327425"/>
                  </a:lnTo>
                  <a:lnTo>
                    <a:pt x="2023854" y="297547"/>
                  </a:lnTo>
                  <a:lnTo>
                    <a:pt x="1989446" y="268888"/>
                  </a:lnTo>
                  <a:lnTo>
                    <a:pt x="1953991" y="241479"/>
                  </a:lnTo>
                  <a:lnTo>
                    <a:pt x="1917522" y="215357"/>
                  </a:lnTo>
                  <a:lnTo>
                    <a:pt x="1880074" y="190554"/>
                  </a:lnTo>
                  <a:lnTo>
                    <a:pt x="1841680" y="167105"/>
                  </a:lnTo>
                  <a:lnTo>
                    <a:pt x="1802374" y="145043"/>
                  </a:lnTo>
                  <a:lnTo>
                    <a:pt x="1762191" y="124403"/>
                  </a:lnTo>
                  <a:lnTo>
                    <a:pt x="1721165" y="105219"/>
                  </a:lnTo>
                  <a:lnTo>
                    <a:pt x="1679329" y="87525"/>
                  </a:lnTo>
                  <a:lnTo>
                    <a:pt x="1636718" y="71354"/>
                  </a:lnTo>
                  <a:lnTo>
                    <a:pt x="1593365" y="56741"/>
                  </a:lnTo>
                  <a:lnTo>
                    <a:pt x="1549305" y="43720"/>
                  </a:lnTo>
                  <a:lnTo>
                    <a:pt x="1504571" y="32325"/>
                  </a:lnTo>
                  <a:lnTo>
                    <a:pt x="1459198" y="22589"/>
                  </a:lnTo>
                  <a:lnTo>
                    <a:pt x="1413219" y="14548"/>
                  </a:lnTo>
                  <a:lnTo>
                    <a:pt x="1366669" y="8234"/>
                  </a:lnTo>
                  <a:lnTo>
                    <a:pt x="1319582" y="3682"/>
                  </a:lnTo>
                  <a:lnTo>
                    <a:pt x="1271991" y="926"/>
                  </a:lnTo>
                  <a:lnTo>
                    <a:pt x="1223931" y="0"/>
                  </a:lnTo>
                  <a:close/>
                </a:path>
              </a:pathLst>
            </a:custGeom>
            <a:solidFill>
              <a:srgbClr val="8BB81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" name="object 5"/>
            <p:cNvSpPr/>
            <p:nvPr/>
          </p:nvSpPr>
          <p:spPr>
            <a:xfrm>
              <a:off x="3229333" y="3792897"/>
              <a:ext cx="1784985" cy="1784985"/>
            </a:xfrm>
            <a:custGeom>
              <a:avLst/>
              <a:gdLst/>
              <a:ahLst/>
              <a:cxnLst/>
              <a:rect l="l" t="t" r="r" b="b"/>
              <a:pathLst>
                <a:path w="1784985" h="1784985">
                  <a:moveTo>
                    <a:pt x="892318" y="0"/>
                  </a:moveTo>
                  <a:lnTo>
                    <a:pt x="844928" y="1236"/>
                  </a:lnTo>
                  <a:lnTo>
                    <a:pt x="798182" y="4906"/>
                  </a:lnTo>
                  <a:lnTo>
                    <a:pt x="752142" y="10946"/>
                  </a:lnTo>
                  <a:lnTo>
                    <a:pt x="706870" y="19296"/>
                  </a:lnTo>
                  <a:lnTo>
                    <a:pt x="662427" y="29893"/>
                  </a:lnTo>
                  <a:lnTo>
                    <a:pt x="618875" y="42676"/>
                  </a:lnTo>
                  <a:lnTo>
                    <a:pt x="576275" y="57583"/>
                  </a:lnTo>
                  <a:lnTo>
                    <a:pt x="534690" y="74553"/>
                  </a:lnTo>
                  <a:lnTo>
                    <a:pt x="494181" y="93524"/>
                  </a:lnTo>
                  <a:lnTo>
                    <a:pt x="454809" y="114434"/>
                  </a:lnTo>
                  <a:lnTo>
                    <a:pt x="416636" y="137222"/>
                  </a:lnTo>
                  <a:lnTo>
                    <a:pt x="379725" y="161826"/>
                  </a:lnTo>
                  <a:lnTo>
                    <a:pt x="344136" y="188184"/>
                  </a:lnTo>
                  <a:lnTo>
                    <a:pt x="309931" y="216234"/>
                  </a:lnTo>
                  <a:lnTo>
                    <a:pt x="277172" y="245916"/>
                  </a:lnTo>
                  <a:lnTo>
                    <a:pt x="245921" y="277167"/>
                  </a:lnTo>
                  <a:lnTo>
                    <a:pt x="216239" y="309925"/>
                  </a:lnTo>
                  <a:lnTo>
                    <a:pt x="188188" y="344129"/>
                  </a:lnTo>
                  <a:lnTo>
                    <a:pt x="161829" y="379718"/>
                  </a:lnTo>
                  <a:lnTo>
                    <a:pt x="137225" y="416629"/>
                  </a:lnTo>
                  <a:lnTo>
                    <a:pt x="114437" y="454801"/>
                  </a:lnTo>
                  <a:lnTo>
                    <a:pt x="93526" y="494172"/>
                  </a:lnTo>
                  <a:lnTo>
                    <a:pt x="74555" y="534681"/>
                  </a:lnTo>
                  <a:lnTo>
                    <a:pt x="57585" y="576266"/>
                  </a:lnTo>
                  <a:lnTo>
                    <a:pt x="42677" y="618866"/>
                  </a:lnTo>
                  <a:lnTo>
                    <a:pt x="29894" y="662417"/>
                  </a:lnTo>
                  <a:lnTo>
                    <a:pt x="19296" y="706860"/>
                  </a:lnTo>
                  <a:lnTo>
                    <a:pt x="10946" y="752132"/>
                  </a:lnTo>
                  <a:lnTo>
                    <a:pt x="4906" y="798172"/>
                  </a:lnTo>
                  <a:lnTo>
                    <a:pt x="1236" y="844917"/>
                  </a:lnTo>
                  <a:lnTo>
                    <a:pt x="0" y="892307"/>
                  </a:lnTo>
                  <a:lnTo>
                    <a:pt x="1236" y="939697"/>
                  </a:lnTo>
                  <a:lnTo>
                    <a:pt x="4906" y="986443"/>
                  </a:lnTo>
                  <a:lnTo>
                    <a:pt x="10946" y="1032483"/>
                  </a:lnTo>
                  <a:lnTo>
                    <a:pt x="19296" y="1077755"/>
                  </a:lnTo>
                  <a:lnTo>
                    <a:pt x="29894" y="1122197"/>
                  </a:lnTo>
                  <a:lnTo>
                    <a:pt x="42677" y="1165749"/>
                  </a:lnTo>
                  <a:lnTo>
                    <a:pt x="57585" y="1208349"/>
                  </a:lnTo>
                  <a:lnTo>
                    <a:pt x="74555" y="1249933"/>
                  </a:lnTo>
                  <a:lnTo>
                    <a:pt x="93526" y="1290442"/>
                  </a:lnTo>
                  <a:lnTo>
                    <a:pt x="114437" y="1329814"/>
                  </a:lnTo>
                  <a:lnTo>
                    <a:pt x="137225" y="1367986"/>
                  </a:lnTo>
                  <a:lnTo>
                    <a:pt x="161829" y="1404897"/>
                  </a:lnTo>
                  <a:lnTo>
                    <a:pt x="188188" y="1440486"/>
                  </a:lnTo>
                  <a:lnTo>
                    <a:pt x="216239" y="1474690"/>
                  </a:lnTo>
                  <a:lnTo>
                    <a:pt x="245921" y="1507448"/>
                  </a:lnTo>
                  <a:lnTo>
                    <a:pt x="277172" y="1538699"/>
                  </a:lnTo>
                  <a:lnTo>
                    <a:pt x="309931" y="1568380"/>
                  </a:lnTo>
                  <a:lnTo>
                    <a:pt x="344136" y="1596431"/>
                  </a:lnTo>
                  <a:lnTo>
                    <a:pt x="379725" y="1622789"/>
                  </a:lnTo>
                  <a:lnTo>
                    <a:pt x="416636" y="1647393"/>
                  </a:lnTo>
                  <a:lnTo>
                    <a:pt x="454809" y="1670180"/>
                  </a:lnTo>
                  <a:lnTo>
                    <a:pt x="494181" y="1691091"/>
                  </a:lnTo>
                  <a:lnTo>
                    <a:pt x="534690" y="1710061"/>
                  </a:lnTo>
                  <a:lnTo>
                    <a:pt x="576275" y="1727031"/>
                  </a:lnTo>
                  <a:lnTo>
                    <a:pt x="618875" y="1741939"/>
                  </a:lnTo>
                  <a:lnTo>
                    <a:pt x="662427" y="1754722"/>
                  </a:lnTo>
                  <a:lnTo>
                    <a:pt x="706870" y="1765319"/>
                  </a:lnTo>
                  <a:lnTo>
                    <a:pt x="752142" y="1773669"/>
                  </a:lnTo>
                  <a:lnTo>
                    <a:pt x="798182" y="1779709"/>
                  </a:lnTo>
                  <a:lnTo>
                    <a:pt x="844928" y="1783378"/>
                  </a:lnTo>
                  <a:lnTo>
                    <a:pt x="892318" y="1784615"/>
                  </a:lnTo>
                  <a:lnTo>
                    <a:pt x="939707" y="1783378"/>
                  </a:lnTo>
                  <a:lnTo>
                    <a:pt x="986452" y="1779709"/>
                  </a:lnTo>
                  <a:lnTo>
                    <a:pt x="1032491" y="1773669"/>
                  </a:lnTo>
                  <a:lnTo>
                    <a:pt x="1077762" y="1765319"/>
                  </a:lnTo>
                  <a:lnTo>
                    <a:pt x="1122204" y="1754722"/>
                  </a:lnTo>
                  <a:lnTo>
                    <a:pt x="1165756" y="1741939"/>
                  </a:lnTo>
                  <a:lnTo>
                    <a:pt x="1208355" y="1727031"/>
                  </a:lnTo>
                  <a:lnTo>
                    <a:pt x="1249939" y="1710061"/>
                  </a:lnTo>
                  <a:lnTo>
                    <a:pt x="1290448" y="1691091"/>
                  </a:lnTo>
                  <a:lnTo>
                    <a:pt x="1329820" y="1670180"/>
                  </a:lnTo>
                  <a:lnTo>
                    <a:pt x="1367992" y="1647393"/>
                  </a:lnTo>
                  <a:lnTo>
                    <a:pt x="1404903" y="1622789"/>
                  </a:lnTo>
                  <a:lnTo>
                    <a:pt x="1440492" y="1596431"/>
                  </a:lnTo>
                  <a:lnTo>
                    <a:pt x="1474696" y="1568380"/>
                  </a:lnTo>
                  <a:lnTo>
                    <a:pt x="1507455" y="1538699"/>
                  </a:lnTo>
                  <a:lnTo>
                    <a:pt x="1538706" y="1507448"/>
                  </a:lnTo>
                  <a:lnTo>
                    <a:pt x="1568387" y="1474690"/>
                  </a:lnTo>
                  <a:lnTo>
                    <a:pt x="1596438" y="1440486"/>
                  </a:lnTo>
                  <a:lnTo>
                    <a:pt x="1622797" y="1404897"/>
                  </a:lnTo>
                  <a:lnTo>
                    <a:pt x="1647401" y="1367986"/>
                  </a:lnTo>
                  <a:lnTo>
                    <a:pt x="1670189" y="1329814"/>
                  </a:lnTo>
                  <a:lnTo>
                    <a:pt x="1691099" y="1290442"/>
                  </a:lnTo>
                  <a:lnTo>
                    <a:pt x="1710070" y="1249933"/>
                  </a:lnTo>
                  <a:lnTo>
                    <a:pt x="1727041" y="1208349"/>
                  </a:lnTo>
                  <a:lnTo>
                    <a:pt x="1741948" y="1165749"/>
                  </a:lnTo>
                  <a:lnTo>
                    <a:pt x="1754732" y="1122197"/>
                  </a:lnTo>
                  <a:lnTo>
                    <a:pt x="1765329" y="1077755"/>
                  </a:lnTo>
                  <a:lnTo>
                    <a:pt x="1773679" y="1032483"/>
                  </a:lnTo>
                  <a:lnTo>
                    <a:pt x="1779719" y="986443"/>
                  </a:lnTo>
                  <a:lnTo>
                    <a:pt x="1783389" y="939697"/>
                  </a:lnTo>
                  <a:lnTo>
                    <a:pt x="1784626" y="892307"/>
                  </a:lnTo>
                  <a:lnTo>
                    <a:pt x="1783389" y="844917"/>
                  </a:lnTo>
                  <a:lnTo>
                    <a:pt x="1779719" y="798172"/>
                  </a:lnTo>
                  <a:lnTo>
                    <a:pt x="1773679" y="752132"/>
                  </a:lnTo>
                  <a:lnTo>
                    <a:pt x="1765329" y="706860"/>
                  </a:lnTo>
                  <a:lnTo>
                    <a:pt x="1754732" y="662417"/>
                  </a:lnTo>
                  <a:lnTo>
                    <a:pt x="1741948" y="618866"/>
                  </a:lnTo>
                  <a:lnTo>
                    <a:pt x="1727041" y="576266"/>
                  </a:lnTo>
                  <a:lnTo>
                    <a:pt x="1710070" y="534681"/>
                  </a:lnTo>
                  <a:lnTo>
                    <a:pt x="1691099" y="494172"/>
                  </a:lnTo>
                  <a:lnTo>
                    <a:pt x="1670189" y="454801"/>
                  </a:lnTo>
                  <a:lnTo>
                    <a:pt x="1647401" y="416629"/>
                  </a:lnTo>
                  <a:lnTo>
                    <a:pt x="1622797" y="379718"/>
                  </a:lnTo>
                  <a:lnTo>
                    <a:pt x="1596438" y="344129"/>
                  </a:lnTo>
                  <a:lnTo>
                    <a:pt x="1568387" y="309925"/>
                  </a:lnTo>
                  <a:lnTo>
                    <a:pt x="1538706" y="277167"/>
                  </a:lnTo>
                  <a:lnTo>
                    <a:pt x="1507455" y="245916"/>
                  </a:lnTo>
                  <a:lnTo>
                    <a:pt x="1474696" y="216234"/>
                  </a:lnTo>
                  <a:lnTo>
                    <a:pt x="1440492" y="188184"/>
                  </a:lnTo>
                  <a:lnTo>
                    <a:pt x="1404903" y="161826"/>
                  </a:lnTo>
                  <a:lnTo>
                    <a:pt x="1367992" y="137222"/>
                  </a:lnTo>
                  <a:lnTo>
                    <a:pt x="1329820" y="114434"/>
                  </a:lnTo>
                  <a:lnTo>
                    <a:pt x="1290448" y="93524"/>
                  </a:lnTo>
                  <a:lnTo>
                    <a:pt x="1249939" y="74553"/>
                  </a:lnTo>
                  <a:lnTo>
                    <a:pt x="1208355" y="57583"/>
                  </a:lnTo>
                  <a:lnTo>
                    <a:pt x="1165756" y="42676"/>
                  </a:lnTo>
                  <a:lnTo>
                    <a:pt x="1122204" y="29893"/>
                  </a:lnTo>
                  <a:lnTo>
                    <a:pt x="1077762" y="19296"/>
                  </a:lnTo>
                  <a:lnTo>
                    <a:pt x="1032491" y="10946"/>
                  </a:lnTo>
                  <a:lnTo>
                    <a:pt x="986452" y="4906"/>
                  </a:lnTo>
                  <a:lnTo>
                    <a:pt x="939707" y="1236"/>
                  </a:lnTo>
                  <a:lnTo>
                    <a:pt x="892318" y="0"/>
                  </a:lnTo>
                  <a:close/>
                </a:path>
              </a:pathLst>
            </a:custGeom>
            <a:solidFill>
              <a:srgbClr val="8BB81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301" y="5991620"/>
            <a:ext cx="830576" cy="723037"/>
          </a:xfrm>
          <a:prstGeom prst="rect">
            <a:avLst/>
          </a:prstGeom>
        </p:spPr>
      </p:pic>
      <p:pic>
        <p:nvPicPr>
          <p:cNvPr id="42" name="Google Shape;106;p15">
            <a:extLst>
              <a:ext uri="{FF2B5EF4-FFF2-40B4-BE49-F238E27FC236}">
                <a16:creationId xmlns:a16="http://schemas.microsoft.com/office/drawing/2014/main" id="{DA38C815-3A49-5C2C-745B-DB019D0BE4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6447" y="5378382"/>
            <a:ext cx="1892157" cy="1511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2BA0EC6-3090-DEDF-98D8-593730AE2F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3420" y="177304"/>
            <a:ext cx="1263379" cy="571647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B090622E-3113-60C6-CF77-544491C66A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67" y="1678127"/>
            <a:ext cx="5727193" cy="42953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32" name="Grupo 31">
            <a:extLst>
              <a:ext uri="{FF2B5EF4-FFF2-40B4-BE49-F238E27FC236}">
                <a16:creationId xmlns:a16="http://schemas.microsoft.com/office/drawing/2014/main" id="{18B6A229-43F8-1AF5-DDD4-D8474994B6CF}"/>
              </a:ext>
            </a:extLst>
          </p:cNvPr>
          <p:cNvGrpSpPr/>
          <p:nvPr/>
        </p:nvGrpSpPr>
        <p:grpSpPr>
          <a:xfrm>
            <a:off x="4186190" y="-56208"/>
            <a:ext cx="3996415" cy="1613715"/>
            <a:chOff x="6782463" y="131545"/>
            <a:chExt cx="6590385" cy="2661134"/>
          </a:xfrm>
        </p:grpSpPr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436F732D-0EED-EFFD-E321-A4BD41A5559F}"/>
                </a:ext>
              </a:extLst>
            </p:cNvPr>
            <p:cNvSpPr txBox="1"/>
            <p:nvPr/>
          </p:nvSpPr>
          <p:spPr>
            <a:xfrm>
              <a:off x="6782463" y="131545"/>
              <a:ext cx="6539173" cy="2275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368" b="1" spc="-91" dirty="0">
                  <a:latin typeface="Trebuchet MS" panose="020B0603020202020204" pitchFamily="34" charset="0"/>
                  <a:cs typeface="Aharoni" panose="02010803020104030203" pitchFamily="2" charset="-79"/>
                </a:rPr>
                <a:t>PLANTA</a:t>
              </a:r>
              <a:endParaRPr lang="es-CO" sz="5336" b="1" spc="-91" dirty="0">
                <a:latin typeface="Trebuchet MS" panose="020B0603020202020204" pitchFamily="34" charset="0"/>
                <a:cs typeface="Aharoni" panose="02010803020104030203" pitchFamily="2" charset="-79"/>
              </a:endParaRP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1665E84A-9676-589B-1A40-5351D046A213}"/>
                </a:ext>
              </a:extLst>
            </p:cNvPr>
            <p:cNvSpPr txBox="1"/>
            <p:nvPr/>
          </p:nvSpPr>
          <p:spPr>
            <a:xfrm>
              <a:off x="6833675" y="1624794"/>
              <a:ext cx="6539173" cy="1167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002" b="1" spc="-91" dirty="0">
                  <a:solidFill>
                    <a:srgbClr val="8BB81F"/>
                  </a:solidFill>
                  <a:latin typeface="Trebuchet MS" panose="020B0603020202020204" pitchFamily="34" charset="0"/>
                  <a:cs typeface="Aharoni" panose="02010803020104030203" pitchFamily="2" charset="-79"/>
                </a:rPr>
                <a:t>DE PRODUCCIÓN</a:t>
              </a:r>
              <a:endParaRPr lang="es-CO" sz="4366" b="1" spc="-91" dirty="0">
                <a:solidFill>
                  <a:srgbClr val="8BB81F"/>
                </a:solidFill>
                <a:latin typeface="Trebuchet MS" panose="020B0603020202020204" pitchFamily="34" charset="0"/>
                <a:cs typeface="Aharoni" panose="02010803020104030203" pitchFamily="2" charset="-79"/>
              </a:endParaRPr>
            </a:p>
          </p:txBody>
        </p:sp>
      </p:grpSp>
      <p:sp>
        <p:nvSpPr>
          <p:cNvPr id="33" name="object 20">
            <a:extLst>
              <a:ext uri="{FF2B5EF4-FFF2-40B4-BE49-F238E27FC236}">
                <a16:creationId xmlns:a16="http://schemas.microsoft.com/office/drawing/2014/main" id="{CC786455-3E47-824F-55F1-724B75789FEC}"/>
              </a:ext>
            </a:extLst>
          </p:cNvPr>
          <p:cNvSpPr txBox="1"/>
          <p:nvPr/>
        </p:nvSpPr>
        <p:spPr>
          <a:xfrm>
            <a:off x="6495141" y="1714127"/>
            <a:ext cx="5339767" cy="4476940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354259" marR="3081" indent="-346558"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lang="es-ES" sz="2365" spc="-248" dirty="0">
                <a:latin typeface="Trebuchet MS"/>
                <a:cs typeface="Trebuchet MS"/>
              </a:rPr>
              <a:t>Contamos con un lote de 600 metros cuadrados</a:t>
            </a:r>
          </a:p>
          <a:p>
            <a:pPr marL="354259" marR="3081" indent="-346558">
              <a:spcBef>
                <a:spcPts val="55"/>
              </a:spcBef>
              <a:buFont typeface="Arial" panose="020B0604020202020204" pitchFamily="34" charset="0"/>
              <a:buChar char="•"/>
            </a:pPr>
            <a:endParaRPr lang="es-ES" sz="2365" spc="-248" dirty="0">
              <a:latin typeface="Trebuchet MS"/>
              <a:cs typeface="Trebuchet MS"/>
            </a:endParaRPr>
          </a:p>
          <a:p>
            <a:pPr marL="354259" marR="3081" indent="-346558"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lang="es-ES" sz="2365" spc="-248" dirty="0">
                <a:latin typeface="Trebuchet MS"/>
                <a:cs typeface="Trebuchet MS"/>
              </a:rPr>
              <a:t>Área construida de 450 metros cuadrados</a:t>
            </a:r>
          </a:p>
          <a:p>
            <a:pPr marL="354259" marR="3081" indent="-346558">
              <a:spcBef>
                <a:spcPts val="55"/>
              </a:spcBef>
              <a:buFont typeface="Arial" panose="020B0604020202020204" pitchFamily="34" charset="0"/>
              <a:buChar char="•"/>
            </a:pPr>
            <a:endParaRPr lang="es-ES" sz="2365" spc="-248" dirty="0">
              <a:latin typeface="Trebuchet MS"/>
              <a:cs typeface="Trebuchet MS"/>
            </a:endParaRPr>
          </a:p>
          <a:p>
            <a:pPr marL="354259" marR="3081" indent="-346558"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lang="es-ES" sz="2365" spc="-248" dirty="0">
                <a:latin typeface="Trebuchet MS"/>
                <a:cs typeface="Trebuchet MS"/>
              </a:rPr>
              <a:t>Planta de producción propia con 3 años de construcción</a:t>
            </a:r>
          </a:p>
          <a:p>
            <a:pPr marL="354259" marR="3081" indent="-346558">
              <a:spcBef>
                <a:spcPts val="55"/>
              </a:spcBef>
              <a:buFont typeface="Arial" panose="020B0604020202020204" pitchFamily="34" charset="0"/>
              <a:buChar char="•"/>
            </a:pPr>
            <a:endParaRPr lang="es-ES" sz="2365" spc="-248" dirty="0">
              <a:latin typeface="Trebuchet MS"/>
              <a:cs typeface="Trebuchet MS"/>
            </a:endParaRPr>
          </a:p>
          <a:p>
            <a:pPr marL="354259" marR="3081" indent="-346558"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lang="es-ES" sz="2365" spc="-248" dirty="0">
                <a:latin typeface="Trebuchet MS"/>
                <a:cs typeface="Trebuchet MS"/>
              </a:rPr>
              <a:t>Construida desde cero con todos los requerimientos para elaboración de alimentos.</a:t>
            </a:r>
          </a:p>
          <a:p>
            <a:pPr marL="354259" marR="3081" indent="-346558">
              <a:spcBef>
                <a:spcPts val="55"/>
              </a:spcBef>
              <a:buFont typeface="Arial" panose="020B0604020202020204" pitchFamily="34" charset="0"/>
              <a:buChar char="•"/>
            </a:pPr>
            <a:endParaRPr lang="es-ES" sz="2365" spc="-248" dirty="0">
              <a:latin typeface="Trebuchet MS"/>
              <a:cs typeface="Trebuchet MS"/>
            </a:endParaRPr>
          </a:p>
          <a:p>
            <a:pPr marL="354259" marR="3081" indent="-346558">
              <a:spcBef>
                <a:spcPts val="55"/>
              </a:spcBef>
              <a:buFont typeface="Arial" panose="020B0604020202020204" pitchFamily="34" charset="0"/>
              <a:buChar char="•"/>
            </a:pPr>
            <a:endParaRPr lang="es-ES" sz="2365" spc="-248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C2B2A0B5-0692-F643-6EEA-B6050196CC5C}"/>
              </a:ext>
            </a:extLst>
          </p:cNvPr>
          <p:cNvSpPr txBox="1"/>
          <p:nvPr/>
        </p:nvSpPr>
        <p:spPr>
          <a:xfrm>
            <a:off x="1660056" y="-27575"/>
            <a:ext cx="7312970" cy="1380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368" b="1" spc="-91" dirty="0">
                <a:latin typeface="Trebuchet MS" panose="020B0603020202020204" pitchFamily="34" charset="0"/>
                <a:cs typeface="Aharoni" panose="02010803020104030203" pitchFamily="2" charset="-79"/>
              </a:rPr>
              <a:t>MAQUINARIA</a:t>
            </a:r>
            <a:r>
              <a:rPr lang="es-ES" sz="6974" b="1" spc="-91" dirty="0">
                <a:latin typeface="Trebuchet MS" panose="020B0603020202020204" pitchFamily="34" charset="0"/>
                <a:cs typeface="Aharoni" panose="02010803020104030203" pitchFamily="2" charset="-79"/>
              </a:rPr>
              <a:t> 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7A98A70-B65D-7F38-0AFB-C929E5B5B5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6775" y="6078138"/>
            <a:ext cx="1263379" cy="57164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8165BCD-0A76-F34E-DEE6-4518CE48A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600" y="1580689"/>
            <a:ext cx="3564393" cy="326613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F0ED4E4-6759-21F0-5667-92251DF3CA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50" y="1538718"/>
            <a:ext cx="3371422" cy="335007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EFE271-77ED-A1C4-CA20-DA757AF849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808" y="1534482"/>
            <a:ext cx="3292187" cy="335007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E61EDA7-2BB2-83BA-CC6C-16A687AA7FC9}"/>
              </a:ext>
            </a:extLst>
          </p:cNvPr>
          <p:cNvSpPr txBox="1"/>
          <p:nvPr/>
        </p:nvSpPr>
        <p:spPr>
          <a:xfrm>
            <a:off x="4571144" y="918583"/>
            <a:ext cx="4401882" cy="652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38" b="1" spc="-91" dirty="0">
                <a:solidFill>
                  <a:srgbClr val="8BB81F"/>
                </a:solidFill>
                <a:latin typeface="Trebuchet MS" panose="020B0603020202020204" pitchFamily="34" charset="0"/>
                <a:cs typeface="Aharoni" panose="02010803020104030203" pitchFamily="2" charset="-79"/>
              </a:rPr>
              <a:t>FRITURA Y EMPAQUE</a:t>
            </a:r>
            <a:endParaRPr lang="es-CO" sz="4002" b="1" spc="-91" dirty="0">
              <a:solidFill>
                <a:srgbClr val="8BB81F"/>
              </a:solidFill>
              <a:latin typeface="Trebuchet MS" panose="020B06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71B69689-B5B9-D010-CC82-C8D6DD922139}"/>
              </a:ext>
            </a:extLst>
          </p:cNvPr>
          <p:cNvSpPr txBox="1"/>
          <p:nvPr/>
        </p:nvSpPr>
        <p:spPr>
          <a:xfrm>
            <a:off x="226007" y="4974458"/>
            <a:ext cx="3631907" cy="1124484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 marR="3081" algn="ctr">
              <a:spcBef>
                <a:spcPts val="55"/>
              </a:spcBef>
            </a:pPr>
            <a:r>
              <a:rPr lang="es-ES" sz="2365" spc="-248" dirty="0">
                <a:latin typeface="Trebuchet MS"/>
                <a:cs typeface="Trebuchet MS"/>
              </a:rPr>
              <a:t>Freidor por baches para garantizar</a:t>
            </a:r>
          </a:p>
          <a:p>
            <a:pPr marL="7701" marR="3081" algn="ctr">
              <a:spcBef>
                <a:spcPts val="55"/>
              </a:spcBef>
            </a:pPr>
            <a:r>
              <a:rPr lang="es-ES" sz="2365" spc="-248" dirty="0">
                <a:latin typeface="Trebuchet MS"/>
                <a:cs typeface="Trebuchet MS"/>
              </a:rPr>
              <a:t>La estandarización y mantener la </a:t>
            </a:r>
          </a:p>
          <a:p>
            <a:pPr marL="7701" marR="3081" algn="ctr">
              <a:spcBef>
                <a:spcPts val="55"/>
              </a:spcBef>
            </a:pPr>
            <a:r>
              <a:rPr lang="es-ES" sz="2365" spc="-248" dirty="0">
                <a:latin typeface="Trebuchet MS"/>
                <a:cs typeface="Trebuchet MS"/>
              </a:rPr>
              <a:t>Receta casera</a:t>
            </a:r>
          </a:p>
        </p:txBody>
      </p:sp>
      <p:sp>
        <p:nvSpPr>
          <p:cNvPr id="12" name="object 20">
            <a:extLst>
              <a:ext uri="{FF2B5EF4-FFF2-40B4-BE49-F238E27FC236}">
                <a16:creationId xmlns:a16="http://schemas.microsoft.com/office/drawing/2014/main" id="{92C6D173-8EB7-6A78-89AD-200E49A78817}"/>
              </a:ext>
            </a:extLst>
          </p:cNvPr>
          <p:cNvSpPr txBox="1"/>
          <p:nvPr/>
        </p:nvSpPr>
        <p:spPr>
          <a:xfrm>
            <a:off x="3950295" y="4944577"/>
            <a:ext cx="3631907" cy="1098836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 marR="3081" algn="ctr">
              <a:spcBef>
                <a:spcPts val="55"/>
              </a:spcBef>
            </a:pPr>
            <a:r>
              <a:rPr lang="es-ES" sz="2365" spc="-248" dirty="0">
                <a:latin typeface="Trebuchet MS"/>
                <a:cs typeface="Trebuchet MS"/>
              </a:rPr>
              <a:t>Pesadora multicabezal (10  cabezales) con precisión +/- 1g para lograr peso exacto</a:t>
            </a:r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881A7ECA-0ACF-B723-3792-1E0ED55BA285}"/>
              </a:ext>
            </a:extLst>
          </p:cNvPr>
          <p:cNvSpPr txBox="1"/>
          <p:nvPr/>
        </p:nvSpPr>
        <p:spPr>
          <a:xfrm>
            <a:off x="7432382" y="4944577"/>
            <a:ext cx="4254756" cy="1098836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 marR="3081" algn="ctr">
              <a:spcBef>
                <a:spcPts val="55"/>
              </a:spcBef>
            </a:pPr>
            <a:r>
              <a:rPr lang="es-ES" sz="2365" spc="-248" dirty="0">
                <a:latin typeface="Trebuchet MS"/>
                <a:cs typeface="Trebuchet MS"/>
              </a:rPr>
              <a:t>Empacadora </a:t>
            </a:r>
            <a:r>
              <a:rPr lang="es-ES" sz="2365" spc="-248" dirty="0" err="1">
                <a:latin typeface="Trebuchet MS"/>
                <a:cs typeface="Trebuchet MS"/>
              </a:rPr>
              <a:t>flowpack</a:t>
            </a:r>
            <a:r>
              <a:rPr lang="es-ES" sz="2365" spc="-248" dirty="0">
                <a:latin typeface="Trebuchet MS"/>
                <a:cs typeface="Trebuchet MS"/>
              </a:rPr>
              <a:t> con velocidad hasta de 60 bolsas x minuto para garantizar gran capacidad de empaque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31" y="-38554"/>
            <a:ext cx="5910741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 sz="1092" dirty="0">
              <a:latin typeface="Arial Black" panose="020B0A04020102020204" pitchFamily="34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00204" y="5673840"/>
            <a:ext cx="2491585" cy="1183976"/>
          </a:xfrm>
          <a:custGeom>
            <a:avLst/>
            <a:gdLst/>
            <a:ahLst/>
            <a:cxnLst/>
            <a:rect l="l" t="t" r="r" b="b"/>
            <a:pathLst>
              <a:path w="4924425" h="2565400">
                <a:moveTo>
                  <a:pt x="3243235" y="0"/>
                </a:moveTo>
                <a:lnTo>
                  <a:pt x="3191346" y="284"/>
                </a:lnTo>
                <a:lnTo>
                  <a:pt x="3138004" y="2165"/>
                </a:lnTo>
                <a:lnTo>
                  <a:pt x="3083161" y="5662"/>
                </a:lnTo>
                <a:lnTo>
                  <a:pt x="3026771" y="10798"/>
                </a:lnTo>
                <a:lnTo>
                  <a:pt x="2968786" y="17593"/>
                </a:lnTo>
                <a:lnTo>
                  <a:pt x="2909160" y="26067"/>
                </a:lnTo>
                <a:lnTo>
                  <a:pt x="2847847" y="36243"/>
                </a:lnTo>
                <a:lnTo>
                  <a:pt x="2793881" y="46911"/>
                </a:lnTo>
                <a:lnTo>
                  <a:pt x="2741885" y="59391"/>
                </a:lnTo>
                <a:lnTo>
                  <a:pt x="2691822" y="73656"/>
                </a:lnTo>
                <a:lnTo>
                  <a:pt x="2643656" y="89682"/>
                </a:lnTo>
                <a:lnTo>
                  <a:pt x="2597349" y="107442"/>
                </a:lnTo>
                <a:lnTo>
                  <a:pt x="2552866" y="126910"/>
                </a:lnTo>
                <a:lnTo>
                  <a:pt x="2510169" y="148060"/>
                </a:lnTo>
                <a:lnTo>
                  <a:pt x="2469222" y="170866"/>
                </a:lnTo>
                <a:lnTo>
                  <a:pt x="2429864" y="195388"/>
                </a:lnTo>
                <a:lnTo>
                  <a:pt x="2392431" y="221341"/>
                </a:lnTo>
                <a:lnTo>
                  <a:pt x="2356513" y="248958"/>
                </a:lnTo>
                <a:lnTo>
                  <a:pt x="2322199" y="278127"/>
                </a:lnTo>
                <a:lnTo>
                  <a:pt x="2289451" y="308821"/>
                </a:lnTo>
                <a:lnTo>
                  <a:pt x="2258233" y="341016"/>
                </a:lnTo>
                <a:lnTo>
                  <a:pt x="2228509" y="374684"/>
                </a:lnTo>
                <a:lnTo>
                  <a:pt x="2200241" y="409799"/>
                </a:lnTo>
                <a:lnTo>
                  <a:pt x="2173392" y="446336"/>
                </a:lnTo>
                <a:lnTo>
                  <a:pt x="2147928" y="484269"/>
                </a:lnTo>
                <a:lnTo>
                  <a:pt x="2123809" y="523571"/>
                </a:lnTo>
                <a:lnTo>
                  <a:pt x="2101001" y="564216"/>
                </a:lnTo>
                <a:lnTo>
                  <a:pt x="2079466" y="606179"/>
                </a:lnTo>
                <a:lnTo>
                  <a:pt x="2059167" y="649434"/>
                </a:lnTo>
                <a:lnTo>
                  <a:pt x="2040069" y="693953"/>
                </a:lnTo>
                <a:lnTo>
                  <a:pt x="2022134" y="739712"/>
                </a:lnTo>
                <a:lnTo>
                  <a:pt x="2005325" y="786685"/>
                </a:lnTo>
                <a:lnTo>
                  <a:pt x="1989606" y="834844"/>
                </a:lnTo>
                <a:lnTo>
                  <a:pt x="1974941" y="884165"/>
                </a:lnTo>
                <a:lnTo>
                  <a:pt x="1963360" y="926193"/>
                </a:lnTo>
                <a:lnTo>
                  <a:pt x="1952042" y="969287"/>
                </a:lnTo>
                <a:lnTo>
                  <a:pt x="1940866" y="1013278"/>
                </a:lnTo>
                <a:lnTo>
                  <a:pt x="1929713" y="1057995"/>
                </a:lnTo>
                <a:lnTo>
                  <a:pt x="1918460" y="1103267"/>
                </a:lnTo>
                <a:lnTo>
                  <a:pt x="1906989" y="1148924"/>
                </a:lnTo>
                <a:lnTo>
                  <a:pt x="1895177" y="1194795"/>
                </a:lnTo>
                <a:lnTo>
                  <a:pt x="1882905" y="1240711"/>
                </a:lnTo>
                <a:lnTo>
                  <a:pt x="1870052" y="1286499"/>
                </a:lnTo>
                <a:lnTo>
                  <a:pt x="1856498" y="1331991"/>
                </a:lnTo>
                <a:lnTo>
                  <a:pt x="1842122" y="1377015"/>
                </a:lnTo>
                <a:lnTo>
                  <a:pt x="1826802" y="1421401"/>
                </a:lnTo>
                <a:lnTo>
                  <a:pt x="1810420" y="1464979"/>
                </a:lnTo>
                <a:lnTo>
                  <a:pt x="1792854" y="1507578"/>
                </a:lnTo>
                <a:lnTo>
                  <a:pt x="1773983" y="1549027"/>
                </a:lnTo>
                <a:lnTo>
                  <a:pt x="1753688" y="1589157"/>
                </a:lnTo>
                <a:lnTo>
                  <a:pt x="1731847" y="1627796"/>
                </a:lnTo>
                <a:lnTo>
                  <a:pt x="1708339" y="1664775"/>
                </a:lnTo>
                <a:lnTo>
                  <a:pt x="1683046" y="1699922"/>
                </a:lnTo>
                <a:lnTo>
                  <a:pt x="1655844" y="1733068"/>
                </a:lnTo>
                <a:lnTo>
                  <a:pt x="1626616" y="1764041"/>
                </a:lnTo>
                <a:lnTo>
                  <a:pt x="1595238" y="1792672"/>
                </a:lnTo>
                <a:lnTo>
                  <a:pt x="1561592" y="1818790"/>
                </a:lnTo>
                <a:lnTo>
                  <a:pt x="1525556" y="1842224"/>
                </a:lnTo>
                <a:lnTo>
                  <a:pt x="1487010" y="1862804"/>
                </a:lnTo>
                <a:lnTo>
                  <a:pt x="1445834" y="1880359"/>
                </a:lnTo>
                <a:lnTo>
                  <a:pt x="1401906" y="1894720"/>
                </a:lnTo>
                <a:lnTo>
                  <a:pt x="1355107" y="1905715"/>
                </a:lnTo>
                <a:lnTo>
                  <a:pt x="1279892" y="1916861"/>
                </a:lnTo>
                <a:lnTo>
                  <a:pt x="1239334" y="1920823"/>
                </a:lnTo>
                <a:lnTo>
                  <a:pt x="1197045" y="1923913"/>
                </a:lnTo>
                <a:lnTo>
                  <a:pt x="1153201" y="1926284"/>
                </a:lnTo>
                <a:lnTo>
                  <a:pt x="1107979" y="1928087"/>
                </a:lnTo>
                <a:lnTo>
                  <a:pt x="867400" y="1933883"/>
                </a:lnTo>
                <a:lnTo>
                  <a:pt x="767719" y="1937532"/>
                </a:lnTo>
                <a:lnTo>
                  <a:pt x="717846" y="1940248"/>
                </a:lnTo>
                <a:lnTo>
                  <a:pt x="668189" y="1943760"/>
                </a:lnTo>
                <a:lnTo>
                  <a:pt x="618923" y="1948221"/>
                </a:lnTo>
                <a:lnTo>
                  <a:pt x="570226" y="1953782"/>
                </a:lnTo>
                <a:lnTo>
                  <a:pt x="522275" y="1960594"/>
                </a:lnTo>
                <a:lnTo>
                  <a:pt x="475247" y="1968810"/>
                </a:lnTo>
                <a:lnTo>
                  <a:pt x="429317" y="1978580"/>
                </a:lnTo>
                <a:lnTo>
                  <a:pt x="384665" y="1990057"/>
                </a:lnTo>
                <a:lnTo>
                  <a:pt x="341466" y="2003392"/>
                </a:lnTo>
                <a:lnTo>
                  <a:pt x="299897" y="2018738"/>
                </a:lnTo>
                <a:lnTo>
                  <a:pt x="260136" y="2036244"/>
                </a:lnTo>
                <a:lnTo>
                  <a:pt x="222358" y="2056064"/>
                </a:lnTo>
                <a:lnTo>
                  <a:pt x="186742" y="2078348"/>
                </a:lnTo>
                <a:lnTo>
                  <a:pt x="153464" y="2103249"/>
                </a:lnTo>
                <a:lnTo>
                  <a:pt x="122701" y="2130918"/>
                </a:lnTo>
                <a:lnTo>
                  <a:pt x="94630" y="2161507"/>
                </a:lnTo>
                <a:lnTo>
                  <a:pt x="69428" y="2195167"/>
                </a:lnTo>
                <a:lnTo>
                  <a:pt x="47272" y="2232050"/>
                </a:lnTo>
                <a:lnTo>
                  <a:pt x="28446" y="2272796"/>
                </a:lnTo>
                <a:lnTo>
                  <a:pt x="14581" y="2314757"/>
                </a:lnTo>
                <a:lnTo>
                  <a:pt x="5402" y="2357787"/>
                </a:lnTo>
                <a:lnTo>
                  <a:pt x="634" y="2401739"/>
                </a:lnTo>
                <a:lnTo>
                  <a:pt x="0" y="2446470"/>
                </a:lnTo>
                <a:lnTo>
                  <a:pt x="3223" y="2491831"/>
                </a:lnTo>
                <a:lnTo>
                  <a:pt x="10029" y="2537679"/>
                </a:lnTo>
                <a:lnTo>
                  <a:pt x="15991" y="2564908"/>
                </a:lnTo>
                <a:lnTo>
                  <a:pt x="4924054" y="2564908"/>
                </a:lnTo>
                <a:lnTo>
                  <a:pt x="4924054" y="1415283"/>
                </a:lnTo>
                <a:lnTo>
                  <a:pt x="4508431" y="832507"/>
                </a:lnTo>
                <a:lnTo>
                  <a:pt x="4477837" y="790149"/>
                </a:lnTo>
                <a:lnTo>
                  <a:pt x="4447433" y="748654"/>
                </a:lnTo>
                <a:lnTo>
                  <a:pt x="4417172" y="708041"/>
                </a:lnTo>
                <a:lnTo>
                  <a:pt x="4387007" y="668332"/>
                </a:lnTo>
                <a:lnTo>
                  <a:pt x="4356890" y="629547"/>
                </a:lnTo>
                <a:lnTo>
                  <a:pt x="4326775" y="591708"/>
                </a:lnTo>
                <a:lnTo>
                  <a:pt x="4296615" y="554835"/>
                </a:lnTo>
                <a:lnTo>
                  <a:pt x="4266364" y="518949"/>
                </a:lnTo>
                <a:lnTo>
                  <a:pt x="4235973" y="484073"/>
                </a:lnTo>
                <a:lnTo>
                  <a:pt x="4205396" y="450225"/>
                </a:lnTo>
                <a:lnTo>
                  <a:pt x="4174586" y="417428"/>
                </a:lnTo>
                <a:lnTo>
                  <a:pt x="4143497" y="385703"/>
                </a:lnTo>
                <a:lnTo>
                  <a:pt x="4112081" y="355070"/>
                </a:lnTo>
                <a:lnTo>
                  <a:pt x="4080291" y="325550"/>
                </a:lnTo>
                <a:lnTo>
                  <a:pt x="4048080" y="297165"/>
                </a:lnTo>
                <a:lnTo>
                  <a:pt x="4015402" y="269935"/>
                </a:lnTo>
                <a:lnTo>
                  <a:pt x="3982209" y="243882"/>
                </a:lnTo>
                <a:lnTo>
                  <a:pt x="3948455" y="219026"/>
                </a:lnTo>
                <a:lnTo>
                  <a:pt x="3914093" y="195388"/>
                </a:lnTo>
                <a:lnTo>
                  <a:pt x="3879075" y="172989"/>
                </a:lnTo>
                <a:lnTo>
                  <a:pt x="3843354" y="151851"/>
                </a:lnTo>
                <a:lnTo>
                  <a:pt x="3806885" y="131994"/>
                </a:lnTo>
                <a:lnTo>
                  <a:pt x="3769619" y="113439"/>
                </a:lnTo>
                <a:lnTo>
                  <a:pt x="3731510" y="96208"/>
                </a:lnTo>
                <a:lnTo>
                  <a:pt x="3692511" y="80321"/>
                </a:lnTo>
                <a:lnTo>
                  <a:pt x="3652575" y="65799"/>
                </a:lnTo>
                <a:lnTo>
                  <a:pt x="3611654" y="52663"/>
                </a:lnTo>
                <a:lnTo>
                  <a:pt x="3569703" y="40935"/>
                </a:lnTo>
                <a:lnTo>
                  <a:pt x="3526674" y="30635"/>
                </a:lnTo>
                <a:lnTo>
                  <a:pt x="3482520" y="21783"/>
                </a:lnTo>
                <a:lnTo>
                  <a:pt x="3437195" y="14402"/>
                </a:lnTo>
                <a:lnTo>
                  <a:pt x="3390650" y="8512"/>
                </a:lnTo>
                <a:lnTo>
                  <a:pt x="3342840" y="4135"/>
                </a:lnTo>
                <a:lnTo>
                  <a:pt x="3293717" y="1290"/>
                </a:lnTo>
                <a:lnTo>
                  <a:pt x="32432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 txBox="1"/>
          <p:nvPr/>
        </p:nvSpPr>
        <p:spPr>
          <a:xfrm>
            <a:off x="6311897" y="4585524"/>
            <a:ext cx="5036567" cy="1207840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284947" marR="3081" indent="-277246" algn="just">
              <a:lnSpc>
                <a:spcPct val="101499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lang="es-ES" sz="1940" spc="-127" dirty="0">
                <a:latin typeface="Trebuchet MS"/>
                <a:cs typeface="Trebuchet MS"/>
              </a:rPr>
              <a:t>Tablet de control de mando de empaque con las diferentes presentaciones, variaciones y velocidades.</a:t>
            </a:r>
          </a:p>
          <a:p>
            <a:pPr marL="284947" marR="3081" indent="-277246" algn="just">
              <a:lnSpc>
                <a:spcPct val="101499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lang="es-ES" sz="1940" spc="-127" dirty="0">
                <a:latin typeface="Trebuchet MS"/>
                <a:cs typeface="Trebuchet MS"/>
              </a:rPr>
              <a:t>Equipo de control español con gran exactitud</a:t>
            </a:r>
            <a:endParaRPr sz="1940" dirty="0">
              <a:latin typeface="Trebuchet MS"/>
              <a:cs typeface="Trebuchet MS"/>
            </a:endParaRPr>
          </a:p>
        </p:txBody>
      </p: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" y="6521106"/>
            <a:ext cx="733083" cy="337729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3F0C383A-6D21-5BBC-639F-073CD9DC33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6775" y="6062842"/>
            <a:ext cx="1263379" cy="57164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A3A3E8E-2094-4C18-D13E-C0066D838D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727" y="343328"/>
            <a:ext cx="5359002" cy="401925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53A7FEC-7559-42CE-B9B9-E133228E1E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1504" y="2131588"/>
            <a:ext cx="3646081" cy="486144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object 20">
            <a:extLst>
              <a:ext uri="{FF2B5EF4-FFF2-40B4-BE49-F238E27FC236}">
                <a16:creationId xmlns:a16="http://schemas.microsoft.com/office/drawing/2014/main" id="{179FB1EB-85CC-8ED0-48E1-A0F92E55C71B}"/>
              </a:ext>
            </a:extLst>
          </p:cNvPr>
          <p:cNvSpPr txBox="1"/>
          <p:nvPr/>
        </p:nvSpPr>
        <p:spPr>
          <a:xfrm>
            <a:off x="460618" y="1518308"/>
            <a:ext cx="5036567" cy="1195016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284947" marR="3081" indent="-277246" algn="just">
              <a:lnSpc>
                <a:spcPct val="101499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lang="es-ES" sz="1940" spc="-127" dirty="0">
                <a:latin typeface="Trebuchet MS"/>
                <a:cs typeface="Trebuchet MS"/>
              </a:rPr>
              <a:t>Codificador de lote y fecha de cinta térmica incrustado en la maquina </a:t>
            </a:r>
            <a:r>
              <a:rPr lang="es-ES" sz="1940" spc="-127" dirty="0" err="1">
                <a:latin typeface="Trebuchet MS"/>
                <a:cs typeface="Trebuchet MS"/>
              </a:rPr>
              <a:t>flowpack</a:t>
            </a:r>
            <a:r>
              <a:rPr lang="es-ES" sz="1940" spc="-127" dirty="0">
                <a:latin typeface="Trebuchet MS"/>
                <a:cs typeface="Trebuchet MS"/>
              </a:rPr>
              <a:t> para garantizar que todos los empaques tengan marcación. </a:t>
            </a:r>
            <a:endParaRPr sz="1940" dirty="0">
              <a:latin typeface="Trebuchet MS"/>
              <a:cs typeface="Trebuchet M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F1170E5-F51E-3191-19FF-65F9EC798EFA}"/>
              </a:ext>
            </a:extLst>
          </p:cNvPr>
          <p:cNvSpPr txBox="1"/>
          <p:nvPr/>
        </p:nvSpPr>
        <p:spPr>
          <a:xfrm>
            <a:off x="452985" y="39325"/>
            <a:ext cx="6284254" cy="116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974" b="1" spc="-91" dirty="0">
                <a:latin typeface="Trebuchet MS" panose="020B0603020202020204" pitchFamily="34" charset="0"/>
                <a:cs typeface="Aharoni" panose="02010803020104030203" pitchFamily="2" charset="-79"/>
              </a:rPr>
              <a:t>CONTROLES</a:t>
            </a:r>
            <a:r>
              <a:rPr lang="es-ES" sz="5821" b="1" spc="-91" dirty="0">
                <a:latin typeface="Trebuchet MS" panose="020B0603020202020204" pitchFamily="34" charset="0"/>
                <a:cs typeface="Aharoni" panose="02010803020104030203" pitchFamily="2" charset="-79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8" y="0"/>
            <a:ext cx="4554159" cy="6857615"/>
            <a:chOff x="0" y="0"/>
            <a:chExt cx="7510145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959600" cy="11308715"/>
            </a:xfrm>
            <a:custGeom>
              <a:avLst/>
              <a:gdLst/>
              <a:ahLst/>
              <a:cxnLst/>
              <a:rect l="l" t="t" r="r" b="b"/>
              <a:pathLst>
                <a:path w="6959600" h="11308715">
                  <a:moveTo>
                    <a:pt x="0" y="11308556"/>
                  </a:moveTo>
                  <a:lnTo>
                    <a:pt x="6959191" y="11308556"/>
                  </a:lnTo>
                  <a:lnTo>
                    <a:pt x="6959191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99B13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" name="object 4"/>
            <p:cNvSpPr/>
            <p:nvPr/>
          </p:nvSpPr>
          <p:spPr>
            <a:xfrm>
              <a:off x="6959191" y="0"/>
              <a:ext cx="551180" cy="11308715"/>
            </a:xfrm>
            <a:custGeom>
              <a:avLst/>
              <a:gdLst/>
              <a:ahLst/>
              <a:cxnLst/>
              <a:rect l="l" t="t" r="r" b="b"/>
              <a:pathLst>
                <a:path w="551179" h="11308715">
                  <a:moveTo>
                    <a:pt x="550663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550663" y="11308556"/>
                  </a:lnTo>
                  <a:lnTo>
                    <a:pt x="550663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" name="object 5"/>
          <p:cNvSpPr/>
          <p:nvPr/>
        </p:nvSpPr>
        <p:spPr>
          <a:xfrm>
            <a:off x="5115090" y="3770777"/>
            <a:ext cx="368507" cy="682334"/>
          </a:xfrm>
          <a:custGeom>
            <a:avLst/>
            <a:gdLst/>
            <a:ahLst/>
            <a:cxnLst/>
            <a:rect l="l" t="t" r="r" b="b"/>
            <a:pathLst>
              <a:path w="607695" h="1125220">
                <a:moveTo>
                  <a:pt x="413025" y="0"/>
                </a:moveTo>
                <a:lnTo>
                  <a:pt x="338639" y="2114"/>
                </a:lnTo>
                <a:lnTo>
                  <a:pt x="268158" y="13909"/>
                </a:lnTo>
                <a:lnTo>
                  <a:pt x="202941" y="37881"/>
                </a:lnTo>
                <a:lnTo>
                  <a:pt x="144346" y="76531"/>
                </a:lnTo>
                <a:lnTo>
                  <a:pt x="93734" y="132357"/>
                </a:lnTo>
                <a:lnTo>
                  <a:pt x="71845" y="167491"/>
                </a:lnTo>
                <a:lnTo>
                  <a:pt x="52461" y="207857"/>
                </a:lnTo>
                <a:lnTo>
                  <a:pt x="35751" y="253766"/>
                </a:lnTo>
                <a:lnTo>
                  <a:pt x="21886" y="305530"/>
                </a:lnTo>
                <a:lnTo>
                  <a:pt x="11036" y="363462"/>
                </a:lnTo>
                <a:lnTo>
                  <a:pt x="3369" y="427875"/>
                </a:lnTo>
                <a:lnTo>
                  <a:pt x="1123" y="471360"/>
                </a:lnTo>
                <a:lnTo>
                  <a:pt x="0" y="527501"/>
                </a:lnTo>
                <a:lnTo>
                  <a:pt x="0" y="588734"/>
                </a:lnTo>
                <a:lnTo>
                  <a:pt x="1123" y="647496"/>
                </a:lnTo>
                <a:lnTo>
                  <a:pt x="3369" y="696223"/>
                </a:lnTo>
                <a:lnTo>
                  <a:pt x="9964" y="760818"/>
                </a:lnTo>
                <a:lnTo>
                  <a:pt x="19832" y="818861"/>
                </a:lnTo>
                <a:lnTo>
                  <a:pt x="32804" y="870674"/>
                </a:lnTo>
                <a:lnTo>
                  <a:pt x="48715" y="916583"/>
                </a:lnTo>
                <a:lnTo>
                  <a:pt x="67397" y="956913"/>
                </a:lnTo>
                <a:lnTo>
                  <a:pt x="88685" y="991987"/>
                </a:lnTo>
                <a:lnTo>
                  <a:pt x="112410" y="1022131"/>
                </a:lnTo>
                <a:lnTo>
                  <a:pt x="166508" y="1068923"/>
                </a:lnTo>
                <a:lnTo>
                  <a:pt x="228357" y="1099886"/>
                </a:lnTo>
                <a:lnTo>
                  <a:pt x="296623" y="1117615"/>
                </a:lnTo>
                <a:lnTo>
                  <a:pt x="369970" y="1124705"/>
                </a:lnTo>
                <a:lnTo>
                  <a:pt x="408133" y="1125073"/>
                </a:lnTo>
                <a:lnTo>
                  <a:pt x="447066" y="1123754"/>
                </a:lnTo>
                <a:lnTo>
                  <a:pt x="486602" y="1121073"/>
                </a:lnTo>
                <a:lnTo>
                  <a:pt x="526575" y="1117355"/>
                </a:lnTo>
                <a:lnTo>
                  <a:pt x="566817" y="1112925"/>
                </a:lnTo>
                <a:lnTo>
                  <a:pt x="607163" y="1108106"/>
                </a:lnTo>
                <a:lnTo>
                  <a:pt x="607163" y="860040"/>
                </a:lnTo>
                <a:lnTo>
                  <a:pt x="580779" y="866516"/>
                </a:lnTo>
                <a:lnTo>
                  <a:pt x="547926" y="872721"/>
                </a:lnTo>
                <a:lnTo>
                  <a:pt x="510656" y="877072"/>
                </a:lnTo>
                <a:lnTo>
                  <a:pt x="471017" y="877988"/>
                </a:lnTo>
                <a:lnTo>
                  <a:pt x="431059" y="873887"/>
                </a:lnTo>
                <a:lnTo>
                  <a:pt x="392834" y="863185"/>
                </a:lnTo>
                <a:lnTo>
                  <a:pt x="358390" y="844303"/>
                </a:lnTo>
                <a:lnTo>
                  <a:pt x="329778" y="815657"/>
                </a:lnTo>
                <a:lnTo>
                  <a:pt x="309048" y="775665"/>
                </a:lnTo>
                <a:lnTo>
                  <a:pt x="298251" y="722746"/>
                </a:lnTo>
                <a:lnTo>
                  <a:pt x="294350" y="667959"/>
                </a:lnTo>
                <a:lnTo>
                  <a:pt x="292010" y="613128"/>
                </a:lnTo>
                <a:lnTo>
                  <a:pt x="291230" y="558730"/>
                </a:lnTo>
                <a:lnTo>
                  <a:pt x="292010" y="505243"/>
                </a:lnTo>
                <a:lnTo>
                  <a:pt x="294350" y="453145"/>
                </a:lnTo>
                <a:lnTo>
                  <a:pt x="298251" y="402913"/>
                </a:lnTo>
                <a:lnTo>
                  <a:pt x="309428" y="348810"/>
                </a:lnTo>
                <a:lnTo>
                  <a:pt x="330377" y="308038"/>
                </a:lnTo>
                <a:lnTo>
                  <a:pt x="359078" y="278950"/>
                </a:lnTo>
                <a:lnTo>
                  <a:pt x="393508" y="259897"/>
                </a:lnTo>
                <a:lnTo>
                  <a:pt x="431644" y="249231"/>
                </a:lnTo>
                <a:lnTo>
                  <a:pt x="471466" y="245306"/>
                </a:lnTo>
                <a:lnTo>
                  <a:pt x="510951" y="246473"/>
                </a:lnTo>
                <a:lnTo>
                  <a:pt x="548076" y="251084"/>
                </a:lnTo>
                <a:lnTo>
                  <a:pt x="580821" y="257491"/>
                </a:lnTo>
                <a:lnTo>
                  <a:pt x="607163" y="264048"/>
                </a:lnTo>
                <a:lnTo>
                  <a:pt x="607163" y="20663"/>
                </a:lnTo>
                <a:lnTo>
                  <a:pt x="568081" y="14814"/>
                </a:lnTo>
                <a:lnTo>
                  <a:pt x="528956" y="9510"/>
                </a:lnTo>
                <a:lnTo>
                  <a:pt x="489959" y="5065"/>
                </a:lnTo>
                <a:lnTo>
                  <a:pt x="451259" y="1791"/>
                </a:lnTo>
                <a:lnTo>
                  <a:pt x="413025" y="0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6"/>
          <p:cNvSpPr/>
          <p:nvPr/>
        </p:nvSpPr>
        <p:spPr>
          <a:xfrm>
            <a:off x="5516374" y="3780474"/>
            <a:ext cx="498659" cy="662311"/>
          </a:xfrm>
          <a:custGeom>
            <a:avLst/>
            <a:gdLst/>
            <a:ahLst/>
            <a:cxnLst/>
            <a:rect l="l" t="t" r="r" b="b"/>
            <a:pathLst>
              <a:path w="822325" h="1092200">
                <a:moveTo>
                  <a:pt x="594432" y="0"/>
                </a:moveTo>
                <a:lnTo>
                  <a:pt x="226233" y="0"/>
                </a:lnTo>
                <a:lnTo>
                  <a:pt x="0" y="1092123"/>
                </a:lnTo>
                <a:lnTo>
                  <a:pt x="288640" y="1092123"/>
                </a:lnTo>
                <a:lnTo>
                  <a:pt x="321403" y="904904"/>
                </a:lnTo>
                <a:lnTo>
                  <a:pt x="783176" y="904904"/>
                </a:lnTo>
                <a:lnTo>
                  <a:pt x="733385" y="666189"/>
                </a:lnTo>
                <a:lnTo>
                  <a:pt x="361968" y="666189"/>
                </a:lnTo>
                <a:lnTo>
                  <a:pt x="410333" y="310472"/>
                </a:lnTo>
                <a:lnTo>
                  <a:pt x="659190" y="310472"/>
                </a:lnTo>
                <a:lnTo>
                  <a:pt x="594432" y="0"/>
                </a:lnTo>
                <a:close/>
              </a:path>
              <a:path w="822325" h="1092200">
                <a:moveTo>
                  <a:pt x="783176" y="904904"/>
                </a:moveTo>
                <a:lnTo>
                  <a:pt x="500822" y="904904"/>
                </a:lnTo>
                <a:lnTo>
                  <a:pt x="533585" y="1092123"/>
                </a:lnTo>
                <a:lnTo>
                  <a:pt x="822226" y="1092123"/>
                </a:lnTo>
                <a:lnTo>
                  <a:pt x="783176" y="904904"/>
                </a:lnTo>
                <a:close/>
              </a:path>
              <a:path w="822325" h="1092200">
                <a:moveTo>
                  <a:pt x="659190" y="310472"/>
                </a:moveTo>
                <a:lnTo>
                  <a:pt x="410333" y="310472"/>
                </a:lnTo>
                <a:lnTo>
                  <a:pt x="458698" y="666189"/>
                </a:lnTo>
                <a:lnTo>
                  <a:pt x="733385" y="666189"/>
                </a:lnTo>
                <a:lnTo>
                  <a:pt x="659190" y="310472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5977115" y="3560033"/>
            <a:ext cx="868706" cy="882953"/>
          </a:xfrm>
          <a:custGeom>
            <a:avLst/>
            <a:gdLst/>
            <a:ahLst/>
            <a:cxnLst/>
            <a:rect l="l" t="t" r="r" b="b"/>
            <a:pathLst>
              <a:path w="1432559" h="1456054">
                <a:moveTo>
                  <a:pt x="672452" y="363474"/>
                </a:moveTo>
                <a:lnTo>
                  <a:pt x="0" y="363474"/>
                </a:lnTo>
                <a:lnTo>
                  <a:pt x="0" y="602234"/>
                </a:lnTo>
                <a:lnTo>
                  <a:pt x="191909" y="602234"/>
                </a:lnTo>
                <a:lnTo>
                  <a:pt x="191909" y="1455674"/>
                </a:lnTo>
                <a:lnTo>
                  <a:pt x="480542" y="1455674"/>
                </a:lnTo>
                <a:lnTo>
                  <a:pt x="480542" y="602234"/>
                </a:lnTo>
                <a:lnTo>
                  <a:pt x="672452" y="602234"/>
                </a:lnTo>
                <a:lnTo>
                  <a:pt x="672452" y="363474"/>
                </a:lnTo>
                <a:close/>
              </a:path>
              <a:path w="1432559" h="1456054">
                <a:moveTo>
                  <a:pt x="1204468" y="0"/>
                </a:moveTo>
                <a:lnTo>
                  <a:pt x="970432" y="0"/>
                </a:lnTo>
                <a:lnTo>
                  <a:pt x="931443" y="285521"/>
                </a:lnTo>
                <a:lnTo>
                  <a:pt x="1109306" y="285521"/>
                </a:lnTo>
                <a:lnTo>
                  <a:pt x="1204468" y="0"/>
                </a:lnTo>
                <a:close/>
              </a:path>
              <a:path w="1432559" h="1456054">
                <a:moveTo>
                  <a:pt x="1432267" y="1455648"/>
                </a:moveTo>
                <a:lnTo>
                  <a:pt x="1393215" y="1268437"/>
                </a:lnTo>
                <a:lnTo>
                  <a:pt x="1343418" y="1029716"/>
                </a:lnTo>
                <a:lnTo>
                  <a:pt x="1269225" y="674001"/>
                </a:lnTo>
                <a:lnTo>
                  <a:pt x="1204468" y="363524"/>
                </a:lnTo>
                <a:lnTo>
                  <a:pt x="1068730" y="363524"/>
                </a:lnTo>
                <a:lnTo>
                  <a:pt x="1068730" y="1029716"/>
                </a:lnTo>
                <a:lnTo>
                  <a:pt x="972007" y="1029716"/>
                </a:lnTo>
                <a:lnTo>
                  <a:pt x="1020368" y="674001"/>
                </a:lnTo>
                <a:lnTo>
                  <a:pt x="1068730" y="1029716"/>
                </a:lnTo>
                <a:lnTo>
                  <a:pt x="1068730" y="363524"/>
                </a:lnTo>
                <a:lnTo>
                  <a:pt x="836269" y="363524"/>
                </a:lnTo>
                <a:lnTo>
                  <a:pt x="610044" y="1455648"/>
                </a:lnTo>
                <a:lnTo>
                  <a:pt x="898677" y="1455648"/>
                </a:lnTo>
                <a:lnTo>
                  <a:pt x="931443" y="1268437"/>
                </a:lnTo>
                <a:lnTo>
                  <a:pt x="1110856" y="1268437"/>
                </a:lnTo>
                <a:lnTo>
                  <a:pt x="1143622" y="1455648"/>
                </a:lnTo>
                <a:lnTo>
                  <a:pt x="1432267" y="1455648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6888194" y="3780460"/>
            <a:ext cx="334236" cy="662311"/>
          </a:xfrm>
          <a:custGeom>
            <a:avLst/>
            <a:gdLst/>
            <a:ahLst/>
            <a:cxnLst/>
            <a:rect l="l" t="t" r="r" b="b"/>
            <a:pathLst>
              <a:path w="551179" h="1092200">
                <a:moveTo>
                  <a:pt x="550748" y="853440"/>
                </a:moveTo>
                <a:lnTo>
                  <a:pt x="288645" y="853440"/>
                </a:lnTo>
                <a:lnTo>
                  <a:pt x="288645" y="0"/>
                </a:lnTo>
                <a:lnTo>
                  <a:pt x="0" y="0"/>
                </a:lnTo>
                <a:lnTo>
                  <a:pt x="0" y="853440"/>
                </a:lnTo>
                <a:lnTo>
                  <a:pt x="0" y="1092200"/>
                </a:lnTo>
                <a:lnTo>
                  <a:pt x="550748" y="1092200"/>
                </a:lnTo>
                <a:lnTo>
                  <a:pt x="550748" y="853440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7250550" y="3770058"/>
            <a:ext cx="475170" cy="683105"/>
          </a:xfrm>
          <a:custGeom>
            <a:avLst/>
            <a:gdLst/>
            <a:ahLst/>
            <a:cxnLst/>
            <a:rect l="l" t="t" r="r" b="b"/>
            <a:pathLst>
              <a:path w="783590" h="1126490">
                <a:moveTo>
                  <a:pt x="391611" y="0"/>
                </a:moveTo>
                <a:lnTo>
                  <a:pt x="345817" y="1478"/>
                </a:lnTo>
                <a:lnTo>
                  <a:pt x="302663" y="6046"/>
                </a:lnTo>
                <a:lnTo>
                  <a:pt x="262192" y="13905"/>
                </a:lnTo>
                <a:lnTo>
                  <a:pt x="224448" y="25256"/>
                </a:lnTo>
                <a:lnTo>
                  <a:pt x="157313" y="59240"/>
                </a:lnTo>
                <a:lnTo>
                  <a:pt x="101606" y="109606"/>
                </a:lnTo>
                <a:lnTo>
                  <a:pt x="78147" y="141435"/>
                </a:lnTo>
                <a:lnTo>
                  <a:pt x="57674" y="177963"/>
                </a:lnTo>
                <a:lnTo>
                  <a:pt x="40232" y="219390"/>
                </a:lnTo>
                <a:lnTo>
                  <a:pt x="25864" y="265918"/>
                </a:lnTo>
                <a:lnTo>
                  <a:pt x="14614" y="317749"/>
                </a:lnTo>
                <a:lnTo>
                  <a:pt x="6524" y="375082"/>
                </a:lnTo>
                <a:lnTo>
                  <a:pt x="1638" y="438120"/>
                </a:lnTo>
                <a:lnTo>
                  <a:pt x="0" y="507063"/>
                </a:lnTo>
                <a:lnTo>
                  <a:pt x="0" y="619405"/>
                </a:lnTo>
                <a:lnTo>
                  <a:pt x="1638" y="688348"/>
                </a:lnTo>
                <a:lnTo>
                  <a:pt x="6524" y="751385"/>
                </a:lnTo>
                <a:lnTo>
                  <a:pt x="14614" y="808719"/>
                </a:lnTo>
                <a:lnTo>
                  <a:pt x="25864" y="860549"/>
                </a:lnTo>
                <a:lnTo>
                  <a:pt x="40232" y="907077"/>
                </a:lnTo>
                <a:lnTo>
                  <a:pt x="57674" y="948505"/>
                </a:lnTo>
                <a:lnTo>
                  <a:pt x="78147" y="985032"/>
                </a:lnTo>
                <a:lnTo>
                  <a:pt x="101606" y="1016861"/>
                </a:lnTo>
                <a:lnTo>
                  <a:pt x="157313" y="1067227"/>
                </a:lnTo>
                <a:lnTo>
                  <a:pt x="224448" y="1101211"/>
                </a:lnTo>
                <a:lnTo>
                  <a:pt x="262192" y="1112563"/>
                </a:lnTo>
                <a:lnTo>
                  <a:pt x="302663" y="1120422"/>
                </a:lnTo>
                <a:lnTo>
                  <a:pt x="345817" y="1124990"/>
                </a:lnTo>
                <a:lnTo>
                  <a:pt x="391611" y="1126468"/>
                </a:lnTo>
                <a:lnTo>
                  <a:pt x="437658" y="1124990"/>
                </a:lnTo>
                <a:lnTo>
                  <a:pt x="481000" y="1120422"/>
                </a:lnTo>
                <a:lnTo>
                  <a:pt x="521600" y="1112563"/>
                </a:lnTo>
                <a:lnTo>
                  <a:pt x="559421" y="1101211"/>
                </a:lnTo>
                <a:lnTo>
                  <a:pt x="594427" y="1086166"/>
                </a:lnTo>
                <a:lnTo>
                  <a:pt x="655847" y="1044192"/>
                </a:lnTo>
                <a:lnTo>
                  <a:pt x="705565" y="985032"/>
                </a:lnTo>
                <a:lnTo>
                  <a:pt x="725946" y="948505"/>
                </a:lnTo>
                <a:lnTo>
                  <a:pt x="743291" y="907077"/>
                </a:lnTo>
                <a:lnTo>
                  <a:pt x="755441" y="867470"/>
                </a:lnTo>
                <a:lnTo>
                  <a:pt x="391611" y="867470"/>
                </a:lnTo>
                <a:lnTo>
                  <a:pt x="358885" y="864059"/>
                </a:lnTo>
                <a:lnTo>
                  <a:pt x="315054" y="830381"/>
                </a:lnTo>
                <a:lnTo>
                  <a:pt x="294042" y="746702"/>
                </a:lnTo>
                <a:lnTo>
                  <a:pt x="289840" y="680790"/>
                </a:lnTo>
                <a:lnTo>
                  <a:pt x="288640" y="595992"/>
                </a:lnTo>
                <a:lnTo>
                  <a:pt x="288640" y="532025"/>
                </a:lnTo>
                <a:lnTo>
                  <a:pt x="289840" y="447231"/>
                </a:lnTo>
                <a:lnTo>
                  <a:pt x="294042" y="381322"/>
                </a:lnTo>
                <a:lnTo>
                  <a:pt x="302146" y="332170"/>
                </a:lnTo>
                <a:lnTo>
                  <a:pt x="333666" y="275622"/>
                </a:lnTo>
                <a:lnTo>
                  <a:pt x="391611" y="260557"/>
                </a:lnTo>
                <a:lnTo>
                  <a:pt x="755920" y="260557"/>
                </a:lnTo>
                <a:lnTo>
                  <a:pt x="743291" y="219390"/>
                </a:lnTo>
                <a:lnTo>
                  <a:pt x="725946" y="177963"/>
                </a:lnTo>
                <a:lnTo>
                  <a:pt x="705565" y="141435"/>
                </a:lnTo>
                <a:lnTo>
                  <a:pt x="682187" y="109606"/>
                </a:lnTo>
                <a:lnTo>
                  <a:pt x="626581" y="59240"/>
                </a:lnTo>
                <a:lnTo>
                  <a:pt x="559421" y="25256"/>
                </a:lnTo>
                <a:lnTo>
                  <a:pt x="521600" y="13905"/>
                </a:lnTo>
                <a:lnTo>
                  <a:pt x="481000" y="6046"/>
                </a:lnTo>
                <a:lnTo>
                  <a:pt x="437658" y="1478"/>
                </a:lnTo>
                <a:lnTo>
                  <a:pt x="391611" y="0"/>
                </a:lnTo>
                <a:close/>
              </a:path>
              <a:path w="783590" h="1126490">
                <a:moveTo>
                  <a:pt x="755920" y="260557"/>
                </a:moveTo>
                <a:lnTo>
                  <a:pt x="391611" y="260557"/>
                </a:lnTo>
                <a:lnTo>
                  <a:pt x="424907" y="263968"/>
                </a:lnTo>
                <a:lnTo>
                  <a:pt x="450537" y="275622"/>
                </a:lnTo>
                <a:lnTo>
                  <a:pt x="482506" y="332170"/>
                </a:lnTo>
                <a:lnTo>
                  <a:pt x="490700" y="381322"/>
                </a:lnTo>
                <a:lnTo>
                  <a:pt x="494936" y="447231"/>
                </a:lnTo>
                <a:lnTo>
                  <a:pt x="496141" y="532025"/>
                </a:lnTo>
                <a:lnTo>
                  <a:pt x="496141" y="595992"/>
                </a:lnTo>
                <a:lnTo>
                  <a:pt x="494936" y="680790"/>
                </a:lnTo>
                <a:lnTo>
                  <a:pt x="490700" y="746702"/>
                </a:lnTo>
                <a:lnTo>
                  <a:pt x="482506" y="795856"/>
                </a:lnTo>
                <a:lnTo>
                  <a:pt x="450537" y="852405"/>
                </a:lnTo>
                <a:lnTo>
                  <a:pt x="391611" y="867470"/>
                </a:lnTo>
                <a:lnTo>
                  <a:pt x="755441" y="867470"/>
                </a:lnTo>
                <a:lnTo>
                  <a:pt x="768730" y="808719"/>
                </a:lnTo>
                <a:lnTo>
                  <a:pt x="776751" y="751385"/>
                </a:lnTo>
                <a:lnTo>
                  <a:pt x="781590" y="688348"/>
                </a:lnTo>
                <a:lnTo>
                  <a:pt x="783211" y="619405"/>
                </a:lnTo>
                <a:lnTo>
                  <a:pt x="783211" y="507063"/>
                </a:lnTo>
                <a:lnTo>
                  <a:pt x="781590" y="438120"/>
                </a:lnTo>
                <a:lnTo>
                  <a:pt x="776751" y="375082"/>
                </a:lnTo>
                <a:lnTo>
                  <a:pt x="768730" y="317749"/>
                </a:lnTo>
                <a:lnTo>
                  <a:pt x="757565" y="265918"/>
                </a:lnTo>
                <a:lnTo>
                  <a:pt x="755920" y="260557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7773571" y="3770777"/>
            <a:ext cx="413944" cy="682719"/>
          </a:xfrm>
          <a:custGeom>
            <a:avLst/>
            <a:gdLst/>
            <a:ahLst/>
            <a:cxnLst/>
            <a:rect l="l" t="t" r="r" b="b"/>
            <a:pathLst>
              <a:path w="682625" h="1125854">
                <a:moveTo>
                  <a:pt x="412129" y="0"/>
                </a:moveTo>
                <a:lnTo>
                  <a:pt x="337825" y="2115"/>
                </a:lnTo>
                <a:lnTo>
                  <a:pt x="267371" y="13909"/>
                </a:lnTo>
                <a:lnTo>
                  <a:pt x="202157" y="37881"/>
                </a:lnTo>
                <a:lnTo>
                  <a:pt x="143574" y="76530"/>
                </a:lnTo>
                <a:lnTo>
                  <a:pt x="93013" y="132354"/>
                </a:lnTo>
                <a:lnTo>
                  <a:pt x="71175" y="167488"/>
                </a:lnTo>
                <a:lnTo>
                  <a:pt x="51865" y="207853"/>
                </a:lnTo>
                <a:lnTo>
                  <a:pt x="35255" y="253762"/>
                </a:lnTo>
                <a:lnTo>
                  <a:pt x="21520" y="305526"/>
                </a:lnTo>
                <a:lnTo>
                  <a:pt x="10833" y="363458"/>
                </a:lnTo>
                <a:lnTo>
                  <a:pt x="3369" y="427871"/>
                </a:lnTo>
                <a:lnTo>
                  <a:pt x="1123" y="471360"/>
                </a:lnTo>
                <a:lnTo>
                  <a:pt x="0" y="527502"/>
                </a:lnTo>
                <a:lnTo>
                  <a:pt x="0" y="588735"/>
                </a:lnTo>
                <a:lnTo>
                  <a:pt x="1123" y="647498"/>
                </a:lnTo>
                <a:lnTo>
                  <a:pt x="3369" y="696229"/>
                </a:lnTo>
                <a:lnTo>
                  <a:pt x="9710" y="758095"/>
                </a:lnTo>
                <a:lnTo>
                  <a:pt x="19669" y="814088"/>
                </a:lnTo>
                <a:lnTo>
                  <a:pt x="33052" y="864464"/>
                </a:lnTo>
                <a:lnTo>
                  <a:pt x="49669" y="909483"/>
                </a:lnTo>
                <a:lnTo>
                  <a:pt x="69325" y="949400"/>
                </a:lnTo>
                <a:lnTo>
                  <a:pt x="91829" y="984475"/>
                </a:lnTo>
                <a:lnTo>
                  <a:pt x="116988" y="1014964"/>
                </a:lnTo>
                <a:lnTo>
                  <a:pt x="174502" y="1063215"/>
                </a:lnTo>
                <a:lnTo>
                  <a:pt x="240324" y="1096216"/>
                </a:lnTo>
                <a:lnTo>
                  <a:pt x="312916" y="1116026"/>
                </a:lnTo>
                <a:lnTo>
                  <a:pt x="351269" y="1121628"/>
                </a:lnTo>
                <a:lnTo>
                  <a:pt x="390737" y="1124706"/>
                </a:lnTo>
                <a:lnTo>
                  <a:pt x="431127" y="1125516"/>
                </a:lnTo>
                <a:lnTo>
                  <a:pt x="472247" y="1124317"/>
                </a:lnTo>
                <a:lnTo>
                  <a:pt x="513904" y="1121366"/>
                </a:lnTo>
                <a:lnTo>
                  <a:pt x="555905" y="1116920"/>
                </a:lnTo>
                <a:lnTo>
                  <a:pt x="598058" y="1111237"/>
                </a:lnTo>
                <a:lnTo>
                  <a:pt x="640171" y="1104575"/>
                </a:lnTo>
                <a:lnTo>
                  <a:pt x="682050" y="1097191"/>
                </a:lnTo>
                <a:lnTo>
                  <a:pt x="682050" y="521491"/>
                </a:lnTo>
                <a:lnTo>
                  <a:pt x="432414" y="521491"/>
                </a:lnTo>
                <a:lnTo>
                  <a:pt x="432414" y="878768"/>
                </a:lnTo>
                <a:lnTo>
                  <a:pt x="391342" y="867284"/>
                </a:lnTo>
                <a:lnTo>
                  <a:pt x="355434" y="846813"/>
                </a:lnTo>
                <a:lnTo>
                  <a:pt x="326488" y="815858"/>
                </a:lnTo>
                <a:lnTo>
                  <a:pt x="306304" y="772923"/>
                </a:lnTo>
                <a:lnTo>
                  <a:pt x="296680" y="716511"/>
                </a:lnTo>
                <a:lnTo>
                  <a:pt x="293867" y="662725"/>
                </a:lnTo>
                <a:lnTo>
                  <a:pt x="291833" y="609200"/>
                </a:lnTo>
                <a:lnTo>
                  <a:pt x="290837" y="556196"/>
                </a:lnTo>
                <a:lnTo>
                  <a:pt x="291140" y="503973"/>
                </a:lnTo>
                <a:lnTo>
                  <a:pt x="293001" y="452790"/>
                </a:lnTo>
                <a:lnTo>
                  <a:pt x="296680" y="402908"/>
                </a:lnTo>
                <a:lnTo>
                  <a:pt x="307857" y="348808"/>
                </a:lnTo>
                <a:lnTo>
                  <a:pt x="328808" y="308038"/>
                </a:lnTo>
                <a:lnTo>
                  <a:pt x="357510" y="278950"/>
                </a:lnTo>
                <a:lnTo>
                  <a:pt x="391941" y="259898"/>
                </a:lnTo>
                <a:lnTo>
                  <a:pt x="430079" y="249232"/>
                </a:lnTo>
                <a:lnTo>
                  <a:pt x="469902" y="245307"/>
                </a:lnTo>
                <a:lnTo>
                  <a:pt x="509388" y="246474"/>
                </a:lnTo>
                <a:lnTo>
                  <a:pt x="546515" y="251086"/>
                </a:lnTo>
                <a:lnTo>
                  <a:pt x="579260" y="257495"/>
                </a:lnTo>
                <a:lnTo>
                  <a:pt x="605602" y="264054"/>
                </a:lnTo>
                <a:lnTo>
                  <a:pt x="605602" y="20658"/>
                </a:lnTo>
                <a:lnTo>
                  <a:pt x="566721" y="14811"/>
                </a:lnTo>
                <a:lnTo>
                  <a:pt x="527760" y="9509"/>
                </a:lnTo>
                <a:lnTo>
                  <a:pt x="488891" y="5064"/>
                </a:lnTo>
                <a:lnTo>
                  <a:pt x="450290" y="1791"/>
                </a:lnTo>
                <a:lnTo>
                  <a:pt x="412129" y="0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8239190" y="3770058"/>
            <a:ext cx="475170" cy="683105"/>
          </a:xfrm>
          <a:custGeom>
            <a:avLst/>
            <a:gdLst/>
            <a:ahLst/>
            <a:cxnLst/>
            <a:rect l="l" t="t" r="r" b="b"/>
            <a:pathLst>
              <a:path w="783590" h="1126490">
                <a:moveTo>
                  <a:pt x="391611" y="0"/>
                </a:moveTo>
                <a:lnTo>
                  <a:pt x="345817" y="1478"/>
                </a:lnTo>
                <a:lnTo>
                  <a:pt x="302663" y="6046"/>
                </a:lnTo>
                <a:lnTo>
                  <a:pt x="262192" y="13905"/>
                </a:lnTo>
                <a:lnTo>
                  <a:pt x="224448" y="25256"/>
                </a:lnTo>
                <a:lnTo>
                  <a:pt x="157313" y="59240"/>
                </a:lnTo>
                <a:lnTo>
                  <a:pt x="101606" y="109606"/>
                </a:lnTo>
                <a:lnTo>
                  <a:pt x="78147" y="141435"/>
                </a:lnTo>
                <a:lnTo>
                  <a:pt x="57674" y="177963"/>
                </a:lnTo>
                <a:lnTo>
                  <a:pt x="40232" y="219390"/>
                </a:lnTo>
                <a:lnTo>
                  <a:pt x="25864" y="265918"/>
                </a:lnTo>
                <a:lnTo>
                  <a:pt x="14614" y="317749"/>
                </a:lnTo>
                <a:lnTo>
                  <a:pt x="6524" y="375082"/>
                </a:lnTo>
                <a:lnTo>
                  <a:pt x="1638" y="438120"/>
                </a:lnTo>
                <a:lnTo>
                  <a:pt x="0" y="507063"/>
                </a:lnTo>
                <a:lnTo>
                  <a:pt x="0" y="619405"/>
                </a:lnTo>
                <a:lnTo>
                  <a:pt x="1638" y="688348"/>
                </a:lnTo>
                <a:lnTo>
                  <a:pt x="6524" y="751385"/>
                </a:lnTo>
                <a:lnTo>
                  <a:pt x="14614" y="808719"/>
                </a:lnTo>
                <a:lnTo>
                  <a:pt x="25864" y="860549"/>
                </a:lnTo>
                <a:lnTo>
                  <a:pt x="40232" y="907077"/>
                </a:lnTo>
                <a:lnTo>
                  <a:pt x="57674" y="948505"/>
                </a:lnTo>
                <a:lnTo>
                  <a:pt x="78147" y="985032"/>
                </a:lnTo>
                <a:lnTo>
                  <a:pt x="101606" y="1016861"/>
                </a:lnTo>
                <a:lnTo>
                  <a:pt x="157313" y="1067227"/>
                </a:lnTo>
                <a:lnTo>
                  <a:pt x="224448" y="1101211"/>
                </a:lnTo>
                <a:lnTo>
                  <a:pt x="262192" y="1112563"/>
                </a:lnTo>
                <a:lnTo>
                  <a:pt x="302663" y="1120422"/>
                </a:lnTo>
                <a:lnTo>
                  <a:pt x="345817" y="1124990"/>
                </a:lnTo>
                <a:lnTo>
                  <a:pt x="391611" y="1126468"/>
                </a:lnTo>
                <a:lnTo>
                  <a:pt x="437660" y="1124990"/>
                </a:lnTo>
                <a:lnTo>
                  <a:pt x="481003" y="1120422"/>
                </a:lnTo>
                <a:lnTo>
                  <a:pt x="521604" y="1112563"/>
                </a:lnTo>
                <a:lnTo>
                  <a:pt x="559426" y="1101211"/>
                </a:lnTo>
                <a:lnTo>
                  <a:pt x="594432" y="1086166"/>
                </a:lnTo>
                <a:lnTo>
                  <a:pt x="655851" y="1044192"/>
                </a:lnTo>
                <a:lnTo>
                  <a:pt x="705569" y="985032"/>
                </a:lnTo>
                <a:lnTo>
                  <a:pt x="725948" y="948505"/>
                </a:lnTo>
                <a:lnTo>
                  <a:pt x="743293" y="907077"/>
                </a:lnTo>
                <a:lnTo>
                  <a:pt x="755443" y="867470"/>
                </a:lnTo>
                <a:lnTo>
                  <a:pt x="391611" y="867470"/>
                </a:lnTo>
                <a:lnTo>
                  <a:pt x="358888" y="864059"/>
                </a:lnTo>
                <a:lnTo>
                  <a:pt x="315058" y="830381"/>
                </a:lnTo>
                <a:lnTo>
                  <a:pt x="294044" y="746702"/>
                </a:lnTo>
                <a:lnTo>
                  <a:pt x="289841" y="680790"/>
                </a:lnTo>
                <a:lnTo>
                  <a:pt x="288640" y="595992"/>
                </a:lnTo>
                <a:lnTo>
                  <a:pt x="288640" y="532025"/>
                </a:lnTo>
                <a:lnTo>
                  <a:pt x="289841" y="447231"/>
                </a:lnTo>
                <a:lnTo>
                  <a:pt x="294044" y="381322"/>
                </a:lnTo>
                <a:lnTo>
                  <a:pt x="302149" y="332170"/>
                </a:lnTo>
                <a:lnTo>
                  <a:pt x="333671" y="275622"/>
                </a:lnTo>
                <a:lnTo>
                  <a:pt x="391611" y="260557"/>
                </a:lnTo>
                <a:lnTo>
                  <a:pt x="755921" y="260557"/>
                </a:lnTo>
                <a:lnTo>
                  <a:pt x="743293" y="219390"/>
                </a:lnTo>
                <a:lnTo>
                  <a:pt x="725948" y="177963"/>
                </a:lnTo>
                <a:lnTo>
                  <a:pt x="705569" y="141435"/>
                </a:lnTo>
                <a:lnTo>
                  <a:pt x="682191" y="109606"/>
                </a:lnTo>
                <a:lnTo>
                  <a:pt x="626586" y="59240"/>
                </a:lnTo>
                <a:lnTo>
                  <a:pt x="559426" y="25256"/>
                </a:lnTo>
                <a:lnTo>
                  <a:pt x="521604" y="13905"/>
                </a:lnTo>
                <a:lnTo>
                  <a:pt x="481003" y="6046"/>
                </a:lnTo>
                <a:lnTo>
                  <a:pt x="437660" y="1478"/>
                </a:lnTo>
                <a:lnTo>
                  <a:pt x="391611" y="0"/>
                </a:lnTo>
                <a:close/>
              </a:path>
              <a:path w="783590" h="1126490">
                <a:moveTo>
                  <a:pt x="755921" y="260557"/>
                </a:moveTo>
                <a:lnTo>
                  <a:pt x="391611" y="260557"/>
                </a:lnTo>
                <a:lnTo>
                  <a:pt x="424911" y="263968"/>
                </a:lnTo>
                <a:lnTo>
                  <a:pt x="450542" y="275622"/>
                </a:lnTo>
                <a:lnTo>
                  <a:pt x="482509" y="332170"/>
                </a:lnTo>
                <a:lnTo>
                  <a:pt x="490701" y="381322"/>
                </a:lnTo>
                <a:lnTo>
                  <a:pt x="494936" y="447231"/>
                </a:lnTo>
                <a:lnTo>
                  <a:pt x="496141" y="532025"/>
                </a:lnTo>
                <a:lnTo>
                  <a:pt x="496141" y="595992"/>
                </a:lnTo>
                <a:lnTo>
                  <a:pt x="494936" y="680790"/>
                </a:lnTo>
                <a:lnTo>
                  <a:pt x="490701" y="746702"/>
                </a:lnTo>
                <a:lnTo>
                  <a:pt x="482509" y="795856"/>
                </a:lnTo>
                <a:lnTo>
                  <a:pt x="450542" y="852405"/>
                </a:lnTo>
                <a:lnTo>
                  <a:pt x="391611" y="867470"/>
                </a:lnTo>
                <a:lnTo>
                  <a:pt x="755443" y="867470"/>
                </a:lnTo>
                <a:lnTo>
                  <a:pt x="768731" y="808719"/>
                </a:lnTo>
                <a:lnTo>
                  <a:pt x="776751" y="751385"/>
                </a:lnTo>
                <a:lnTo>
                  <a:pt x="781590" y="688348"/>
                </a:lnTo>
                <a:lnTo>
                  <a:pt x="783211" y="619405"/>
                </a:lnTo>
                <a:lnTo>
                  <a:pt x="783211" y="507063"/>
                </a:lnTo>
                <a:lnTo>
                  <a:pt x="781590" y="438120"/>
                </a:lnTo>
                <a:lnTo>
                  <a:pt x="776751" y="375082"/>
                </a:lnTo>
                <a:lnTo>
                  <a:pt x="768731" y="317749"/>
                </a:lnTo>
                <a:lnTo>
                  <a:pt x="757566" y="265918"/>
                </a:lnTo>
                <a:lnTo>
                  <a:pt x="755921" y="260557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5898627" y="4626128"/>
            <a:ext cx="448600" cy="662311"/>
          </a:xfrm>
          <a:custGeom>
            <a:avLst/>
            <a:gdLst/>
            <a:ahLst/>
            <a:cxnLst/>
            <a:rect l="l" t="t" r="r" b="b"/>
            <a:pathLst>
              <a:path w="739775" h="1092200">
                <a:moveTo>
                  <a:pt x="358847" y="0"/>
                </a:moveTo>
                <a:lnTo>
                  <a:pt x="0" y="0"/>
                </a:lnTo>
                <a:lnTo>
                  <a:pt x="0" y="1092134"/>
                </a:lnTo>
                <a:lnTo>
                  <a:pt x="358847" y="1092134"/>
                </a:lnTo>
                <a:lnTo>
                  <a:pt x="414347" y="1089127"/>
                </a:lnTo>
                <a:lnTo>
                  <a:pt x="464299" y="1080386"/>
                </a:lnTo>
                <a:lnTo>
                  <a:pt x="508985" y="1066334"/>
                </a:lnTo>
                <a:lnTo>
                  <a:pt x="548686" y="1047390"/>
                </a:lnTo>
                <a:lnTo>
                  <a:pt x="583685" y="1023976"/>
                </a:lnTo>
                <a:lnTo>
                  <a:pt x="614263" y="996513"/>
                </a:lnTo>
                <a:lnTo>
                  <a:pt x="640703" y="965422"/>
                </a:lnTo>
                <a:lnTo>
                  <a:pt x="663286" y="931125"/>
                </a:lnTo>
                <a:lnTo>
                  <a:pt x="682295" y="894042"/>
                </a:lnTo>
                <a:lnTo>
                  <a:pt x="698012" y="854594"/>
                </a:lnTo>
                <a:lnTo>
                  <a:pt x="698373" y="853419"/>
                </a:lnTo>
                <a:lnTo>
                  <a:pt x="288629" y="853419"/>
                </a:lnTo>
                <a:lnTo>
                  <a:pt x="288629" y="238715"/>
                </a:lnTo>
                <a:lnTo>
                  <a:pt x="697435" y="238715"/>
                </a:lnTo>
                <a:lnTo>
                  <a:pt x="682295" y="200407"/>
                </a:lnTo>
                <a:lnTo>
                  <a:pt x="663286" y="162980"/>
                </a:lnTo>
                <a:lnTo>
                  <a:pt x="640703" y="128329"/>
                </a:lnTo>
                <a:lnTo>
                  <a:pt x="614263" y="96889"/>
                </a:lnTo>
                <a:lnTo>
                  <a:pt x="583685" y="69094"/>
                </a:lnTo>
                <a:lnTo>
                  <a:pt x="548686" y="45379"/>
                </a:lnTo>
                <a:lnTo>
                  <a:pt x="508985" y="26177"/>
                </a:lnTo>
                <a:lnTo>
                  <a:pt x="464299" y="11924"/>
                </a:lnTo>
                <a:lnTo>
                  <a:pt x="414347" y="3053"/>
                </a:lnTo>
                <a:lnTo>
                  <a:pt x="358847" y="0"/>
                </a:lnTo>
                <a:close/>
              </a:path>
              <a:path w="739775" h="1092200">
                <a:moveTo>
                  <a:pt x="697435" y="238715"/>
                </a:moveTo>
                <a:lnTo>
                  <a:pt x="332314" y="238715"/>
                </a:lnTo>
                <a:lnTo>
                  <a:pt x="372351" y="248725"/>
                </a:lnTo>
                <a:lnTo>
                  <a:pt x="402186" y="275793"/>
                </a:lnTo>
                <a:lnTo>
                  <a:pt x="423317" y="315477"/>
                </a:lnTo>
                <a:lnTo>
                  <a:pt x="437244" y="363333"/>
                </a:lnTo>
                <a:lnTo>
                  <a:pt x="445466" y="414919"/>
                </a:lnTo>
                <a:lnTo>
                  <a:pt x="449483" y="465791"/>
                </a:lnTo>
                <a:lnTo>
                  <a:pt x="450793" y="511508"/>
                </a:lnTo>
                <a:lnTo>
                  <a:pt x="450793" y="584062"/>
                </a:lnTo>
                <a:lnTo>
                  <a:pt x="449483" y="629637"/>
                </a:lnTo>
                <a:lnTo>
                  <a:pt x="445466" y="680038"/>
                </a:lnTo>
                <a:lnTo>
                  <a:pt x="437244" y="730950"/>
                </a:lnTo>
                <a:lnTo>
                  <a:pt x="423317" y="778058"/>
                </a:lnTo>
                <a:lnTo>
                  <a:pt x="402186" y="817049"/>
                </a:lnTo>
                <a:lnTo>
                  <a:pt x="372351" y="843607"/>
                </a:lnTo>
                <a:lnTo>
                  <a:pt x="332314" y="853419"/>
                </a:lnTo>
                <a:lnTo>
                  <a:pt x="698373" y="853419"/>
                </a:lnTo>
                <a:lnTo>
                  <a:pt x="710718" y="813203"/>
                </a:lnTo>
                <a:lnTo>
                  <a:pt x="720696" y="770289"/>
                </a:lnTo>
                <a:lnTo>
                  <a:pt x="728227" y="726275"/>
                </a:lnTo>
                <a:lnTo>
                  <a:pt x="733593" y="681580"/>
                </a:lnTo>
                <a:lnTo>
                  <a:pt x="737078" y="636627"/>
                </a:lnTo>
                <a:lnTo>
                  <a:pt x="738961" y="591835"/>
                </a:lnTo>
                <a:lnTo>
                  <a:pt x="739527" y="547627"/>
                </a:lnTo>
                <a:lnTo>
                  <a:pt x="738961" y="503631"/>
                </a:lnTo>
                <a:lnTo>
                  <a:pt x="737078" y="458936"/>
                </a:lnTo>
                <a:lnTo>
                  <a:pt x="733593" y="413976"/>
                </a:lnTo>
                <a:lnTo>
                  <a:pt x="728227" y="369186"/>
                </a:lnTo>
                <a:lnTo>
                  <a:pt x="720696" y="324999"/>
                </a:lnTo>
                <a:lnTo>
                  <a:pt x="710718" y="281851"/>
                </a:lnTo>
                <a:lnTo>
                  <a:pt x="698012" y="240175"/>
                </a:lnTo>
                <a:lnTo>
                  <a:pt x="697435" y="238715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6399100" y="4626108"/>
            <a:ext cx="338857" cy="662311"/>
          </a:xfrm>
          <a:custGeom>
            <a:avLst/>
            <a:gdLst/>
            <a:ahLst/>
            <a:cxnLst/>
            <a:rect l="l" t="t" r="r" b="b"/>
            <a:pathLst>
              <a:path w="558800" h="1092200">
                <a:moveTo>
                  <a:pt x="558533" y="0"/>
                </a:moveTo>
                <a:lnTo>
                  <a:pt x="0" y="0"/>
                </a:lnTo>
                <a:lnTo>
                  <a:pt x="0" y="238760"/>
                </a:lnTo>
                <a:lnTo>
                  <a:pt x="0" y="427990"/>
                </a:lnTo>
                <a:lnTo>
                  <a:pt x="0" y="666750"/>
                </a:lnTo>
                <a:lnTo>
                  <a:pt x="0" y="853440"/>
                </a:lnTo>
                <a:lnTo>
                  <a:pt x="0" y="1092200"/>
                </a:lnTo>
                <a:lnTo>
                  <a:pt x="558533" y="1092200"/>
                </a:lnTo>
                <a:lnTo>
                  <a:pt x="558533" y="853440"/>
                </a:lnTo>
                <a:lnTo>
                  <a:pt x="288620" y="853440"/>
                </a:lnTo>
                <a:lnTo>
                  <a:pt x="288620" y="666750"/>
                </a:lnTo>
                <a:lnTo>
                  <a:pt x="528891" y="666750"/>
                </a:lnTo>
                <a:lnTo>
                  <a:pt x="528891" y="427990"/>
                </a:lnTo>
                <a:lnTo>
                  <a:pt x="288620" y="427990"/>
                </a:lnTo>
                <a:lnTo>
                  <a:pt x="288620" y="238760"/>
                </a:lnTo>
                <a:lnTo>
                  <a:pt x="558533" y="238760"/>
                </a:lnTo>
                <a:lnTo>
                  <a:pt x="558533" y="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6941194" y="4626128"/>
            <a:ext cx="432428" cy="662311"/>
          </a:xfrm>
          <a:custGeom>
            <a:avLst/>
            <a:gdLst/>
            <a:ahLst/>
            <a:cxnLst/>
            <a:rect l="l" t="t" r="r" b="b"/>
            <a:pathLst>
              <a:path w="713104" h="1092200">
                <a:moveTo>
                  <a:pt x="410322" y="0"/>
                </a:moveTo>
                <a:lnTo>
                  <a:pt x="0" y="0"/>
                </a:lnTo>
                <a:lnTo>
                  <a:pt x="0" y="1092134"/>
                </a:lnTo>
                <a:lnTo>
                  <a:pt x="288629" y="1092134"/>
                </a:lnTo>
                <a:lnTo>
                  <a:pt x="288629" y="769180"/>
                </a:lnTo>
                <a:lnTo>
                  <a:pt x="410322" y="769180"/>
                </a:lnTo>
                <a:lnTo>
                  <a:pt x="461178" y="766336"/>
                </a:lnTo>
                <a:lnTo>
                  <a:pt x="506958" y="757868"/>
                </a:lnTo>
                <a:lnTo>
                  <a:pt x="547787" y="743875"/>
                </a:lnTo>
                <a:lnTo>
                  <a:pt x="583789" y="724453"/>
                </a:lnTo>
                <a:lnTo>
                  <a:pt x="615089" y="699700"/>
                </a:lnTo>
                <a:lnTo>
                  <a:pt x="641811" y="669715"/>
                </a:lnTo>
                <a:lnTo>
                  <a:pt x="664080" y="634594"/>
                </a:lnTo>
                <a:lnTo>
                  <a:pt x="682021" y="594434"/>
                </a:lnTo>
                <a:lnTo>
                  <a:pt x="695759" y="549335"/>
                </a:lnTo>
                <a:lnTo>
                  <a:pt x="699408" y="530465"/>
                </a:lnTo>
                <a:lnTo>
                  <a:pt x="288629" y="530465"/>
                </a:lnTo>
                <a:lnTo>
                  <a:pt x="288629" y="238715"/>
                </a:lnTo>
                <a:lnTo>
                  <a:pt x="699263" y="238715"/>
                </a:lnTo>
                <a:lnTo>
                  <a:pt x="695759" y="220503"/>
                </a:lnTo>
                <a:lnTo>
                  <a:pt x="682021" y="175208"/>
                </a:lnTo>
                <a:lnTo>
                  <a:pt x="664080" y="134896"/>
                </a:lnTo>
                <a:lnTo>
                  <a:pt x="641811" y="99660"/>
                </a:lnTo>
                <a:lnTo>
                  <a:pt x="615089" y="69592"/>
                </a:lnTo>
                <a:lnTo>
                  <a:pt x="583789" y="44785"/>
                </a:lnTo>
                <a:lnTo>
                  <a:pt x="547787" y="25329"/>
                </a:lnTo>
                <a:lnTo>
                  <a:pt x="506958" y="11319"/>
                </a:lnTo>
                <a:lnTo>
                  <a:pt x="461178" y="2845"/>
                </a:lnTo>
                <a:lnTo>
                  <a:pt x="410322" y="0"/>
                </a:lnTo>
                <a:close/>
              </a:path>
              <a:path w="713104" h="1092200">
                <a:moveTo>
                  <a:pt x="699263" y="238715"/>
                </a:moveTo>
                <a:lnTo>
                  <a:pt x="330754" y="238715"/>
                </a:lnTo>
                <a:lnTo>
                  <a:pt x="371643" y="246179"/>
                </a:lnTo>
                <a:lnTo>
                  <a:pt x="398752" y="266972"/>
                </a:lnTo>
                <a:lnTo>
                  <a:pt x="414778" y="298700"/>
                </a:lnTo>
                <a:lnTo>
                  <a:pt x="422416" y="338965"/>
                </a:lnTo>
                <a:lnTo>
                  <a:pt x="424364" y="385370"/>
                </a:lnTo>
                <a:lnTo>
                  <a:pt x="421146" y="441609"/>
                </a:lnTo>
                <a:lnTo>
                  <a:pt x="407982" y="487756"/>
                </a:lnTo>
                <a:lnTo>
                  <a:pt x="379606" y="518983"/>
                </a:lnTo>
                <a:lnTo>
                  <a:pt x="330754" y="530465"/>
                </a:lnTo>
                <a:lnTo>
                  <a:pt x="699408" y="530465"/>
                </a:lnTo>
                <a:lnTo>
                  <a:pt x="705417" y="499393"/>
                </a:lnTo>
                <a:lnTo>
                  <a:pt x="711120" y="444705"/>
                </a:lnTo>
                <a:lnTo>
                  <a:pt x="712993" y="385370"/>
                </a:lnTo>
                <a:lnTo>
                  <a:pt x="711120" y="325676"/>
                </a:lnTo>
                <a:lnTo>
                  <a:pt x="705417" y="270690"/>
                </a:lnTo>
                <a:lnTo>
                  <a:pt x="699263" y="238715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7425582" y="4615726"/>
            <a:ext cx="953805" cy="683105"/>
          </a:xfrm>
          <a:custGeom>
            <a:avLst/>
            <a:gdLst/>
            <a:ahLst/>
            <a:cxnLst/>
            <a:rect l="l" t="t" r="r" b="b"/>
            <a:pathLst>
              <a:path w="1572894" h="1126490">
                <a:moveTo>
                  <a:pt x="758240" y="1109294"/>
                </a:moveTo>
                <a:lnTo>
                  <a:pt x="616635" y="786345"/>
                </a:lnTo>
                <a:lnTo>
                  <a:pt x="580377" y="703630"/>
                </a:lnTo>
                <a:lnTo>
                  <a:pt x="612203" y="675906"/>
                </a:lnTo>
                <a:lnTo>
                  <a:pt x="640473" y="643394"/>
                </a:lnTo>
                <a:lnTo>
                  <a:pt x="664705" y="605917"/>
                </a:lnTo>
                <a:lnTo>
                  <a:pt x="684415" y="563295"/>
                </a:lnTo>
                <a:lnTo>
                  <a:pt x="689203" y="547624"/>
                </a:lnTo>
                <a:lnTo>
                  <a:pt x="699096" y="515302"/>
                </a:lnTo>
                <a:lnTo>
                  <a:pt x="708266" y="461784"/>
                </a:lnTo>
                <a:lnTo>
                  <a:pt x="711428" y="402539"/>
                </a:lnTo>
                <a:lnTo>
                  <a:pt x="709561" y="342836"/>
                </a:lnTo>
                <a:lnTo>
                  <a:pt x="703859" y="287845"/>
                </a:lnTo>
                <a:lnTo>
                  <a:pt x="697712" y="255879"/>
                </a:lnTo>
                <a:lnTo>
                  <a:pt x="694220" y="237667"/>
                </a:lnTo>
                <a:lnTo>
                  <a:pt x="680516" y="192366"/>
                </a:lnTo>
                <a:lnTo>
                  <a:pt x="662635" y="152057"/>
                </a:lnTo>
                <a:lnTo>
                  <a:pt x="640448" y="116814"/>
                </a:lnTo>
                <a:lnTo>
                  <a:pt x="613829" y="86753"/>
                </a:lnTo>
                <a:lnTo>
                  <a:pt x="582688" y="61950"/>
                </a:lnTo>
                <a:lnTo>
                  <a:pt x="546887" y="42494"/>
                </a:lnTo>
                <a:lnTo>
                  <a:pt x="506298" y="28486"/>
                </a:lnTo>
                <a:lnTo>
                  <a:pt x="460819" y="20002"/>
                </a:lnTo>
                <a:lnTo>
                  <a:pt x="424357" y="17957"/>
                </a:lnTo>
                <a:lnTo>
                  <a:pt x="424357" y="402539"/>
                </a:lnTo>
                <a:lnTo>
                  <a:pt x="421144" y="458762"/>
                </a:lnTo>
                <a:lnTo>
                  <a:pt x="407974" y="504913"/>
                </a:lnTo>
                <a:lnTo>
                  <a:pt x="379603" y="536143"/>
                </a:lnTo>
                <a:lnTo>
                  <a:pt x="330746" y="547624"/>
                </a:lnTo>
                <a:lnTo>
                  <a:pt x="288620" y="547624"/>
                </a:lnTo>
                <a:lnTo>
                  <a:pt x="288620" y="255879"/>
                </a:lnTo>
                <a:lnTo>
                  <a:pt x="330746" y="255879"/>
                </a:lnTo>
                <a:lnTo>
                  <a:pt x="371640" y="263347"/>
                </a:lnTo>
                <a:lnTo>
                  <a:pt x="414769" y="315861"/>
                </a:lnTo>
                <a:lnTo>
                  <a:pt x="422414" y="356133"/>
                </a:lnTo>
                <a:lnTo>
                  <a:pt x="424357" y="402539"/>
                </a:lnTo>
                <a:lnTo>
                  <a:pt x="424357" y="17957"/>
                </a:lnTo>
                <a:lnTo>
                  <a:pt x="410324" y="17157"/>
                </a:lnTo>
                <a:lnTo>
                  <a:pt x="0" y="17157"/>
                </a:lnTo>
                <a:lnTo>
                  <a:pt x="0" y="1109294"/>
                </a:lnTo>
                <a:lnTo>
                  <a:pt x="288620" y="1109294"/>
                </a:lnTo>
                <a:lnTo>
                  <a:pt x="288620" y="786345"/>
                </a:lnTo>
                <a:lnTo>
                  <a:pt x="335432" y="786345"/>
                </a:lnTo>
                <a:lnTo>
                  <a:pt x="453999" y="1109294"/>
                </a:lnTo>
                <a:lnTo>
                  <a:pt x="758240" y="1109294"/>
                </a:lnTo>
                <a:close/>
              </a:path>
              <a:path w="1572894" h="1126490">
                <a:moveTo>
                  <a:pt x="1572641" y="507060"/>
                </a:moveTo>
                <a:lnTo>
                  <a:pt x="1571015" y="438124"/>
                </a:lnTo>
                <a:lnTo>
                  <a:pt x="1566176" y="375081"/>
                </a:lnTo>
                <a:lnTo>
                  <a:pt x="1558163" y="317754"/>
                </a:lnTo>
                <a:lnTo>
                  <a:pt x="1546987" y="265912"/>
                </a:lnTo>
                <a:lnTo>
                  <a:pt x="1532724" y="219392"/>
                </a:lnTo>
                <a:lnTo>
                  <a:pt x="1515376" y="177965"/>
                </a:lnTo>
                <a:lnTo>
                  <a:pt x="1494993" y="141439"/>
                </a:lnTo>
                <a:lnTo>
                  <a:pt x="1471612" y="109601"/>
                </a:lnTo>
                <a:lnTo>
                  <a:pt x="1416011" y="59245"/>
                </a:lnTo>
                <a:lnTo>
                  <a:pt x="1348854" y="25260"/>
                </a:lnTo>
                <a:lnTo>
                  <a:pt x="1311033" y="13906"/>
                </a:lnTo>
                <a:lnTo>
                  <a:pt x="1285570" y="8978"/>
                </a:lnTo>
                <a:lnTo>
                  <a:pt x="1285570" y="532028"/>
                </a:lnTo>
                <a:lnTo>
                  <a:pt x="1285570" y="595985"/>
                </a:lnTo>
                <a:lnTo>
                  <a:pt x="1284363" y="680783"/>
                </a:lnTo>
                <a:lnTo>
                  <a:pt x="1280134" y="746696"/>
                </a:lnTo>
                <a:lnTo>
                  <a:pt x="1271930" y="795858"/>
                </a:lnTo>
                <a:lnTo>
                  <a:pt x="1239964" y="852398"/>
                </a:lnTo>
                <a:lnTo>
                  <a:pt x="1181036" y="867473"/>
                </a:lnTo>
                <a:lnTo>
                  <a:pt x="1148321" y="864057"/>
                </a:lnTo>
                <a:lnTo>
                  <a:pt x="1104480" y="830376"/>
                </a:lnTo>
                <a:lnTo>
                  <a:pt x="1083475" y="746696"/>
                </a:lnTo>
                <a:lnTo>
                  <a:pt x="1079271" y="680783"/>
                </a:lnTo>
                <a:lnTo>
                  <a:pt x="1078064" y="595985"/>
                </a:lnTo>
                <a:lnTo>
                  <a:pt x="1078064" y="532028"/>
                </a:lnTo>
                <a:lnTo>
                  <a:pt x="1079271" y="447230"/>
                </a:lnTo>
                <a:lnTo>
                  <a:pt x="1083475" y="381317"/>
                </a:lnTo>
                <a:lnTo>
                  <a:pt x="1091577" y="332168"/>
                </a:lnTo>
                <a:lnTo>
                  <a:pt x="1123099" y="275615"/>
                </a:lnTo>
                <a:lnTo>
                  <a:pt x="1181036" y="260540"/>
                </a:lnTo>
                <a:lnTo>
                  <a:pt x="1214335" y="263956"/>
                </a:lnTo>
                <a:lnTo>
                  <a:pt x="1258862" y="297637"/>
                </a:lnTo>
                <a:lnTo>
                  <a:pt x="1280134" y="381317"/>
                </a:lnTo>
                <a:lnTo>
                  <a:pt x="1284363" y="447230"/>
                </a:lnTo>
                <a:lnTo>
                  <a:pt x="1285570" y="532028"/>
                </a:lnTo>
                <a:lnTo>
                  <a:pt x="1285570" y="8978"/>
                </a:lnTo>
                <a:lnTo>
                  <a:pt x="1270431" y="6045"/>
                </a:lnTo>
                <a:lnTo>
                  <a:pt x="1227086" y="1473"/>
                </a:lnTo>
                <a:lnTo>
                  <a:pt x="1181036" y="0"/>
                </a:lnTo>
                <a:lnTo>
                  <a:pt x="1135240" y="1473"/>
                </a:lnTo>
                <a:lnTo>
                  <a:pt x="1092085" y="6045"/>
                </a:lnTo>
                <a:lnTo>
                  <a:pt x="1051623" y="13906"/>
                </a:lnTo>
                <a:lnTo>
                  <a:pt x="1013879" y="25260"/>
                </a:lnTo>
                <a:lnTo>
                  <a:pt x="946734" y="59245"/>
                </a:lnTo>
                <a:lnTo>
                  <a:pt x="891032" y="109601"/>
                </a:lnTo>
                <a:lnTo>
                  <a:pt x="867575" y="141439"/>
                </a:lnTo>
                <a:lnTo>
                  <a:pt x="847102" y="177965"/>
                </a:lnTo>
                <a:lnTo>
                  <a:pt x="829665" y="219392"/>
                </a:lnTo>
                <a:lnTo>
                  <a:pt x="815289" y="265912"/>
                </a:lnTo>
                <a:lnTo>
                  <a:pt x="804037" y="317754"/>
                </a:lnTo>
                <a:lnTo>
                  <a:pt x="795947" y="375081"/>
                </a:lnTo>
                <a:lnTo>
                  <a:pt x="791070" y="438124"/>
                </a:lnTo>
                <a:lnTo>
                  <a:pt x="789432" y="507060"/>
                </a:lnTo>
                <a:lnTo>
                  <a:pt x="789432" y="619404"/>
                </a:lnTo>
                <a:lnTo>
                  <a:pt x="791070" y="688352"/>
                </a:lnTo>
                <a:lnTo>
                  <a:pt x="795947" y="751382"/>
                </a:lnTo>
                <a:lnTo>
                  <a:pt x="804037" y="808723"/>
                </a:lnTo>
                <a:lnTo>
                  <a:pt x="815289" y="860552"/>
                </a:lnTo>
                <a:lnTo>
                  <a:pt x="829665" y="907072"/>
                </a:lnTo>
                <a:lnTo>
                  <a:pt x="847102" y="948499"/>
                </a:lnTo>
                <a:lnTo>
                  <a:pt x="867575" y="985037"/>
                </a:lnTo>
                <a:lnTo>
                  <a:pt x="891032" y="1016863"/>
                </a:lnTo>
                <a:lnTo>
                  <a:pt x="946734" y="1067231"/>
                </a:lnTo>
                <a:lnTo>
                  <a:pt x="1013879" y="1101204"/>
                </a:lnTo>
                <a:lnTo>
                  <a:pt x="1051623" y="1112558"/>
                </a:lnTo>
                <a:lnTo>
                  <a:pt x="1092085" y="1120419"/>
                </a:lnTo>
                <a:lnTo>
                  <a:pt x="1135240" y="1124991"/>
                </a:lnTo>
                <a:lnTo>
                  <a:pt x="1181036" y="1126464"/>
                </a:lnTo>
                <a:lnTo>
                  <a:pt x="1227086" y="1124991"/>
                </a:lnTo>
                <a:lnTo>
                  <a:pt x="1270431" y="1120419"/>
                </a:lnTo>
                <a:lnTo>
                  <a:pt x="1311033" y="1112558"/>
                </a:lnTo>
                <a:lnTo>
                  <a:pt x="1348854" y="1101204"/>
                </a:lnTo>
                <a:lnTo>
                  <a:pt x="1416011" y="1067231"/>
                </a:lnTo>
                <a:lnTo>
                  <a:pt x="1471612" y="1016863"/>
                </a:lnTo>
                <a:lnTo>
                  <a:pt x="1494993" y="985037"/>
                </a:lnTo>
                <a:lnTo>
                  <a:pt x="1515376" y="948499"/>
                </a:lnTo>
                <a:lnTo>
                  <a:pt x="1532724" y="907072"/>
                </a:lnTo>
                <a:lnTo>
                  <a:pt x="1544866" y="867473"/>
                </a:lnTo>
                <a:lnTo>
                  <a:pt x="1558163" y="808723"/>
                </a:lnTo>
                <a:lnTo>
                  <a:pt x="1566176" y="751382"/>
                </a:lnTo>
                <a:lnTo>
                  <a:pt x="1571015" y="688352"/>
                </a:lnTo>
                <a:lnTo>
                  <a:pt x="1572641" y="619404"/>
                </a:lnTo>
                <a:lnTo>
                  <a:pt x="1572641" y="50706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8431250" y="4626128"/>
            <a:ext cx="448600" cy="662311"/>
          </a:xfrm>
          <a:custGeom>
            <a:avLst/>
            <a:gdLst/>
            <a:ahLst/>
            <a:cxnLst/>
            <a:rect l="l" t="t" r="r" b="b"/>
            <a:pathLst>
              <a:path w="739775" h="1092200">
                <a:moveTo>
                  <a:pt x="358847" y="0"/>
                </a:moveTo>
                <a:lnTo>
                  <a:pt x="0" y="0"/>
                </a:lnTo>
                <a:lnTo>
                  <a:pt x="0" y="1092134"/>
                </a:lnTo>
                <a:lnTo>
                  <a:pt x="358847" y="1092134"/>
                </a:lnTo>
                <a:lnTo>
                  <a:pt x="414349" y="1089127"/>
                </a:lnTo>
                <a:lnTo>
                  <a:pt x="464302" y="1080386"/>
                </a:lnTo>
                <a:lnTo>
                  <a:pt x="508989" y="1066334"/>
                </a:lnTo>
                <a:lnTo>
                  <a:pt x="548690" y="1047390"/>
                </a:lnTo>
                <a:lnTo>
                  <a:pt x="583689" y="1023976"/>
                </a:lnTo>
                <a:lnTo>
                  <a:pt x="614267" y="996513"/>
                </a:lnTo>
                <a:lnTo>
                  <a:pt x="640707" y="965422"/>
                </a:lnTo>
                <a:lnTo>
                  <a:pt x="663290" y="931125"/>
                </a:lnTo>
                <a:lnTo>
                  <a:pt x="682299" y="894042"/>
                </a:lnTo>
                <a:lnTo>
                  <a:pt x="698015" y="854594"/>
                </a:lnTo>
                <a:lnTo>
                  <a:pt x="698376" y="853419"/>
                </a:lnTo>
                <a:lnTo>
                  <a:pt x="288640" y="853419"/>
                </a:lnTo>
                <a:lnTo>
                  <a:pt x="288640" y="238715"/>
                </a:lnTo>
                <a:lnTo>
                  <a:pt x="697438" y="238715"/>
                </a:lnTo>
                <a:lnTo>
                  <a:pt x="682299" y="200407"/>
                </a:lnTo>
                <a:lnTo>
                  <a:pt x="663290" y="162980"/>
                </a:lnTo>
                <a:lnTo>
                  <a:pt x="640707" y="128329"/>
                </a:lnTo>
                <a:lnTo>
                  <a:pt x="614267" y="96889"/>
                </a:lnTo>
                <a:lnTo>
                  <a:pt x="583689" y="69094"/>
                </a:lnTo>
                <a:lnTo>
                  <a:pt x="548690" y="45379"/>
                </a:lnTo>
                <a:lnTo>
                  <a:pt x="508989" y="26177"/>
                </a:lnTo>
                <a:lnTo>
                  <a:pt x="464302" y="11924"/>
                </a:lnTo>
                <a:lnTo>
                  <a:pt x="414349" y="3053"/>
                </a:lnTo>
                <a:lnTo>
                  <a:pt x="358847" y="0"/>
                </a:lnTo>
                <a:close/>
              </a:path>
              <a:path w="739775" h="1092200">
                <a:moveTo>
                  <a:pt x="697438" y="238715"/>
                </a:moveTo>
                <a:lnTo>
                  <a:pt x="332324" y="238715"/>
                </a:lnTo>
                <a:lnTo>
                  <a:pt x="372358" y="248725"/>
                </a:lnTo>
                <a:lnTo>
                  <a:pt x="402190" y="275793"/>
                </a:lnTo>
                <a:lnTo>
                  <a:pt x="423320" y="315477"/>
                </a:lnTo>
                <a:lnTo>
                  <a:pt x="437245" y="363333"/>
                </a:lnTo>
                <a:lnTo>
                  <a:pt x="445467" y="414919"/>
                </a:lnTo>
                <a:lnTo>
                  <a:pt x="449483" y="465791"/>
                </a:lnTo>
                <a:lnTo>
                  <a:pt x="450793" y="511508"/>
                </a:lnTo>
                <a:lnTo>
                  <a:pt x="450793" y="584062"/>
                </a:lnTo>
                <a:lnTo>
                  <a:pt x="449483" y="629637"/>
                </a:lnTo>
                <a:lnTo>
                  <a:pt x="445467" y="680038"/>
                </a:lnTo>
                <a:lnTo>
                  <a:pt x="437245" y="730950"/>
                </a:lnTo>
                <a:lnTo>
                  <a:pt x="423320" y="778058"/>
                </a:lnTo>
                <a:lnTo>
                  <a:pt x="402190" y="817049"/>
                </a:lnTo>
                <a:lnTo>
                  <a:pt x="372358" y="843607"/>
                </a:lnTo>
                <a:lnTo>
                  <a:pt x="332324" y="853419"/>
                </a:lnTo>
                <a:lnTo>
                  <a:pt x="698376" y="853419"/>
                </a:lnTo>
                <a:lnTo>
                  <a:pt x="710720" y="813203"/>
                </a:lnTo>
                <a:lnTo>
                  <a:pt x="720697" y="770289"/>
                </a:lnTo>
                <a:lnTo>
                  <a:pt x="728228" y="726275"/>
                </a:lnTo>
                <a:lnTo>
                  <a:pt x="733594" y="681580"/>
                </a:lnTo>
                <a:lnTo>
                  <a:pt x="737078" y="636627"/>
                </a:lnTo>
                <a:lnTo>
                  <a:pt x="738962" y="591835"/>
                </a:lnTo>
                <a:lnTo>
                  <a:pt x="739527" y="547627"/>
                </a:lnTo>
                <a:lnTo>
                  <a:pt x="738962" y="503631"/>
                </a:lnTo>
                <a:lnTo>
                  <a:pt x="737078" y="458936"/>
                </a:lnTo>
                <a:lnTo>
                  <a:pt x="733594" y="413976"/>
                </a:lnTo>
                <a:lnTo>
                  <a:pt x="728228" y="369186"/>
                </a:lnTo>
                <a:lnTo>
                  <a:pt x="720697" y="324999"/>
                </a:lnTo>
                <a:lnTo>
                  <a:pt x="710720" y="281851"/>
                </a:lnTo>
                <a:lnTo>
                  <a:pt x="698015" y="240175"/>
                </a:lnTo>
                <a:lnTo>
                  <a:pt x="697438" y="238715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8931724" y="4626130"/>
            <a:ext cx="434353" cy="672708"/>
          </a:xfrm>
          <a:custGeom>
            <a:avLst/>
            <a:gdLst/>
            <a:ahLst/>
            <a:cxnLst/>
            <a:rect l="l" t="t" r="r" b="b"/>
            <a:pathLst>
              <a:path w="716280" h="1109345">
                <a:moveTo>
                  <a:pt x="716124" y="0"/>
                </a:moveTo>
                <a:lnTo>
                  <a:pt x="427494" y="0"/>
                </a:lnTo>
                <a:lnTo>
                  <a:pt x="427494" y="775421"/>
                </a:lnTo>
                <a:lnTo>
                  <a:pt x="422032" y="815571"/>
                </a:lnTo>
                <a:lnTo>
                  <a:pt x="407208" y="841533"/>
                </a:lnTo>
                <a:lnTo>
                  <a:pt x="385366" y="855501"/>
                </a:lnTo>
                <a:lnTo>
                  <a:pt x="358847" y="859670"/>
                </a:lnTo>
                <a:lnTo>
                  <a:pt x="331660" y="855501"/>
                </a:lnTo>
                <a:lnTo>
                  <a:pt x="309888" y="841533"/>
                </a:lnTo>
                <a:lnTo>
                  <a:pt x="295431" y="815571"/>
                </a:lnTo>
                <a:lnTo>
                  <a:pt x="290190" y="775421"/>
                </a:lnTo>
                <a:lnTo>
                  <a:pt x="290190" y="0"/>
                </a:lnTo>
                <a:lnTo>
                  <a:pt x="0" y="0"/>
                </a:lnTo>
                <a:lnTo>
                  <a:pt x="0" y="692722"/>
                </a:lnTo>
                <a:lnTo>
                  <a:pt x="2303" y="766827"/>
                </a:lnTo>
                <a:lnTo>
                  <a:pt x="9069" y="831735"/>
                </a:lnTo>
                <a:lnTo>
                  <a:pt x="20079" y="888039"/>
                </a:lnTo>
                <a:lnTo>
                  <a:pt x="35115" y="936332"/>
                </a:lnTo>
                <a:lnTo>
                  <a:pt x="53957" y="977209"/>
                </a:lnTo>
                <a:lnTo>
                  <a:pt x="76389" y="1011263"/>
                </a:lnTo>
                <a:lnTo>
                  <a:pt x="131146" y="1061275"/>
                </a:lnTo>
                <a:lnTo>
                  <a:pt x="197639" y="1091119"/>
                </a:lnTo>
                <a:lnTo>
                  <a:pt x="234741" y="1099962"/>
                </a:lnTo>
                <a:lnTo>
                  <a:pt x="274122" y="1105543"/>
                </a:lnTo>
                <a:lnTo>
                  <a:pt x="315563" y="1108456"/>
                </a:lnTo>
                <a:lnTo>
                  <a:pt x="358847" y="1109296"/>
                </a:lnTo>
                <a:lnTo>
                  <a:pt x="402106" y="1108456"/>
                </a:lnTo>
                <a:lnTo>
                  <a:pt x="443483" y="1105543"/>
                </a:lnTo>
                <a:lnTo>
                  <a:pt x="482764" y="1099962"/>
                </a:lnTo>
                <a:lnTo>
                  <a:pt x="554197" y="1078422"/>
                </a:lnTo>
                <a:lnTo>
                  <a:pt x="614714" y="1039087"/>
                </a:lnTo>
                <a:lnTo>
                  <a:pt x="662622" y="977209"/>
                </a:lnTo>
                <a:lnTo>
                  <a:pt x="681319" y="936332"/>
                </a:lnTo>
                <a:lnTo>
                  <a:pt x="696229" y="888039"/>
                </a:lnTo>
                <a:lnTo>
                  <a:pt x="707141" y="831735"/>
                </a:lnTo>
                <a:lnTo>
                  <a:pt x="713843" y="766827"/>
                </a:lnTo>
                <a:lnTo>
                  <a:pt x="716124" y="692722"/>
                </a:lnTo>
                <a:lnTo>
                  <a:pt x="716124" y="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9418804" y="4616437"/>
            <a:ext cx="368507" cy="682334"/>
          </a:xfrm>
          <a:custGeom>
            <a:avLst/>
            <a:gdLst/>
            <a:ahLst/>
            <a:cxnLst/>
            <a:rect l="l" t="t" r="r" b="b"/>
            <a:pathLst>
              <a:path w="607694" h="1125220">
                <a:moveTo>
                  <a:pt x="413021" y="0"/>
                </a:moveTo>
                <a:lnTo>
                  <a:pt x="338634" y="2114"/>
                </a:lnTo>
                <a:lnTo>
                  <a:pt x="268153" y="13909"/>
                </a:lnTo>
                <a:lnTo>
                  <a:pt x="202937" y="37882"/>
                </a:lnTo>
                <a:lnTo>
                  <a:pt x="144344" y="76533"/>
                </a:lnTo>
                <a:lnTo>
                  <a:pt x="93732" y="132359"/>
                </a:lnTo>
                <a:lnTo>
                  <a:pt x="71843" y="167494"/>
                </a:lnTo>
                <a:lnTo>
                  <a:pt x="52460" y="207860"/>
                </a:lnTo>
                <a:lnTo>
                  <a:pt x="35751" y="253769"/>
                </a:lnTo>
                <a:lnTo>
                  <a:pt x="21886" y="305534"/>
                </a:lnTo>
                <a:lnTo>
                  <a:pt x="11036" y="363467"/>
                </a:lnTo>
                <a:lnTo>
                  <a:pt x="3369" y="427880"/>
                </a:lnTo>
                <a:lnTo>
                  <a:pt x="1123" y="471360"/>
                </a:lnTo>
                <a:lnTo>
                  <a:pt x="0" y="527500"/>
                </a:lnTo>
                <a:lnTo>
                  <a:pt x="0" y="588733"/>
                </a:lnTo>
                <a:lnTo>
                  <a:pt x="1123" y="647494"/>
                </a:lnTo>
                <a:lnTo>
                  <a:pt x="3369" y="696217"/>
                </a:lnTo>
                <a:lnTo>
                  <a:pt x="9964" y="760812"/>
                </a:lnTo>
                <a:lnTo>
                  <a:pt x="19831" y="818855"/>
                </a:lnTo>
                <a:lnTo>
                  <a:pt x="32803" y="870668"/>
                </a:lnTo>
                <a:lnTo>
                  <a:pt x="48714" y="916578"/>
                </a:lnTo>
                <a:lnTo>
                  <a:pt x="67396" y="956908"/>
                </a:lnTo>
                <a:lnTo>
                  <a:pt x="88683" y="991983"/>
                </a:lnTo>
                <a:lnTo>
                  <a:pt x="112408" y="1022127"/>
                </a:lnTo>
                <a:lnTo>
                  <a:pt x="166505" y="1068921"/>
                </a:lnTo>
                <a:lnTo>
                  <a:pt x="228353" y="1099885"/>
                </a:lnTo>
                <a:lnTo>
                  <a:pt x="296618" y="1117616"/>
                </a:lnTo>
                <a:lnTo>
                  <a:pt x="369966" y="1124708"/>
                </a:lnTo>
                <a:lnTo>
                  <a:pt x="408129" y="1125076"/>
                </a:lnTo>
                <a:lnTo>
                  <a:pt x="447062" y="1123757"/>
                </a:lnTo>
                <a:lnTo>
                  <a:pt x="486599" y="1121077"/>
                </a:lnTo>
                <a:lnTo>
                  <a:pt x="526572" y="1117359"/>
                </a:lnTo>
                <a:lnTo>
                  <a:pt x="566816" y="1112929"/>
                </a:lnTo>
                <a:lnTo>
                  <a:pt x="607163" y="1108110"/>
                </a:lnTo>
                <a:lnTo>
                  <a:pt x="607163" y="860044"/>
                </a:lnTo>
                <a:lnTo>
                  <a:pt x="580779" y="866521"/>
                </a:lnTo>
                <a:lnTo>
                  <a:pt x="547926" y="872725"/>
                </a:lnTo>
                <a:lnTo>
                  <a:pt x="510655" y="877077"/>
                </a:lnTo>
                <a:lnTo>
                  <a:pt x="471016" y="877993"/>
                </a:lnTo>
                <a:lnTo>
                  <a:pt x="431058" y="873891"/>
                </a:lnTo>
                <a:lnTo>
                  <a:pt x="392832" y="863190"/>
                </a:lnTo>
                <a:lnTo>
                  <a:pt x="358386" y="844307"/>
                </a:lnTo>
                <a:lnTo>
                  <a:pt x="329773" y="815661"/>
                </a:lnTo>
                <a:lnTo>
                  <a:pt x="309041" y="775669"/>
                </a:lnTo>
                <a:lnTo>
                  <a:pt x="298240" y="722750"/>
                </a:lnTo>
                <a:lnTo>
                  <a:pt x="294344" y="667963"/>
                </a:lnTo>
                <a:lnTo>
                  <a:pt x="292006" y="613132"/>
                </a:lnTo>
                <a:lnTo>
                  <a:pt x="291227" y="558734"/>
                </a:lnTo>
                <a:lnTo>
                  <a:pt x="292006" y="505247"/>
                </a:lnTo>
                <a:lnTo>
                  <a:pt x="294344" y="453149"/>
                </a:lnTo>
                <a:lnTo>
                  <a:pt x="298240" y="402917"/>
                </a:lnTo>
                <a:lnTo>
                  <a:pt x="309417" y="348814"/>
                </a:lnTo>
                <a:lnTo>
                  <a:pt x="330368" y="308042"/>
                </a:lnTo>
                <a:lnTo>
                  <a:pt x="359070" y="278952"/>
                </a:lnTo>
                <a:lnTo>
                  <a:pt x="393501" y="259898"/>
                </a:lnTo>
                <a:lnTo>
                  <a:pt x="431639" y="249232"/>
                </a:lnTo>
                <a:lnTo>
                  <a:pt x="471462" y="245306"/>
                </a:lnTo>
                <a:lnTo>
                  <a:pt x="510948" y="246473"/>
                </a:lnTo>
                <a:lnTo>
                  <a:pt x="548075" y="251084"/>
                </a:lnTo>
                <a:lnTo>
                  <a:pt x="580821" y="257493"/>
                </a:lnTo>
                <a:lnTo>
                  <a:pt x="607163" y="264052"/>
                </a:lnTo>
                <a:lnTo>
                  <a:pt x="607163" y="20667"/>
                </a:lnTo>
                <a:lnTo>
                  <a:pt x="568079" y="14817"/>
                </a:lnTo>
                <a:lnTo>
                  <a:pt x="528954" y="9512"/>
                </a:lnTo>
                <a:lnTo>
                  <a:pt x="489956" y="5067"/>
                </a:lnTo>
                <a:lnTo>
                  <a:pt x="451255" y="1791"/>
                </a:lnTo>
                <a:lnTo>
                  <a:pt x="413021" y="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9829540" y="4615726"/>
            <a:ext cx="901821" cy="683105"/>
          </a:xfrm>
          <a:custGeom>
            <a:avLst/>
            <a:gdLst/>
            <a:ahLst/>
            <a:cxnLst/>
            <a:rect l="l" t="t" r="r" b="b"/>
            <a:pathLst>
              <a:path w="1487169" h="1126490">
                <a:moveTo>
                  <a:pt x="672452" y="17119"/>
                </a:moveTo>
                <a:lnTo>
                  <a:pt x="0" y="17119"/>
                </a:lnTo>
                <a:lnTo>
                  <a:pt x="0" y="255879"/>
                </a:lnTo>
                <a:lnTo>
                  <a:pt x="191909" y="255879"/>
                </a:lnTo>
                <a:lnTo>
                  <a:pt x="191909" y="1109319"/>
                </a:lnTo>
                <a:lnTo>
                  <a:pt x="480542" y="1109319"/>
                </a:lnTo>
                <a:lnTo>
                  <a:pt x="480542" y="255879"/>
                </a:lnTo>
                <a:lnTo>
                  <a:pt x="672452" y="255879"/>
                </a:lnTo>
                <a:lnTo>
                  <a:pt x="672452" y="17119"/>
                </a:lnTo>
                <a:close/>
              </a:path>
              <a:path w="1487169" h="1126490">
                <a:moveTo>
                  <a:pt x="1486865" y="507060"/>
                </a:moveTo>
                <a:lnTo>
                  <a:pt x="1485239" y="438124"/>
                </a:lnTo>
                <a:lnTo>
                  <a:pt x="1480400" y="375081"/>
                </a:lnTo>
                <a:lnTo>
                  <a:pt x="1472387" y="317754"/>
                </a:lnTo>
                <a:lnTo>
                  <a:pt x="1461223" y="265912"/>
                </a:lnTo>
                <a:lnTo>
                  <a:pt x="1459572" y="260540"/>
                </a:lnTo>
                <a:lnTo>
                  <a:pt x="1446949" y="219392"/>
                </a:lnTo>
                <a:lnTo>
                  <a:pt x="1429600" y="177965"/>
                </a:lnTo>
                <a:lnTo>
                  <a:pt x="1409230" y="141439"/>
                </a:lnTo>
                <a:lnTo>
                  <a:pt x="1385849" y="109601"/>
                </a:lnTo>
                <a:lnTo>
                  <a:pt x="1330236" y="59245"/>
                </a:lnTo>
                <a:lnTo>
                  <a:pt x="1263078" y="25260"/>
                </a:lnTo>
                <a:lnTo>
                  <a:pt x="1225257" y="13906"/>
                </a:lnTo>
                <a:lnTo>
                  <a:pt x="1199794" y="8978"/>
                </a:lnTo>
                <a:lnTo>
                  <a:pt x="1199794" y="532028"/>
                </a:lnTo>
                <a:lnTo>
                  <a:pt x="1199794" y="595985"/>
                </a:lnTo>
                <a:lnTo>
                  <a:pt x="1198587" y="680783"/>
                </a:lnTo>
                <a:lnTo>
                  <a:pt x="1194358" y="746696"/>
                </a:lnTo>
                <a:lnTo>
                  <a:pt x="1186167" y="795858"/>
                </a:lnTo>
                <a:lnTo>
                  <a:pt x="1154201" y="852398"/>
                </a:lnTo>
                <a:lnTo>
                  <a:pt x="1095260" y="867473"/>
                </a:lnTo>
                <a:lnTo>
                  <a:pt x="1062545" y="864057"/>
                </a:lnTo>
                <a:lnTo>
                  <a:pt x="1018717" y="830376"/>
                </a:lnTo>
                <a:lnTo>
                  <a:pt x="997699" y="746696"/>
                </a:lnTo>
                <a:lnTo>
                  <a:pt x="993495" y="680783"/>
                </a:lnTo>
                <a:lnTo>
                  <a:pt x="992289" y="595985"/>
                </a:lnTo>
                <a:lnTo>
                  <a:pt x="992289" y="532028"/>
                </a:lnTo>
                <a:lnTo>
                  <a:pt x="993495" y="447230"/>
                </a:lnTo>
                <a:lnTo>
                  <a:pt x="997699" y="381317"/>
                </a:lnTo>
                <a:lnTo>
                  <a:pt x="1005801" y="332168"/>
                </a:lnTo>
                <a:lnTo>
                  <a:pt x="1037323" y="275615"/>
                </a:lnTo>
                <a:lnTo>
                  <a:pt x="1095260" y="260540"/>
                </a:lnTo>
                <a:lnTo>
                  <a:pt x="1128560" y="263956"/>
                </a:lnTo>
                <a:lnTo>
                  <a:pt x="1173086" y="297637"/>
                </a:lnTo>
                <a:lnTo>
                  <a:pt x="1194358" y="381317"/>
                </a:lnTo>
                <a:lnTo>
                  <a:pt x="1198587" y="447230"/>
                </a:lnTo>
                <a:lnTo>
                  <a:pt x="1199794" y="532028"/>
                </a:lnTo>
                <a:lnTo>
                  <a:pt x="1199794" y="8978"/>
                </a:lnTo>
                <a:lnTo>
                  <a:pt x="1184656" y="6045"/>
                </a:lnTo>
                <a:lnTo>
                  <a:pt x="1141310" y="1473"/>
                </a:lnTo>
                <a:lnTo>
                  <a:pt x="1095260" y="0"/>
                </a:lnTo>
                <a:lnTo>
                  <a:pt x="1049477" y="1473"/>
                </a:lnTo>
                <a:lnTo>
                  <a:pt x="1006322" y="6045"/>
                </a:lnTo>
                <a:lnTo>
                  <a:pt x="965847" y="13906"/>
                </a:lnTo>
                <a:lnTo>
                  <a:pt x="928103" y="25260"/>
                </a:lnTo>
                <a:lnTo>
                  <a:pt x="860971" y="59245"/>
                </a:lnTo>
                <a:lnTo>
                  <a:pt x="805256" y="109601"/>
                </a:lnTo>
                <a:lnTo>
                  <a:pt x="781799" y="141439"/>
                </a:lnTo>
                <a:lnTo>
                  <a:pt x="761326" y="177965"/>
                </a:lnTo>
                <a:lnTo>
                  <a:pt x="743889" y="219392"/>
                </a:lnTo>
                <a:lnTo>
                  <a:pt x="729513" y="265912"/>
                </a:lnTo>
                <a:lnTo>
                  <a:pt x="718273" y="317754"/>
                </a:lnTo>
                <a:lnTo>
                  <a:pt x="710184" y="375081"/>
                </a:lnTo>
                <a:lnTo>
                  <a:pt x="705294" y="438124"/>
                </a:lnTo>
                <a:lnTo>
                  <a:pt x="703656" y="507060"/>
                </a:lnTo>
                <a:lnTo>
                  <a:pt x="703656" y="619404"/>
                </a:lnTo>
                <a:lnTo>
                  <a:pt x="705294" y="688352"/>
                </a:lnTo>
                <a:lnTo>
                  <a:pt x="710184" y="751382"/>
                </a:lnTo>
                <a:lnTo>
                  <a:pt x="718273" y="808723"/>
                </a:lnTo>
                <a:lnTo>
                  <a:pt x="729513" y="860552"/>
                </a:lnTo>
                <a:lnTo>
                  <a:pt x="743889" y="907072"/>
                </a:lnTo>
                <a:lnTo>
                  <a:pt x="761326" y="948499"/>
                </a:lnTo>
                <a:lnTo>
                  <a:pt x="781799" y="985037"/>
                </a:lnTo>
                <a:lnTo>
                  <a:pt x="805256" y="1016863"/>
                </a:lnTo>
                <a:lnTo>
                  <a:pt x="860971" y="1067231"/>
                </a:lnTo>
                <a:lnTo>
                  <a:pt x="928103" y="1101204"/>
                </a:lnTo>
                <a:lnTo>
                  <a:pt x="965847" y="1112558"/>
                </a:lnTo>
                <a:lnTo>
                  <a:pt x="1006322" y="1120419"/>
                </a:lnTo>
                <a:lnTo>
                  <a:pt x="1049477" y="1124991"/>
                </a:lnTo>
                <a:lnTo>
                  <a:pt x="1095260" y="1126464"/>
                </a:lnTo>
                <a:lnTo>
                  <a:pt x="1141310" y="1124991"/>
                </a:lnTo>
                <a:lnTo>
                  <a:pt x="1184656" y="1120419"/>
                </a:lnTo>
                <a:lnTo>
                  <a:pt x="1225257" y="1112558"/>
                </a:lnTo>
                <a:lnTo>
                  <a:pt x="1263078" y="1101204"/>
                </a:lnTo>
                <a:lnTo>
                  <a:pt x="1298092" y="1086167"/>
                </a:lnTo>
                <a:lnTo>
                  <a:pt x="1359509" y="1044194"/>
                </a:lnTo>
                <a:lnTo>
                  <a:pt x="1409230" y="985037"/>
                </a:lnTo>
                <a:lnTo>
                  <a:pt x="1429600" y="948499"/>
                </a:lnTo>
                <a:lnTo>
                  <a:pt x="1446949" y="907072"/>
                </a:lnTo>
                <a:lnTo>
                  <a:pt x="1459103" y="867473"/>
                </a:lnTo>
                <a:lnTo>
                  <a:pt x="1472387" y="808723"/>
                </a:lnTo>
                <a:lnTo>
                  <a:pt x="1480400" y="751382"/>
                </a:lnTo>
                <a:lnTo>
                  <a:pt x="1485239" y="688352"/>
                </a:lnTo>
                <a:lnTo>
                  <a:pt x="1486865" y="619404"/>
                </a:lnTo>
                <a:lnTo>
                  <a:pt x="1486865" y="50706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0769093" y="4615724"/>
            <a:ext cx="346558" cy="683105"/>
          </a:xfrm>
          <a:custGeom>
            <a:avLst/>
            <a:gdLst/>
            <a:ahLst/>
            <a:cxnLst/>
            <a:rect l="l" t="t" r="r" b="b"/>
            <a:pathLst>
              <a:path w="571500" h="1126490">
                <a:moveTo>
                  <a:pt x="318143" y="0"/>
                </a:moveTo>
                <a:lnTo>
                  <a:pt x="240884" y="6178"/>
                </a:lnTo>
                <a:lnTo>
                  <a:pt x="200826" y="14954"/>
                </a:lnTo>
                <a:lnTo>
                  <a:pt x="161377" y="28457"/>
                </a:lnTo>
                <a:lnTo>
                  <a:pt x="123706" y="47389"/>
                </a:lnTo>
                <a:lnTo>
                  <a:pt x="88984" y="72453"/>
                </a:lnTo>
                <a:lnTo>
                  <a:pt x="58380" y="104351"/>
                </a:lnTo>
                <a:lnTo>
                  <a:pt x="33065" y="143784"/>
                </a:lnTo>
                <a:lnTo>
                  <a:pt x="14208" y="191455"/>
                </a:lnTo>
                <a:lnTo>
                  <a:pt x="2980" y="248065"/>
                </a:lnTo>
                <a:lnTo>
                  <a:pt x="0" y="299246"/>
                </a:lnTo>
                <a:lnTo>
                  <a:pt x="3691" y="347702"/>
                </a:lnTo>
                <a:lnTo>
                  <a:pt x="13708" y="393780"/>
                </a:lnTo>
                <a:lnTo>
                  <a:pt x="29703" y="437828"/>
                </a:lnTo>
                <a:lnTo>
                  <a:pt x="51329" y="480192"/>
                </a:lnTo>
                <a:lnTo>
                  <a:pt x="78239" y="521221"/>
                </a:lnTo>
                <a:lnTo>
                  <a:pt x="110087" y="561262"/>
                </a:lnTo>
                <a:lnTo>
                  <a:pt x="146525" y="600662"/>
                </a:lnTo>
                <a:lnTo>
                  <a:pt x="203989" y="660973"/>
                </a:lnTo>
                <a:lnTo>
                  <a:pt x="243030" y="708330"/>
                </a:lnTo>
                <a:lnTo>
                  <a:pt x="265821" y="747376"/>
                </a:lnTo>
                <a:lnTo>
                  <a:pt x="274533" y="782754"/>
                </a:lnTo>
                <a:lnTo>
                  <a:pt x="271338" y="819105"/>
                </a:lnTo>
                <a:lnTo>
                  <a:pt x="257613" y="846305"/>
                </a:lnTo>
                <a:lnTo>
                  <a:pt x="232918" y="863561"/>
                </a:lnTo>
                <a:lnTo>
                  <a:pt x="200907" y="872628"/>
                </a:lnTo>
                <a:lnTo>
                  <a:pt x="165237" y="875261"/>
                </a:lnTo>
                <a:lnTo>
                  <a:pt x="110247" y="874749"/>
                </a:lnTo>
                <a:lnTo>
                  <a:pt x="76316" y="871165"/>
                </a:lnTo>
                <a:lnTo>
                  <a:pt x="49405" y="861439"/>
                </a:lnTo>
                <a:lnTo>
                  <a:pt x="15471" y="842497"/>
                </a:lnTo>
                <a:lnTo>
                  <a:pt x="15471" y="1082762"/>
                </a:lnTo>
                <a:lnTo>
                  <a:pt x="32073" y="1089590"/>
                </a:lnTo>
                <a:lnTo>
                  <a:pt x="78073" y="1104610"/>
                </a:lnTo>
                <a:lnTo>
                  <a:pt x="147768" y="1119630"/>
                </a:lnTo>
                <a:lnTo>
                  <a:pt x="235454" y="1126457"/>
                </a:lnTo>
                <a:lnTo>
                  <a:pt x="270568" y="1125390"/>
                </a:lnTo>
                <a:lnTo>
                  <a:pt x="345130" y="1115193"/>
                </a:lnTo>
                <a:lnTo>
                  <a:pt x="382748" y="1104959"/>
                </a:lnTo>
                <a:lnTo>
                  <a:pt x="419369" y="1090564"/>
                </a:lnTo>
                <a:lnTo>
                  <a:pt x="454077" y="1071456"/>
                </a:lnTo>
                <a:lnTo>
                  <a:pt x="485958" y="1047083"/>
                </a:lnTo>
                <a:lnTo>
                  <a:pt x="514095" y="1016892"/>
                </a:lnTo>
                <a:lnTo>
                  <a:pt x="537574" y="980330"/>
                </a:lnTo>
                <a:lnTo>
                  <a:pt x="555478" y="936845"/>
                </a:lnTo>
                <a:lnTo>
                  <a:pt x="566892" y="885884"/>
                </a:lnTo>
                <a:lnTo>
                  <a:pt x="570900" y="826896"/>
                </a:lnTo>
                <a:lnTo>
                  <a:pt x="567863" y="775115"/>
                </a:lnTo>
                <a:lnTo>
                  <a:pt x="559086" y="727455"/>
                </a:lnTo>
                <a:lnTo>
                  <a:pt x="545070" y="683185"/>
                </a:lnTo>
                <a:lnTo>
                  <a:pt x="526316" y="641573"/>
                </a:lnTo>
                <a:lnTo>
                  <a:pt x="503325" y="601888"/>
                </a:lnTo>
                <a:lnTo>
                  <a:pt x="476596" y="563397"/>
                </a:lnTo>
                <a:lnTo>
                  <a:pt x="446632" y="525369"/>
                </a:lnTo>
                <a:lnTo>
                  <a:pt x="413933" y="487073"/>
                </a:lnTo>
                <a:lnTo>
                  <a:pt x="347937" y="412574"/>
                </a:lnTo>
                <a:lnTo>
                  <a:pt x="322435" y="379124"/>
                </a:lnTo>
                <a:lnTo>
                  <a:pt x="305710" y="346845"/>
                </a:lnTo>
                <a:lnTo>
                  <a:pt x="300981" y="315152"/>
                </a:lnTo>
                <a:lnTo>
                  <a:pt x="306612" y="288166"/>
                </a:lnTo>
                <a:lnTo>
                  <a:pt x="321458" y="266592"/>
                </a:lnTo>
                <a:lnTo>
                  <a:pt x="349468" y="251746"/>
                </a:lnTo>
                <a:lnTo>
                  <a:pt x="394591" y="244945"/>
                </a:lnTo>
                <a:lnTo>
                  <a:pt x="437891" y="243634"/>
                </a:lnTo>
                <a:lnTo>
                  <a:pt x="465976" y="246123"/>
                </a:lnTo>
                <a:lnTo>
                  <a:pt x="491132" y="255043"/>
                </a:lnTo>
                <a:lnTo>
                  <a:pt x="525644" y="273028"/>
                </a:lnTo>
                <a:lnTo>
                  <a:pt x="525644" y="46815"/>
                </a:lnTo>
                <a:lnTo>
                  <a:pt x="510117" y="39500"/>
                </a:lnTo>
                <a:lnTo>
                  <a:pt x="466947" y="23407"/>
                </a:lnTo>
                <a:lnTo>
                  <a:pt x="401250" y="7314"/>
                </a:lnTo>
                <a:lnTo>
                  <a:pt x="318143" y="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83B3A5A9-45B7-F79C-5AE2-14CC279822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644" y="194458"/>
            <a:ext cx="1263379" cy="571647"/>
          </a:xfrm>
          <a:prstGeom prst="rect">
            <a:avLst/>
          </a:prstGeom>
        </p:spPr>
      </p:pic>
      <p:pic>
        <p:nvPicPr>
          <p:cNvPr id="24" name="Google Shape;106;p15">
            <a:extLst>
              <a:ext uri="{FF2B5EF4-FFF2-40B4-BE49-F238E27FC236}">
                <a16:creationId xmlns:a16="http://schemas.microsoft.com/office/drawing/2014/main" id="{7A291114-1AC1-4659-5237-66012FDC905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0661" y="2139388"/>
            <a:ext cx="2897248" cy="231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B23B4705-0724-2D1A-6515-52AC0C541C02}"/>
              </a:ext>
            </a:extLst>
          </p:cNvPr>
          <p:cNvSpPr/>
          <p:nvPr/>
        </p:nvSpPr>
        <p:spPr>
          <a:xfrm>
            <a:off x="0" y="149024"/>
            <a:ext cx="12192000" cy="923330"/>
          </a:xfrm>
          <a:prstGeom prst="rect">
            <a:avLst/>
          </a:prstGeom>
          <a:gradFill flip="none" rotWithShape="1">
            <a:gsLst>
              <a:gs pos="27000">
                <a:schemeClr val="accent4">
                  <a:lumMod val="0"/>
                  <a:lumOff val="100000"/>
                </a:schemeClr>
              </a:gs>
              <a:gs pos="100000">
                <a:srgbClr val="FFFF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127D0C7-0924-42D8-660D-B2DDB94B06BF}"/>
              </a:ext>
            </a:extLst>
          </p:cNvPr>
          <p:cNvSpPr/>
          <p:nvPr/>
        </p:nvSpPr>
        <p:spPr>
          <a:xfrm>
            <a:off x="3556439" y="209641"/>
            <a:ext cx="655743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Propuesta comercial</a:t>
            </a:r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2026</a:t>
            </a:r>
            <a:endParaRPr lang="es-MX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30EAE56-7ED7-9725-38F7-11DEEB329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584" y="223050"/>
            <a:ext cx="980528" cy="45185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444E9CD0-4C8C-4465-6F52-01A7B624B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45" y="1318545"/>
            <a:ext cx="1776890" cy="263910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088D3180-666C-66E3-651E-A8F4E3344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808" y="1225273"/>
            <a:ext cx="1887864" cy="2802024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EECE348-CD75-8E8E-5FA4-420DA19EAB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63" t="4531" r="16737" b="2822"/>
          <a:stretch/>
        </p:blipFill>
        <p:spPr>
          <a:xfrm>
            <a:off x="4490697" y="1385901"/>
            <a:ext cx="1826941" cy="2569956"/>
          </a:xfrm>
          <a:prstGeom prst="rect">
            <a:avLst/>
          </a:prstGeom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C3F201C1-9442-4CFF-AC77-ECD8BAB5D5D2}"/>
              </a:ext>
            </a:extLst>
          </p:cNvPr>
          <p:cNvGrpSpPr/>
          <p:nvPr/>
        </p:nvGrpSpPr>
        <p:grpSpPr>
          <a:xfrm>
            <a:off x="4240960" y="4392602"/>
            <a:ext cx="2138521" cy="1247567"/>
            <a:chOff x="806818" y="3767600"/>
            <a:chExt cx="1694868" cy="988749"/>
          </a:xfrm>
        </p:grpSpPr>
        <p:pic>
          <p:nvPicPr>
            <p:cNvPr id="26" name="Picture 2" descr="Caja de Cartón Cerrada PNG transparente - StickPNG">
              <a:extLst>
                <a:ext uri="{FF2B5EF4-FFF2-40B4-BE49-F238E27FC236}">
                  <a16:creationId xmlns:a16="http://schemas.microsoft.com/office/drawing/2014/main" id="{CCD0DCE6-6475-0D9B-214A-8E2561CEB4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1683" y="3802143"/>
              <a:ext cx="1135001" cy="844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A3D67007-2F2A-804A-230A-74B7E9DCDA48}"/>
                </a:ext>
              </a:extLst>
            </p:cNvPr>
            <p:cNvSpPr/>
            <p:nvPr/>
          </p:nvSpPr>
          <p:spPr>
            <a:xfrm rot="20842639">
              <a:off x="1495472" y="4522009"/>
              <a:ext cx="825914" cy="21953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ES" sz="1200" dirty="0">
                  <a:ln w="0"/>
                  <a:latin typeface="Arial" panose="020B0604020202020204" pitchFamily="34" charset="0"/>
                  <a:cs typeface="Arial" panose="020B0604020202020204" pitchFamily="34" charset="0"/>
                </a:rPr>
                <a:t>50 cm</a:t>
              </a:r>
              <a:endParaRPr lang="es-ES" sz="1050" dirty="0">
                <a:ln w="0"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AD141C93-2A44-4AB3-1CF6-2384C205EDC0}"/>
                </a:ext>
              </a:extLst>
            </p:cNvPr>
            <p:cNvSpPr/>
            <p:nvPr/>
          </p:nvSpPr>
          <p:spPr>
            <a:xfrm rot="2155831">
              <a:off x="806818" y="4536816"/>
              <a:ext cx="825914" cy="21953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ES" sz="1200" dirty="0">
                  <a:ln w="0"/>
                  <a:latin typeface="Arial" panose="020B0604020202020204" pitchFamily="34" charset="0"/>
                  <a:cs typeface="Arial" panose="020B0604020202020204" pitchFamily="34" charset="0"/>
                </a:rPr>
                <a:t>40 cm</a:t>
              </a:r>
              <a:endParaRPr lang="es-ES" sz="1050" dirty="0">
                <a:ln w="0"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1B990791-07B0-08E5-E2A9-4EAE72FF763C}"/>
                </a:ext>
              </a:extLst>
            </p:cNvPr>
            <p:cNvSpPr/>
            <p:nvPr/>
          </p:nvSpPr>
          <p:spPr>
            <a:xfrm rot="5400000">
              <a:off x="1950230" y="4042057"/>
              <a:ext cx="825914" cy="27699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ES" sz="1200" dirty="0">
                  <a:ln w="0"/>
                  <a:latin typeface="Arial" panose="020B0604020202020204" pitchFamily="34" charset="0"/>
                  <a:cs typeface="Arial" panose="020B0604020202020204" pitchFamily="34" charset="0"/>
                </a:rPr>
                <a:t>27 cm</a:t>
              </a:r>
              <a:endParaRPr lang="es-ES" sz="1050" dirty="0">
                <a:ln w="0"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0" name="Tabla 29">
            <a:extLst>
              <a:ext uri="{FF2B5EF4-FFF2-40B4-BE49-F238E27FC236}">
                <a16:creationId xmlns:a16="http://schemas.microsoft.com/office/drawing/2014/main" id="{EBC4FF7F-727D-C3AE-A2B0-C0DD00BC26E4}"/>
              </a:ext>
            </a:extLst>
          </p:cNvPr>
          <p:cNvGraphicFramePr>
            <a:graphicFrameLocks noGrp="1"/>
          </p:cNvGraphicFramePr>
          <p:nvPr/>
        </p:nvGraphicFramePr>
        <p:xfrm>
          <a:off x="1108435" y="4273488"/>
          <a:ext cx="3223722" cy="174244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379932">
                  <a:extLst>
                    <a:ext uri="{9D8B030D-6E8A-4147-A177-3AD203B41FA5}">
                      <a16:colId xmlns:a16="http://schemas.microsoft.com/office/drawing/2014/main" val="4155812674"/>
                    </a:ext>
                  </a:extLst>
                </a:gridCol>
                <a:gridCol w="1843790">
                  <a:extLst>
                    <a:ext uri="{9D8B030D-6E8A-4147-A177-3AD203B41FA5}">
                      <a16:colId xmlns:a16="http://schemas.microsoft.com/office/drawing/2014/main" val="5777048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FICHA TECNICA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415667"/>
                  </a:ext>
                </a:extLst>
              </a:tr>
              <a:tr h="258966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PESO NETO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32 gramos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364164"/>
                  </a:ext>
                </a:extLst>
              </a:tr>
              <a:tr h="258966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SABORES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Verde, maduro y limón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455920"/>
                  </a:ext>
                </a:extLst>
              </a:tr>
              <a:tr h="258966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VENCIMIENTO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6 meses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026168"/>
                  </a:ext>
                </a:extLst>
              </a:tr>
              <a:tr h="268491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EMPAQUE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12 unidades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469012"/>
                  </a:ext>
                </a:extLst>
              </a:tr>
              <a:tr h="269485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8 Docenas = 96 unidades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104052"/>
                  </a:ext>
                </a:extLst>
              </a:tr>
            </a:tbl>
          </a:graphicData>
        </a:graphic>
      </p:graphicFrame>
      <p:sp>
        <p:nvSpPr>
          <p:cNvPr id="31" name="Rectángulo 30">
            <a:extLst>
              <a:ext uri="{FF2B5EF4-FFF2-40B4-BE49-F238E27FC236}">
                <a16:creationId xmlns:a16="http://schemas.microsoft.com/office/drawing/2014/main" id="{3FB07AA4-6D5D-560B-B7B0-BEA19423B4A9}"/>
              </a:ext>
            </a:extLst>
          </p:cNvPr>
          <p:cNvSpPr/>
          <p:nvPr/>
        </p:nvSpPr>
        <p:spPr>
          <a:xfrm rot="16200000">
            <a:off x="-2010326" y="3495917"/>
            <a:ext cx="490980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Deliciosos platanitos con sabor casero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8685030-3991-7234-6FD3-F5EF18C562C7}"/>
              </a:ext>
            </a:extLst>
          </p:cNvPr>
          <p:cNvSpPr/>
          <p:nvPr/>
        </p:nvSpPr>
        <p:spPr>
          <a:xfrm flipH="1">
            <a:off x="-7371" y="6438166"/>
            <a:ext cx="12199364" cy="41983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FA1468F0-6D56-ED14-1828-D417D441F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435" y="6143373"/>
            <a:ext cx="911046" cy="419833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A6E5C484-54A6-FDED-A621-85B26D0A142C}"/>
              </a:ext>
            </a:extLst>
          </p:cNvPr>
          <p:cNvSpPr txBox="1"/>
          <p:nvPr/>
        </p:nvSpPr>
        <p:spPr>
          <a:xfrm>
            <a:off x="3852013" y="6528139"/>
            <a:ext cx="4143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bg1"/>
                </a:solidFill>
                <a:latin typeface="Candara" panose="020E0502030303020204" pitchFamily="34" charset="0"/>
                <a:cs typeface="Aharoni" panose="02010803020104030203" pitchFamily="2" charset="-79"/>
              </a:rPr>
              <a:t>EXPERTOS PLATANEROS</a:t>
            </a:r>
            <a:endParaRPr lang="es-CO" sz="1400" b="1" dirty="0">
              <a:solidFill>
                <a:schemeClr val="bg1"/>
              </a:solidFill>
              <a:latin typeface="Candara" panose="020E0502030303020204" pitchFamily="34" charset="0"/>
              <a:cs typeface="Aharoni" panose="02010803020104030203" pitchFamily="2" charset="-79"/>
            </a:endParaRPr>
          </a:p>
        </p:txBody>
      </p:sp>
      <p:graphicFrame>
        <p:nvGraphicFramePr>
          <p:cNvPr id="36" name="Tabla 35">
            <a:extLst>
              <a:ext uri="{FF2B5EF4-FFF2-40B4-BE49-F238E27FC236}">
                <a16:creationId xmlns:a16="http://schemas.microsoft.com/office/drawing/2014/main" id="{1AD26362-1771-F872-E0E1-E3759065E779}"/>
              </a:ext>
            </a:extLst>
          </p:cNvPr>
          <p:cNvGraphicFramePr>
            <a:graphicFrameLocks noGrp="1"/>
          </p:cNvGraphicFramePr>
          <p:nvPr/>
        </p:nvGraphicFramePr>
        <p:xfrm>
          <a:off x="6835158" y="1328867"/>
          <a:ext cx="4551750" cy="253492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778569">
                  <a:extLst>
                    <a:ext uri="{9D8B030D-6E8A-4147-A177-3AD203B41FA5}">
                      <a16:colId xmlns:a16="http://schemas.microsoft.com/office/drawing/2014/main" val="4155812674"/>
                    </a:ext>
                  </a:extLst>
                </a:gridCol>
                <a:gridCol w="2773181">
                  <a:extLst>
                    <a:ext uri="{9D8B030D-6E8A-4147-A177-3AD203B41FA5}">
                      <a16:colId xmlns:a16="http://schemas.microsoft.com/office/drawing/2014/main" val="5777048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LOGÍSTICA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415667"/>
                  </a:ext>
                </a:extLst>
              </a:tr>
              <a:tr h="258966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ENTREGAS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Por transportadora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364164"/>
                  </a:ext>
                </a:extLst>
              </a:tr>
              <a:tr h="258966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TIEMPO DE ENTREGA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Cali = 3 días hab.</a:t>
                      </a:r>
                    </a:p>
                    <a:p>
                      <a:pPr algn="ctr"/>
                      <a:r>
                        <a:rPr lang="es-ES" sz="1400" dirty="0"/>
                        <a:t>Bogotá/Medellín = 6 días hab.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455920"/>
                  </a:ext>
                </a:extLst>
              </a:tr>
              <a:tr h="268491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CANTIDADES PARA DESPACHO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Múltiplos de 24 docenas (24, 48, 72, 96, 120, 144 , 168, 192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469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PEDIDO MINIMO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24 docenas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10405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PEDIDOS: Martha Arévalo </a:t>
                      </a:r>
                      <a:r>
                        <a:rPr lang="es-ES" sz="1400" b="1" dirty="0" err="1"/>
                        <a:t>Gonzalez</a:t>
                      </a:r>
                      <a:endParaRPr lang="es-ES" sz="1400" b="1" dirty="0"/>
                    </a:p>
                    <a:p>
                      <a:pPr algn="ctr"/>
                      <a:r>
                        <a:rPr lang="es-ES" sz="1400" b="0" dirty="0"/>
                        <a:t>Celular 310 398 55 62 – pedidos@platanitoscope.com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962914"/>
                  </a:ext>
                </a:extLst>
              </a:tr>
            </a:tbl>
          </a:graphicData>
        </a:graphic>
      </p:graphicFrame>
      <p:graphicFrame>
        <p:nvGraphicFramePr>
          <p:cNvPr id="37" name="Tabla 36">
            <a:extLst>
              <a:ext uri="{FF2B5EF4-FFF2-40B4-BE49-F238E27FC236}">
                <a16:creationId xmlns:a16="http://schemas.microsoft.com/office/drawing/2014/main" id="{76B7DE30-315F-A5F6-F2F7-1669826EF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39158"/>
              </p:ext>
            </p:extLst>
          </p:nvPr>
        </p:nvGraphicFramePr>
        <p:xfrm>
          <a:off x="6813849" y="4182048"/>
          <a:ext cx="4551750" cy="15290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832053">
                  <a:extLst>
                    <a:ext uri="{9D8B030D-6E8A-4147-A177-3AD203B41FA5}">
                      <a16:colId xmlns:a16="http://schemas.microsoft.com/office/drawing/2014/main" val="4155812674"/>
                    </a:ext>
                  </a:extLst>
                </a:gridCol>
                <a:gridCol w="2719697">
                  <a:extLst>
                    <a:ext uri="{9D8B030D-6E8A-4147-A177-3AD203B41FA5}">
                      <a16:colId xmlns:a16="http://schemas.microsoft.com/office/drawing/2014/main" val="5777048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</a:rPr>
                        <a:t>COSTOS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415667"/>
                  </a:ext>
                </a:extLst>
              </a:tr>
              <a:tr h="258966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COSTO X UNIDAD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$</a:t>
                      </a:r>
                      <a:r>
                        <a:rPr lang="es-ES" sz="1400" dirty="0" err="1"/>
                        <a:t>xxxxxxxx</a:t>
                      </a:r>
                      <a:r>
                        <a:rPr lang="es-ES" sz="1400" dirty="0"/>
                        <a:t> = </a:t>
                      </a:r>
                      <a:r>
                        <a:rPr lang="es-ES" sz="1600" b="1" dirty="0"/>
                        <a:t>$ </a:t>
                      </a:r>
                      <a:r>
                        <a:rPr lang="es-ES" sz="1600" b="1" dirty="0" err="1"/>
                        <a:t>xxxxx</a:t>
                      </a:r>
                      <a:r>
                        <a:rPr lang="es-ES" sz="1600" b="1" dirty="0"/>
                        <a:t>*                        </a:t>
                      </a:r>
                      <a:r>
                        <a:rPr lang="es-ES" sz="1400" dirty="0"/>
                        <a:t>+ IVA  (Flete incluido)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364164"/>
                  </a:ext>
                </a:extLst>
              </a:tr>
              <a:tr h="258966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PLAZO DE PAGO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30 días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455920"/>
                  </a:ext>
                </a:extLst>
              </a:tr>
              <a:tr h="258966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CUPO DE CREDITO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A convenir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45352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D87739EC-55B3-D0EE-B241-0A7BF43D78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03" b="33323"/>
          <a:stretch>
            <a:fillRect/>
          </a:stretch>
        </p:blipFill>
        <p:spPr>
          <a:xfrm>
            <a:off x="315999" y="195400"/>
            <a:ext cx="2834541" cy="92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640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9205906" y="99"/>
            <a:ext cx="2986176" cy="1555661"/>
          </a:xfrm>
          <a:custGeom>
            <a:avLst/>
            <a:gdLst/>
            <a:ahLst/>
            <a:cxnLst/>
            <a:rect l="l" t="t" r="r" b="b"/>
            <a:pathLst>
              <a:path w="4924425" h="2565400">
                <a:moveTo>
                  <a:pt x="4924054" y="0"/>
                </a:moveTo>
                <a:lnTo>
                  <a:pt x="15990" y="0"/>
                </a:lnTo>
                <a:lnTo>
                  <a:pt x="10029" y="27225"/>
                </a:lnTo>
                <a:lnTo>
                  <a:pt x="3223" y="73073"/>
                </a:lnTo>
                <a:lnTo>
                  <a:pt x="0" y="118435"/>
                </a:lnTo>
                <a:lnTo>
                  <a:pt x="634" y="163166"/>
                </a:lnTo>
                <a:lnTo>
                  <a:pt x="5402" y="207119"/>
                </a:lnTo>
                <a:lnTo>
                  <a:pt x="14581" y="250149"/>
                </a:lnTo>
                <a:lnTo>
                  <a:pt x="28446" y="292111"/>
                </a:lnTo>
                <a:lnTo>
                  <a:pt x="47272" y="332858"/>
                </a:lnTo>
                <a:lnTo>
                  <a:pt x="69428" y="369741"/>
                </a:lnTo>
                <a:lnTo>
                  <a:pt x="94630" y="403402"/>
                </a:lnTo>
                <a:lnTo>
                  <a:pt x="122701" y="433990"/>
                </a:lnTo>
                <a:lnTo>
                  <a:pt x="153464" y="461659"/>
                </a:lnTo>
                <a:lnTo>
                  <a:pt x="186742" y="486560"/>
                </a:lnTo>
                <a:lnTo>
                  <a:pt x="222358" y="508845"/>
                </a:lnTo>
                <a:lnTo>
                  <a:pt x="260136" y="528665"/>
                </a:lnTo>
                <a:lnTo>
                  <a:pt x="299897" y="546171"/>
                </a:lnTo>
                <a:lnTo>
                  <a:pt x="341466" y="561516"/>
                </a:lnTo>
                <a:lnTo>
                  <a:pt x="384665" y="574851"/>
                </a:lnTo>
                <a:lnTo>
                  <a:pt x="429317" y="586328"/>
                </a:lnTo>
                <a:lnTo>
                  <a:pt x="475247" y="596099"/>
                </a:lnTo>
                <a:lnTo>
                  <a:pt x="522275" y="604314"/>
                </a:lnTo>
                <a:lnTo>
                  <a:pt x="570226" y="611127"/>
                </a:lnTo>
                <a:lnTo>
                  <a:pt x="618923" y="616687"/>
                </a:lnTo>
                <a:lnTo>
                  <a:pt x="668189" y="621148"/>
                </a:lnTo>
                <a:lnTo>
                  <a:pt x="717846" y="624661"/>
                </a:lnTo>
                <a:lnTo>
                  <a:pt x="767719" y="627377"/>
                </a:lnTo>
                <a:lnTo>
                  <a:pt x="817629" y="629448"/>
                </a:lnTo>
                <a:lnTo>
                  <a:pt x="1107979" y="636822"/>
                </a:lnTo>
                <a:lnTo>
                  <a:pt x="1153201" y="638624"/>
                </a:lnTo>
                <a:lnTo>
                  <a:pt x="1197045" y="640995"/>
                </a:lnTo>
                <a:lnTo>
                  <a:pt x="1239334" y="644086"/>
                </a:lnTo>
                <a:lnTo>
                  <a:pt x="1279892" y="648048"/>
                </a:lnTo>
                <a:lnTo>
                  <a:pt x="1318542" y="653033"/>
                </a:lnTo>
                <a:lnTo>
                  <a:pt x="1401906" y="670189"/>
                </a:lnTo>
                <a:lnTo>
                  <a:pt x="1445834" y="684549"/>
                </a:lnTo>
                <a:lnTo>
                  <a:pt x="1487010" y="702105"/>
                </a:lnTo>
                <a:lnTo>
                  <a:pt x="1525556" y="722685"/>
                </a:lnTo>
                <a:lnTo>
                  <a:pt x="1561592" y="746119"/>
                </a:lnTo>
                <a:lnTo>
                  <a:pt x="1595238" y="772237"/>
                </a:lnTo>
                <a:lnTo>
                  <a:pt x="1626616" y="800867"/>
                </a:lnTo>
                <a:lnTo>
                  <a:pt x="1655844" y="831841"/>
                </a:lnTo>
                <a:lnTo>
                  <a:pt x="1683046" y="864987"/>
                </a:lnTo>
                <a:lnTo>
                  <a:pt x="1708339" y="900134"/>
                </a:lnTo>
                <a:lnTo>
                  <a:pt x="1731847" y="937112"/>
                </a:lnTo>
                <a:lnTo>
                  <a:pt x="1753688" y="975752"/>
                </a:lnTo>
                <a:lnTo>
                  <a:pt x="1773983" y="1015881"/>
                </a:lnTo>
                <a:lnTo>
                  <a:pt x="1792854" y="1057331"/>
                </a:lnTo>
                <a:lnTo>
                  <a:pt x="1810420" y="1099930"/>
                </a:lnTo>
                <a:lnTo>
                  <a:pt x="1826802" y="1143507"/>
                </a:lnTo>
                <a:lnTo>
                  <a:pt x="1842122" y="1187894"/>
                </a:lnTo>
                <a:lnTo>
                  <a:pt x="1856498" y="1232918"/>
                </a:lnTo>
                <a:lnTo>
                  <a:pt x="1870052" y="1278409"/>
                </a:lnTo>
                <a:lnTo>
                  <a:pt x="1882905" y="1324198"/>
                </a:lnTo>
                <a:lnTo>
                  <a:pt x="1895177" y="1370113"/>
                </a:lnTo>
                <a:lnTo>
                  <a:pt x="1906989" y="1415985"/>
                </a:lnTo>
                <a:lnTo>
                  <a:pt x="1918460" y="1461641"/>
                </a:lnTo>
                <a:lnTo>
                  <a:pt x="1929713" y="1506913"/>
                </a:lnTo>
                <a:lnTo>
                  <a:pt x="1940866" y="1551630"/>
                </a:lnTo>
                <a:lnTo>
                  <a:pt x="1952042" y="1595621"/>
                </a:lnTo>
                <a:lnTo>
                  <a:pt x="1963360" y="1638716"/>
                </a:lnTo>
                <a:lnTo>
                  <a:pt x="1974941" y="1680744"/>
                </a:lnTo>
                <a:lnTo>
                  <a:pt x="1989606" y="1730065"/>
                </a:lnTo>
                <a:lnTo>
                  <a:pt x="2005325" y="1778224"/>
                </a:lnTo>
                <a:lnTo>
                  <a:pt x="2022134" y="1825196"/>
                </a:lnTo>
                <a:lnTo>
                  <a:pt x="2040069" y="1870955"/>
                </a:lnTo>
                <a:lnTo>
                  <a:pt x="2059167" y="1915475"/>
                </a:lnTo>
                <a:lnTo>
                  <a:pt x="2079466" y="1958729"/>
                </a:lnTo>
                <a:lnTo>
                  <a:pt x="2101001" y="2000692"/>
                </a:lnTo>
                <a:lnTo>
                  <a:pt x="2123809" y="2041338"/>
                </a:lnTo>
                <a:lnTo>
                  <a:pt x="2147928" y="2080640"/>
                </a:lnTo>
                <a:lnTo>
                  <a:pt x="2173392" y="2118572"/>
                </a:lnTo>
                <a:lnTo>
                  <a:pt x="2200241" y="2155109"/>
                </a:lnTo>
                <a:lnTo>
                  <a:pt x="2228509" y="2190225"/>
                </a:lnTo>
                <a:lnTo>
                  <a:pt x="2258233" y="2223893"/>
                </a:lnTo>
                <a:lnTo>
                  <a:pt x="2289451" y="2256087"/>
                </a:lnTo>
                <a:lnTo>
                  <a:pt x="2322199" y="2286782"/>
                </a:lnTo>
                <a:lnTo>
                  <a:pt x="2356513" y="2315951"/>
                </a:lnTo>
                <a:lnTo>
                  <a:pt x="2392431" y="2343568"/>
                </a:lnTo>
                <a:lnTo>
                  <a:pt x="2429988" y="2369607"/>
                </a:lnTo>
                <a:lnTo>
                  <a:pt x="2469222" y="2394043"/>
                </a:lnTo>
                <a:lnTo>
                  <a:pt x="2510169" y="2416848"/>
                </a:lnTo>
                <a:lnTo>
                  <a:pt x="2552866" y="2437998"/>
                </a:lnTo>
                <a:lnTo>
                  <a:pt x="2597349" y="2457466"/>
                </a:lnTo>
                <a:lnTo>
                  <a:pt x="2643656" y="2475226"/>
                </a:lnTo>
                <a:lnTo>
                  <a:pt x="2691822" y="2491252"/>
                </a:lnTo>
                <a:lnTo>
                  <a:pt x="2741885" y="2505518"/>
                </a:lnTo>
                <a:lnTo>
                  <a:pt x="2793881" y="2517998"/>
                </a:lnTo>
                <a:lnTo>
                  <a:pt x="2847847" y="2528666"/>
                </a:lnTo>
                <a:lnTo>
                  <a:pt x="2909160" y="2538841"/>
                </a:lnTo>
                <a:lnTo>
                  <a:pt x="2968786" y="2547316"/>
                </a:lnTo>
                <a:lnTo>
                  <a:pt x="3026771" y="2554111"/>
                </a:lnTo>
                <a:lnTo>
                  <a:pt x="3083161" y="2559246"/>
                </a:lnTo>
                <a:lnTo>
                  <a:pt x="3138004" y="2562744"/>
                </a:lnTo>
                <a:lnTo>
                  <a:pt x="3191346" y="2564625"/>
                </a:lnTo>
                <a:lnTo>
                  <a:pt x="3243235" y="2564909"/>
                </a:lnTo>
                <a:lnTo>
                  <a:pt x="3293717" y="2563618"/>
                </a:lnTo>
                <a:lnTo>
                  <a:pt x="3342840" y="2560774"/>
                </a:lnTo>
                <a:lnTo>
                  <a:pt x="3390650" y="2556396"/>
                </a:lnTo>
                <a:lnTo>
                  <a:pt x="3437195" y="2550506"/>
                </a:lnTo>
                <a:lnTo>
                  <a:pt x="3482520" y="2543125"/>
                </a:lnTo>
                <a:lnTo>
                  <a:pt x="3526674" y="2534274"/>
                </a:lnTo>
                <a:lnTo>
                  <a:pt x="3569703" y="2523974"/>
                </a:lnTo>
                <a:lnTo>
                  <a:pt x="3611654" y="2512245"/>
                </a:lnTo>
                <a:lnTo>
                  <a:pt x="3652575" y="2499110"/>
                </a:lnTo>
                <a:lnTo>
                  <a:pt x="3692511" y="2484588"/>
                </a:lnTo>
                <a:lnTo>
                  <a:pt x="3731510" y="2468700"/>
                </a:lnTo>
                <a:lnTo>
                  <a:pt x="3769619" y="2451469"/>
                </a:lnTo>
                <a:lnTo>
                  <a:pt x="3806885" y="2432914"/>
                </a:lnTo>
                <a:lnTo>
                  <a:pt x="3843354" y="2413057"/>
                </a:lnTo>
                <a:lnTo>
                  <a:pt x="3879075" y="2391919"/>
                </a:lnTo>
                <a:lnTo>
                  <a:pt x="3914093" y="2369521"/>
                </a:lnTo>
                <a:lnTo>
                  <a:pt x="3948455" y="2345883"/>
                </a:lnTo>
                <a:lnTo>
                  <a:pt x="3982209" y="2321027"/>
                </a:lnTo>
                <a:lnTo>
                  <a:pt x="4015402" y="2294973"/>
                </a:lnTo>
                <a:lnTo>
                  <a:pt x="4048080" y="2267743"/>
                </a:lnTo>
                <a:lnTo>
                  <a:pt x="4080291" y="2239358"/>
                </a:lnTo>
                <a:lnTo>
                  <a:pt x="4112081" y="2209839"/>
                </a:lnTo>
                <a:lnTo>
                  <a:pt x="4143497" y="2179206"/>
                </a:lnTo>
                <a:lnTo>
                  <a:pt x="4174586" y="2147480"/>
                </a:lnTo>
                <a:lnTo>
                  <a:pt x="4205396" y="2114683"/>
                </a:lnTo>
                <a:lnTo>
                  <a:pt x="4235973" y="2080836"/>
                </a:lnTo>
                <a:lnTo>
                  <a:pt x="4266364" y="2045959"/>
                </a:lnTo>
                <a:lnTo>
                  <a:pt x="4296615" y="2010074"/>
                </a:lnTo>
                <a:lnTo>
                  <a:pt x="4326775" y="1973201"/>
                </a:lnTo>
                <a:lnTo>
                  <a:pt x="4356890" y="1935362"/>
                </a:lnTo>
                <a:lnTo>
                  <a:pt x="4387007" y="1896577"/>
                </a:lnTo>
                <a:lnTo>
                  <a:pt x="4417172" y="1856868"/>
                </a:lnTo>
                <a:lnTo>
                  <a:pt x="4447433" y="1816255"/>
                </a:lnTo>
                <a:lnTo>
                  <a:pt x="4477837" y="1774759"/>
                </a:lnTo>
                <a:lnTo>
                  <a:pt x="4508431" y="1732402"/>
                </a:lnTo>
                <a:lnTo>
                  <a:pt x="4924054" y="1149625"/>
                </a:lnTo>
                <a:lnTo>
                  <a:pt x="4924054" y="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3459" y="1253278"/>
            <a:ext cx="1796862" cy="235089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84212" y="1299782"/>
            <a:ext cx="3460193" cy="482213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5122" y="3724518"/>
            <a:ext cx="1701806" cy="2350892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FAAF85E-3856-66D6-4317-65E2E992D2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2623" y="6162236"/>
            <a:ext cx="1263379" cy="571647"/>
          </a:xfrm>
          <a:prstGeom prst="rect">
            <a:avLst/>
          </a:prstGeom>
        </p:spPr>
      </p:pic>
      <p:grpSp>
        <p:nvGrpSpPr>
          <p:cNvPr id="31" name="Grupo 30">
            <a:extLst>
              <a:ext uri="{FF2B5EF4-FFF2-40B4-BE49-F238E27FC236}">
                <a16:creationId xmlns:a16="http://schemas.microsoft.com/office/drawing/2014/main" id="{5C78EEAE-A034-3098-8EF5-986ECD29FDF2}"/>
              </a:ext>
            </a:extLst>
          </p:cNvPr>
          <p:cNvGrpSpPr/>
          <p:nvPr/>
        </p:nvGrpSpPr>
        <p:grpSpPr>
          <a:xfrm>
            <a:off x="281257" y="168361"/>
            <a:ext cx="5042546" cy="479790"/>
            <a:chOff x="543010" y="553032"/>
            <a:chExt cx="8315532" cy="791210"/>
          </a:xfrm>
        </p:grpSpPr>
        <p:sp>
          <p:nvSpPr>
            <p:cNvPr id="32" name="object 6">
              <a:extLst>
                <a:ext uri="{FF2B5EF4-FFF2-40B4-BE49-F238E27FC236}">
                  <a16:creationId xmlns:a16="http://schemas.microsoft.com/office/drawing/2014/main" id="{80EAD2D4-FDC5-D6C6-7E9C-05436E4661F9}"/>
                </a:ext>
              </a:extLst>
            </p:cNvPr>
            <p:cNvSpPr/>
            <p:nvPr/>
          </p:nvSpPr>
          <p:spPr>
            <a:xfrm>
              <a:off x="543010" y="748213"/>
              <a:ext cx="382905" cy="586740"/>
            </a:xfrm>
            <a:custGeom>
              <a:avLst/>
              <a:gdLst/>
              <a:ahLst/>
              <a:cxnLst/>
              <a:rect l="l" t="t" r="r" b="b"/>
              <a:pathLst>
                <a:path w="382905" h="586740">
                  <a:moveTo>
                    <a:pt x="220307" y="0"/>
                  </a:moveTo>
                  <a:lnTo>
                    <a:pt x="0" y="0"/>
                  </a:lnTo>
                  <a:lnTo>
                    <a:pt x="0" y="586380"/>
                  </a:lnTo>
                  <a:lnTo>
                    <a:pt x="154969" y="586380"/>
                  </a:lnTo>
                  <a:lnTo>
                    <a:pt x="154969" y="412982"/>
                  </a:lnTo>
                  <a:lnTo>
                    <a:pt x="220307" y="412982"/>
                  </a:lnTo>
                  <a:lnTo>
                    <a:pt x="265447" y="408512"/>
                  </a:lnTo>
                  <a:lnTo>
                    <a:pt x="302718" y="395280"/>
                  </a:lnTo>
                  <a:lnTo>
                    <a:pt x="354998" y="343582"/>
                  </a:lnTo>
                  <a:lnTo>
                    <a:pt x="370683" y="305644"/>
                  </a:lnTo>
                  <a:lnTo>
                    <a:pt x="374865" y="284808"/>
                  </a:lnTo>
                  <a:lnTo>
                    <a:pt x="154969" y="284808"/>
                  </a:lnTo>
                  <a:lnTo>
                    <a:pt x="154969" y="128163"/>
                  </a:lnTo>
                  <a:lnTo>
                    <a:pt x="374783" y="128163"/>
                  </a:lnTo>
                  <a:lnTo>
                    <a:pt x="370683" y="107639"/>
                  </a:lnTo>
                  <a:lnTo>
                    <a:pt x="354998" y="69553"/>
                  </a:lnTo>
                  <a:lnTo>
                    <a:pt x="332456" y="39497"/>
                  </a:lnTo>
                  <a:lnTo>
                    <a:pt x="302718" y="17720"/>
                  </a:lnTo>
                  <a:lnTo>
                    <a:pt x="265447" y="4471"/>
                  </a:lnTo>
                  <a:lnTo>
                    <a:pt x="220307" y="0"/>
                  </a:lnTo>
                  <a:close/>
                </a:path>
                <a:path w="382905" h="586740">
                  <a:moveTo>
                    <a:pt x="374783" y="128163"/>
                  </a:moveTo>
                  <a:lnTo>
                    <a:pt x="177586" y="128163"/>
                  </a:lnTo>
                  <a:lnTo>
                    <a:pt x="203817" y="134341"/>
                  </a:lnTo>
                  <a:lnTo>
                    <a:pt x="219056" y="151199"/>
                  </a:lnTo>
                  <a:lnTo>
                    <a:pt x="226127" y="176225"/>
                  </a:lnTo>
                  <a:lnTo>
                    <a:pt x="227856" y="206904"/>
                  </a:lnTo>
                  <a:lnTo>
                    <a:pt x="226127" y="237100"/>
                  </a:lnTo>
                  <a:lnTo>
                    <a:pt x="219056" y="261876"/>
                  </a:lnTo>
                  <a:lnTo>
                    <a:pt x="203817" y="278643"/>
                  </a:lnTo>
                  <a:lnTo>
                    <a:pt x="177586" y="284808"/>
                  </a:lnTo>
                  <a:lnTo>
                    <a:pt x="374865" y="284808"/>
                  </a:lnTo>
                  <a:lnTo>
                    <a:pt x="379846" y="259996"/>
                  </a:lnTo>
                  <a:lnTo>
                    <a:pt x="382826" y="206904"/>
                  </a:lnTo>
                  <a:lnTo>
                    <a:pt x="379846" y="153506"/>
                  </a:lnTo>
                  <a:lnTo>
                    <a:pt x="374783" y="128163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3" name="object 7">
              <a:extLst>
                <a:ext uri="{FF2B5EF4-FFF2-40B4-BE49-F238E27FC236}">
                  <a16:creationId xmlns:a16="http://schemas.microsoft.com/office/drawing/2014/main" id="{FD9C7D22-485C-9D7E-08BA-4D6CB1744AF2}"/>
                </a:ext>
              </a:extLst>
            </p:cNvPr>
            <p:cNvSpPr/>
            <p:nvPr/>
          </p:nvSpPr>
          <p:spPr>
            <a:xfrm>
              <a:off x="971880" y="739006"/>
              <a:ext cx="844550" cy="605155"/>
            </a:xfrm>
            <a:custGeom>
              <a:avLst/>
              <a:gdLst/>
              <a:ahLst/>
              <a:cxnLst/>
              <a:rect l="l" t="t" r="r" b="b"/>
              <a:pathLst>
                <a:path w="844550" h="605155">
                  <a:moveTo>
                    <a:pt x="407123" y="595591"/>
                  </a:moveTo>
                  <a:lnTo>
                    <a:pt x="331089" y="422186"/>
                  </a:lnTo>
                  <a:lnTo>
                    <a:pt x="311619" y="377799"/>
                  </a:lnTo>
                  <a:lnTo>
                    <a:pt x="340296" y="350062"/>
                  </a:lnTo>
                  <a:lnTo>
                    <a:pt x="362521" y="314236"/>
                  </a:lnTo>
                  <a:lnTo>
                    <a:pt x="369049" y="294030"/>
                  </a:lnTo>
                  <a:lnTo>
                    <a:pt x="376897" y="269773"/>
                  </a:lnTo>
                  <a:lnTo>
                    <a:pt x="382003" y="216128"/>
                  </a:lnTo>
                  <a:lnTo>
                    <a:pt x="379018" y="162725"/>
                  </a:lnTo>
                  <a:lnTo>
                    <a:pt x="373964" y="137375"/>
                  </a:lnTo>
                  <a:lnTo>
                    <a:pt x="369874" y="116852"/>
                  </a:lnTo>
                  <a:lnTo>
                    <a:pt x="354241" y="78765"/>
                  </a:lnTo>
                  <a:lnTo>
                    <a:pt x="302196" y="26936"/>
                  </a:lnTo>
                  <a:lnTo>
                    <a:pt x="265150" y="13690"/>
                  </a:lnTo>
                  <a:lnTo>
                    <a:pt x="227863" y="9982"/>
                  </a:lnTo>
                  <a:lnTo>
                    <a:pt x="227863" y="216128"/>
                  </a:lnTo>
                  <a:lnTo>
                    <a:pt x="226136" y="246316"/>
                  </a:lnTo>
                  <a:lnTo>
                    <a:pt x="219062" y="271094"/>
                  </a:lnTo>
                  <a:lnTo>
                    <a:pt x="203822" y="287858"/>
                  </a:lnTo>
                  <a:lnTo>
                    <a:pt x="177596" y="294030"/>
                  </a:lnTo>
                  <a:lnTo>
                    <a:pt x="154978" y="294030"/>
                  </a:lnTo>
                  <a:lnTo>
                    <a:pt x="154978" y="137375"/>
                  </a:lnTo>
                  <a:lnTo>
                    <a:pt x="177596" y="137375"/>
                  </a:lnTo>
                  <a:lnTo>
                    <a:pt x="203822" y="143560"/>
                  </a:lnTo>
                  <a:lnTo>
                    <a:pt x="219062" y="160413"/>
                  </a:lnTo>
                  <a:lnTo>
                    <a:pt x="226136" y="185432"/>
                  </a:lnTo>
                  <a:lnTo>
                    <a:pt x="227863" y="216128"/>
                  </a:lnTo>
                  <a:lnTo>
                    <a:pt x="227863" y="9982"/>
                  </a:lnTo>
                  <a:lnTo>
                    <a:pt x="220319" y="9220"/>
                  </a:lnTo>
                  <a:lnTo>
                    <a:pt x="0" y="9220"/>
                  </a:lnTo>
                  <a:lnTo>
                    <a:pt x="0" y="595591"/>
                  </a:lnTo>
                  <a:lnTo>
                    <a:pt x="154978" y="595591"/>
                  </a:lnTo>
                  <a:lnTo>
                    <a:pt x="154978" y="422186"/>
                  </a:lnTo>
                  <a:lnTo>
                    <a:pt x="180111" y="422186"/>
                  </a:lnTo>
                  <a:lnTo>
                    <a:pt x="243776" y="595591"/>
                  </a:lnTo>
                  <a:lnTo>
                    <a:pt x="407123" y="595591"/>
                  </a:lnTo>
                  <a:close/>
                </a:path>
                <a:path w="844550" h="605155">
                  <a:moveTo>
                    <a:pt x="844397" y="272249"/>
                  </a:moveTo>
                  <a:lnTo>
                    <a:pt x="841654" y="208635"/>
                  </a:lnTo>
                  <a:lnTo>
                    <a:pt x="833501" y="154774"/>
                  </a:lnTo>
                  <a:lnTo>
                    <a:pt x="829017" y="139890"/>
                  </a:lnTo>
                  <a:lnTo>
                    <a:pt x="820039" y="110070"/>
                  </a:lnTo>
                  <a:lnTo>
                    <a:pt x="801395" y="73914"/>
                  </a:lnTo>
                  <a:lnTo>
                    <a:pt x="748957" y="24790"/>
                  </a:lnTo>
                  <a:lnTo>
                    <a:pt x="690257" y="5321"/>
                  </a:lnTo>
                  <a:lnTo>
                    <a:pt x="690257" y="285648"/>
                  </a:lnTo>
                  <a:lnTo>
                    <a:pt x="690257" y="319989"/>
                  </a:lnTo>
                  <a:lnTo>
                    <a:pt x="688086" y="392950"/>
                  </a:lnTo>
                  <a:lnTo>
                    <a:pt x="679780" y="437476"/>
                  </a:lnTo>
                  <a:lnTo>
                    <a:pt x="662686" y="459701"/>
                  </a:lnTo>
                  <a:lnTo>
                    <a:pt x="634136" y="465747"/>
                  </a:lnTo>
                  <a:lnTo>
                    <a:pt x="606044" y="459701"/>
                  </a:lnTo>
                  <a:lnTo>
                    <a:pt x="589203" y="437476"/>
                  </a:lnTo>
                  <a:lnTo>
                    <a:pt x="580999" y="392950"/>
                  </a:lnTo>
                  <a:lnTo>
                    <a:pt x="578827" y="319989"/>
                  </a:lnTo>
                  <a:lnTo>
                    <a:pt x="578827" y="285648"/>
                  </a:lnTo>
                  <a:lnTo>
                    <a:pt x="580999" y="212699"/>
                  </a:lnTo>
                  <a:lnTo>
                    <a:pt x="589203" y="168173"/>
                  </a:lnTo>
                  <a:lnTo>
                    <a:pt x="606044" y="145948"/>
                  </a:lnTo>
                  <a:lnTo>
                    <a:pt x="634136" y="139890"/>
                  </a:lnTo>
                  <a:lnTo>
                    <a:pt x="662686" y="145948"/>
                  </a:lnTo>
                  <a:lnTo>
                    <a:pt x="679780" y="168173"/>
                  </a:lnTo>
                  <a:lnTo>
                    <a:pt x="688086" y="212699"/>
                  </a:lnTo>
                  <a:lnTo>
                    <a:pt x="690257" y="285648"/>
                  </a:lnTo>
                  <a:lnTo>
                    <a:pt x="690257" y="5321"/>
                  </a:lnTo>
                  <a:lnTo>
                    <a:pt x="677087" y="2552"/>
                  </a:lnTo>
                  <a:lnTo>
                    <a:pt x="634136" y="0"/>
                  </a:lnTo>
                  <a:lnTo>
                    <a:pt x="591400" y="2552"/>
                  </a:lnTo>
                  <a:lnTo>
                    <a:pt x="553212" y="10604"/>
                  </a:lnTo>
                  <a:lnTo>
                    <a:pt x="490956" y="45681"/>
                  </a:lnTo>
                  <a:lnTo>
                    <a:pt x="448411" y="110070"/>
                  </a:lnTo>
                  <a:lnTo>
                    <a:pt x="434873" y="154774"/>
                  </a:lnTo>
                  <a:lnTo>
                    <a:pt x="426643" y="208635"/>
                  </a:lnTo>
                  <a:lnTo>
                    <a:pt x="423875" y="272249"/>
                  </a:lnTo>
                  <a:lnTo>
                    <a:pt x="423875" y="332562"/>
                  </a:lnTo>
                  <a:lnTo>
                    <a:pt x="426643" y="396163"/>
                  </a:lnTo>
                  <a:lnTo>
                    <a:pt x="434873" y="450024"/>
                  </a:lnTo>
                  <a:lnTo>
                    <a:pt x="448411" y="494728"/>
                  </a:lnTo>
                  <a:lnTo>
                    <a:pt x="467156" y="530885"/>
                  </a:lnTo>
                  <a:lnTo>
                    <a:pt x="519684" y="580009"/>
                  </a:lnTo>
                  <a:lnTo>
                    <a:pt x="591400" y="602246"/>
                  </a:lnTo>
                  <a:lnTo>
                    <a:pt x="634136" y="604799"/>
                  </a:lnTo>
                  <a:lnTo>
                    <a:pt x="677087" y="602246"/>
                  </a:lnTo>
                  <a:lnTo>
                    <a:pt x="715403" y="594194"/>
                  </a:lnTo>
                  <a:lnTo>
                    <a:pt x="777659" y="559117"/>
                  </a:lnTo>
                  <a:lnTo>
                    <a:pt x="820039" y="494728"/>
                  </a:lnTo>
                  <a:lnTo>
                    <a:pt x="828763" y="465747"/>
                  </a:lnTo>
                  <a:lnTo>
                    <a:pt x="833501" y="450024"/>
                  </a:lnTo>
                  <a:lnTo>
                    <a:pt x="841654" y="396163"/>
                  </a:lnTo>
                  <a:lnTo>
                    <a:pt x="844397" y="332562"/>
                  </a:lnTo>
                  <a:lnTo>
                    <a:pt x="844397" y="272249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8">
              <a:extLst>
                <a:ext uri="{FF2B5EF4-FFF2-40B4-BE49-F238E27FC236}">
                  <a16:creationId xmlns:a16="http://schemas.microsoft.com/office/drawing/2014/main" id="{6B5B603A-3453-0D28-9F51-55B64BE4489B}"/>
                </a:ext>
              </a:extLst>
            </p:cNvPr>
            <p:cNvSpPr/>
            <p:nvPr/>
          </p:nvSpPr>
          <p:spPr>
            <a:xfrm>
              <a:off x="1862325" y="748217"/>
              <a:ext cx="397510" cy="586740"/>
            </a:xfrm>
            <a:custGeom>
              <a:avLst/>
              <a:gdLst/>
              <a:ahLst/>
              <a:cxnLst/>
              <a:rect l="l" t="t" r="r" b="b"/>
              <a:pathLst>
                <a:path w="397510" h="586740">
                  <a:moveTo>
                    <a:pt x="192664" y="0"/>
                  </a:moveTo>
                  <a:lnTo>
                    <a:pt x="0" y="0"/>
                  </a:lnTo>
                  <a:lnTo>
                    <a:pt x="0" y="586380"/>
                  </a:lnTo>
                  <a:lnTo>
                    <a:pt x="192664" y="586380"/>
                  </a:lnTo>
                  <a:lnTo>
                    <a:pt x="246448" y="580739"/>
                  </a:lnTo>
                  <a:lnTo>
                    <a:pt x="290083" y="564832"/>
                  </a:lnTo>
                  <a:lnTo>
                    <a:pt x="324589" y="540183"/>
                  </a:lnTo>
                  <a:lnTo>
                    <a:pt x="350987" y="508316"/>
                  </a:lnTo>
                  <a:lnTo>
                    <a:pt x="370296" y="470753"/>
                  </a:lnTo>
                  <a:lnTo>
                    <a:pt x="374274" y="458216"/>
                  </a:lnTo>
                  <a:lnTo>
                    <a:pt x="154979" y="458216"/>
                  </a:lnTo>
                  <a:lnTo>
                    <a:pt x="154979" y="128163"/>
                  </a:lnTo>
                  <a:lnTo>
                    <a:pt x="373832" y="128163"/>
                  </a:lnTo>
                  <a:lnTo>
                    <a:pt x="370296" y="116942"/>
                  </a:lnTo>
                  <a:lnTo>
                    <a:pt x="350987" y="79034"/>
                  </a:lnTo>
                  <a:lnTo>
                    <a:pt x="324589" y="46814"/>
                  </a:lnTo>
                  <a:lnTo>
                    <a:pt x="290083" y="21854"/>
                  </a:lnTo>
                  <a:lnTo>
                    <a:pt x="246448" y="5725"/>
                  </a:lnTo>
                  <a:lnTo>
                    <a:pt x="192664" y="0"/>
                  </a:lnTo>
                  <a:close/>
                </a:path>
                <a:path w="397510" h="586740">
                  <a:moveTo>
                    <a:pt x="373832" y="128163"/>
                  </a:moveTo>
                  <a:lnTo>
                    <a:pt x="178434" y="128163"/>
                  </a:lnTo>
                  <a:lnTo>
                    <a:pt x="210145" y="141311"/>
                  </a:lnTo>
                  <a:lnTo>
                    <a:pt x="229069" y="174242"/>
                  </a:lnTo>
                  <a:lnTo>
                    <a:pt x="238505" y="217184"/>
                  </a:lnTo>
                  <a:lnTo>
                    <a:pt x="241748" y="260368"/>
                  </a:lnTo>
                  <a:lnTo>
                    <a:pt x="242097" y="294022"/>
                  </a:lnTo>
                  <a:lnTo>
                    <a:pt x="241748" y="327825"/>
                  </a:lnTo>
                  <a:lnTo>
                    <a:pt x="238505" y="370636"/>
                  </a:lnTo>
                  <a:lnTo>
                    <a:pt x="229069" y="412965"/>
                  </a:lnTo>
                  <a:lnTo>
                    <a:pt x="210145" y="445321"/>
                  </a:lnTo>
                  <a:lnTo>
                    <a:pt x="178434" y="458216"/>
                  </a:lnTo>
                  <a:lnTo>
                    <a:pt x="374274" y="458216"/>
                  </a:lnTo>
                  <a:lnTo>
                    <a:pt x="383539" y="429018"/>
                  </a:lnTo>
                  <a:lnTo>
                    <a:pt x="391734" y="384636"/>
                  </a:lnTo>
                  <a:lnTo>
                    <a:pt x="395903" y="339129"/>
                  </a:lnTo>
                  <a:lnTo>
                    <a:pt x="397066" y="294022"/>
                  </a:lnTo>
                  <a:lnTo>
                    <a:pt x="395903" y="249078"/>
                  </a:lnTo>
                  <a:lnTo>
                    <a:pt x="391734" y="203535"/>
                  </a:lnTo>
                  <a:lnTo>
                    <a:pt x="383539" y="158966"/>
                  </a:lnTo>
                  <a:lnTo>
                    <a:pt x="373832" y="128163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9">
              <a:extLst>
                <a:ext uri="{FF2B5EF4-FFF2-40B4-BE49-F238E27FC236}">
                  <a16:creationId xmlns:a16="http://schemas.microsoft.com/office/drawing/2014/main" id="{9BDAF3E0-CFB5-DAC3-25AF-F65620F7BD8B}"/>
                </a:ext>
              </a:extLst>
            </p:cNvPr>
            <p:cNvSpPr/>
            <p:nvPr/>
          </p:nvSpPr>
          <p:spPr>
            <a:xfrm>
              <a:off x="2305441" y="748215"/>
              <a:ext cx="384810" cy="595630"/>
            </a:xfrm>
            <a:custGeom>
              <a:avLst/>
              <a:gdLst/>
              <a:ahLst/>
              <a:cxnLst/>
              <a:rect l="l" t="t" r="r" b="b"/>
              <a:pathLst>
                <a:path w="384810" h="595630">
                  <a:moveTo>
                    <a:pt x="384511" y="0"/>
                  </a:moveTo>
                  <a:lnTo>
                    <a:pt x="229532" y="0"/>
                  </a:lnTo>
                  <a:lnTo>
                    <a:pt x="229532" y="416332"/>
                  </a:lnTo>
                  <a:lnTo>
                    <a:pt x="226601" y="437888"/>
                  </a:lnTo>
                  <a:lnTo>
                    <a:pt x="218646" y="451823"/>
                  </a:lnTo>
                  <a:lnTo>
                    <a:pt x="206919" y="459320"/>
                  </a:lnTo>
                  <a:lnTo>
                    <a:pt x="192674" y="461556"/>
                  </a:lnTo>
                  <a:lnTo>
                    <a:pt x="178080" y="459320"/>
                  </a:lnTo>
                  <a:lnTo>
                    <a:pt x="166392" y="451823"/>
                  </a:lnTo>
                  <a:lnTo>
                    <a:pt x="158631" y="437888"/>
                  </a:lnTo>
                  <a:lnTo>
                    <a:pt x="155817" y="416332"/>
                  </a:lnTo>
                  <a:lnTo>
                    <a:pt x="155817" y="0"/>
                  </a:lnTo>
                  <a:lnTo>
                    <a:pt x="0" y="0"/>
                  </a:lnTo>
                  <a:lnTo>
                    <a:pt x="0" y="371936"/>
                  </a:lnTo>
                  <a:lnTo>
                    <a:pt x="3743" y="438302"/>
                  </a:lnTo>
                  <a:lnTo>
                    <a:pt x="14556" y="490279"/>
                  </a:lnTo>
                  <a:lnTo>
                    <a:pt x="31808" y="529574"/>
                  </a:lnTo>
                  <a:lnTo>
                    <a:pt x="83119" y="576950"/>
                  </a:lnTo>
                  <a:lnTo>
                    <a:pt x="152649" y="594092"/>
                  </a:lnTo>
                  <a:lnTo>
                    <a:pt x="192674" y="595594"/>
                  </a:lnTo>
                  <a:lnTo>
                    <a:pt x="232664" y="594092"/>
                  </a:lnTo>
                  <a:lnTo>
                    <a:pt x="301964" y="576950"/>
                  </a:lnTo>
                  <a:lnTo>
                    <a:pt x="352968" y="529574"/>
                  </a:lnTo>
                  <a:lnTo>
                    <a:pt x="370086" y="490279"/>
                  </a:lnTo>
                  <a:lnTo>
                    <a:pt x="380804" y="438302"/>
                  </a:lnTo>
                  <a:lnTo>
                    <a:pt x="384511" y="371936"/>
                  </a:lnTo>
                  <a:lnTo>
                    <a:pt x="384511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6" name="object 10">
              <a:extLst>
                <a:ext uri="{FF2B5EF4-FFF2-40B4-BE49-F238E27FC236}">
                  <a16:creationId xmlns:a16="http://schemas.microsoft.com/office/drawing/2014/main" id="{78C7BE2B-B72A-8029-7999-325FAA7FE5AD}"/>
                </a:ext>
              </a:extLst>
            </p:cNvPr>
            <p:cNvSpPr/>
            <p:nvPr/>
          </p:nvSpPr>
          <p:spPr>
            <a:xfrm>
              <a:off x="2736640" y="739532"/>
              <a:ext cx="326390" cy="604520"/>
            </a:xfrm>
            <a:custGeom>
              <a:avLst/>
              <a:gdLst/>
              <a:ahLst/>
              <a:cxnLst/>
              <a:rect l="l" t="t" r="r" b="b"/>
              <a:pathLst>
                <a:path w="326389" h="604519">
                  <a:moveTo>
                    <a:pt x="207108" y="0"/>
                  </a:moveTo>
                  <a:lnTo>
                    <a:pt x="134185" y="10376"/>
                  </a:lnTo>
                  <a:lnTo>
                    <a:pt x="72289" y="45917"/>
                  </a:lnTo>
                  <a:lnTo>
                    <a:pt x="47063" y="76041"/>
                  </a:lnTo>
                  <a:lnTo>
                    <a:pt x="26497" y="115957"/>
                  </a:lnTo>
                  <a:lnTo>
                    <a:pt x="11226" y="166831"/>
                  </a:lnTo>
                  <a:lnTo>
                    <a:pt x="1884" y="229830"/>
                  </a:lnTo>
                  <a:lnTo>
                    <a:pt x="0" y="299672"/>
                  </a:lnTo>
                  <a:lnTo>
                    <a:pt x="471" y="340210"/>
                  </a:lnTo>
                  <a:lnTo>
                    <a:pt x="10171" y="437071"/>
                  </a:lnTo>
                  <a:lnTo>
                    <a:pt x="24564" y="487977"/>
                  </a:lnTo>
                  <a:lnTo>
                    <a:pt x="44439" y="527850"/>
                  </a:lnTo>
                  <a:lnTo>
                    <a:pt x="69175" y="557900"/>
                  </a:lnTo>
                  <a:lnTo>
                    <a:pt x="130733" y="593384"/>
                  </a:lnTo>
                  <a:lnTo>
                    <a:pt x="204254" y="604127"/>
                  </a:lnTo>
                  <a:lnTo>
                    <a:pt x="243943" y="603251"/>
                  </a:lnTo>
                  <a:lnTo>
                    <a:pt x="284754" y="599826"/>
                  </a:lnTo>
                  <a:lnTo>
                    <a:pt x="326063" y="595065"/>
                  </a:lnTo>
                  <a:lnTo>
                    <a:pt x="326063" y="461875"/>
                  </a:lnTo>
                  <a:lnTo>
                    <a:pt x="294258" y="468678"/>
                  </a:lnTo>
                  <a:lnTo>
                    <a:pt x="252964" y="471503"/>
                  </a:lnTo>
                  <a:lnTo>
                    <a:pt x="210987" y="463554"/>
                  </a:lnTo>
                  <a:lnTo>
                    <a:pt x="177132" y="438035"/>
                  </a:lnTo>
                  <a:lnTo>
                    <a:pt x="160204" y="388149"/>
                  </a:lnTo>
                  <a:lnTo>
                    <a:pt x="157377" y="344003"/>
                  </a:lnTo>
                  <a:lnTo>
                    <a:pt x="156435" y="300093"/>
                  </a:lnTo>
                  <a:lnTo>
                    <a:pt x="157377" y="257281"/>
                  </a:lnTo>
                  <a:lnTo>
                    <a:pt x="160204" y="216427"/>
                  </a:lnTo>
                  <a:lnTo>
                    <a:pt x="177453" y="165485"/>
                  </a:lnTo>
                  <a:lnTo>
                    <a:pt x="211349" y="139635"/>
                  </a:lnTo>
                  <a:lnTo>
                    <a:pt x="253206" y="131801"/>
                  </a:lnTo>
                  <a:lnTo>
                    <a:pt x="294339" y="134907"/>
                  </a:lnTo>
                  <a:lnTo>
                    <a:pt x="326063" y="141874"/>
                  </a:lnTo>
                  <a:lnTo>
                    <a:pt x="326063" y="11198"/>
                  </a:lnTo>
                  <a:lnTo>
                    <a:pt x="285981" y="5452"/>
                  </a:lnTo>
                  <a:lnTo>
                    <a:pt x="246118" y="1331"/>
                  </a:lnTo>
                  <a:lnTo>
                    <a:pt x="207108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11">
              <a:extLst>
                <a:ext uri="{FF2B5EF4-FFF2-40B4-BE49-F238E27FC236}">
                  <a16:creationId xmlns:a16="http://schemas.microsoft.com/office/drawing/2014/main" id="{B197C9C7-A2F3-1C18-E600-324FCA167113}"/>
                </a:ext>
              </a:extLst>
            </p:cNvPr>
            <p:cNvSpPr/>
            <p:nvPr/>
          </p:nvSpPr>
          <p:spPr>
            <a:xfrm>
              <a:off x="3100387" y="738993"/>
              <a:ext cx="1138555" cy="605155"/>
            </a:xfrm>
            <a:custGeom>
              <a:avLst/>
              <a:gdLst/>
              <a:ahLst/>
              <a:cxnLst/>
              <a:rect l="l" t="t" r="r" b="b"/>
              <a:pathLst>
                <a:path w="1138554" h="605155">
                  <a:moveTo>
                    <a:pt x="361035" y="9118"/>
                  </a:moveTo>
                  <a:lnTo>
                    <a:pt x="0" y="9118"/>
                  </a:lnTo>
                  <a:lnTo>
                    <a:pt x="0" y="137388"/>
                  </a:lnTo>
                  <a:lnTo>
                    <a:pt x="103022" y="137388"/>
                  </a:lnTo>
                  <a:lnTo>
                    <a:pt x="103022" y="595858"/>
                  </a:lnTo>
                  <a:lnTo>
                    <a:pt x="258013" y="595858"/>
                  </a:lnTo>
                  <a:lnTo>
                    <a:pt x="258013" y="137388"/>
                  </a:lnTo>
                  <a:lnTo>
                    <a:pt x="361035" y="137388"/>
                  </a:lnTo>
                  <a:lnTo>
                    <a:pt x="361035" y="9118"/>
                  </a:lnTo>
                  <a:close/>
                </a:path>
                <a:path w="1138554" h="605155">
                  <a:moveTo>
                    <a:pt x="798322" y="272262"/>
                  </a:moveTo>
                  <a:lnTo>
                    <a:pt x="795578" y="208648"/>
                  </a:lnTo>
                  <a:lnTo>
                    <a:pt x="787412" y="154787"/>
                  </a:lnTo>
                  <a:lnTo>
                    <a:pt x="773963" y="110083"/>
                  </a:lnTo>
                  <a:lnTo>
                    <a:pt x="755319" y="73926"/>
                  </a:lnTo>
                  <a:lnTo>
                    <a:pt x="702881" y="24803"/>
                  </a:lnTo>
                  <a:lnTo>
                    <a:pt x="644169" y="5334"/>
                  </a:lnTo>
                  <a:lnTo>
                    <a:pt x="644169" y="285661"/>
                  </a:lnTo>
                  <a:lnTo>
                    <a:pt x="644169" y="320001"/>
                  </a:lnTo>
                  <a:lnTo>
                    <a:pt x="641997" y="392963"/>
                  </a:lnTo>
                  <a:lnTo>
                    <a:pt x="633704" y="437489"/>
                  </a:lnTo>
                  <a:lnTo>
                    <a:pt x="616610" y="459714"/>
                  </a:lnTo>
                  <a:lnTo>
                    <a:pt x="588060" y="465759"/>
                  </a:lnTo>
                  <a:lnTo>
                    <a:pt x="559981" y="459714"/>
                  </a:lnTo>
                  <a:lnTo>
                    <a:pt x="543128" y="437489"/>
                  </a:lnTo>
                  <a:lnTo>
                    <a:pt x="534924" y="392963"/>
                  </a:lnTo>
                  <a:lnTo>
                    <a:pt x="532765" y="320001"/>
                  </a:lnTo>
                  <a:lnTo>
                    <a:pt x="532765" y="285661"/>
                  </a:lnTo>
                  <a:lnTo>
                    <a:pt x="534924" y="212712"/>
                  </a:lnTo>
                  <a:lnTo>
                    <a:pt x="543128" y="168186"/>
                  </a:lnTo>
                  <a:lnTo>
                    <a:pt x="559981" y="145961"/>
                  </a:lnTo>
                  <a:lnTo>
                    <a:pt x="588060" y="139903"/>
                  </a:lnTo>
                  <a:lnTo>
                    <a:pt x="616610" y="145961"/>
                  </a:lnTo>
                  <a:lnTo>
                    <a:pt x="633704" y="168186"/>
                  </a:lnTo>
                  <a:lnTo>
                    <a:pt x="641997" y="212712"/>
                  </a:lnTo>
                  <a:lnTo>
                    <a:pt x="644169" y="285661"/>
                  </a:lnTo>
                  <a:lnTo>
                    <a:pt x="644169" y="5334"/>
                  </a:lnTo>
                  <a:lnTo>
                    <a:pt x="631012" y="2565"/>
                  </a:lnTo>
                  <a:lnTo>
                    <a:pt x="588060" y="12"/>
                  </a:lnTo>
                  <a:lnTo>
                    <a:pt x="545325" y="2565"/>
                  </a:lnTo>
                  <a:lnTo>
                    <a:pt x="507136" y="10617"/>
                  </a:lnTo>
                  <a:lnTo>
                    <a:pt x="444868" y="45694"/>
                  </a:lnTo>
                  <a:lnTo>
                    <a:pt x="402336" y="110083"/>
                  </a:lnTo>
                  <a:lnTo>
                    <a:pt x="388785" y="154787"/>
                  </a:lnTo>
                  <a:lnTo>
                    <a:pt x="380568" y="208648"/>
                  </a:lnTo>
                  <a:lnTo>
                    <a:pt x="377799" y="272262"/>
                  </a:lnTo>
                  <a:lnTo>
                    <a:pt x="377799" y="332574"/>
                  </a:lnTo>
                  <a:lnTo>
                    <a:pt x="380568" y="396176"/>
                  </a:lnTo>
                  <a:lnTo>
                    <a:pt x="388785" y="450037"/>
                  </a:lnTo>
                  <a:lnTo>
                    <a:pt x="402336" y="494741"/>
                  </a:lnTo>
                  <a:lnTo>
                    <a:pt x="421081" y="530898"/>
                  </a:lnTo>
                  <a:lnTo>
                    <a:pt x="473608" y="580021"/>
                  </a:lnTo>
                  <a:lnTo>
                    <a:pt x="545325" y="602259"/>
                  </a:lnTo>
                  <a:lnTo>
                    <a:pt x="588060" y="604812"/>
                  </a:lnTo>
                  <a:lnTo>
                    <a:pt x="631012" y="602259"/>
                  </a:lnTo>
                  <a:lnTo>
                    <a:pt x="669328" y="594207"/>
                  </a:lnTo>
                  <a:lnTo>
                    <a:pt x="731583" y="559130"/>
                  </a:lnTo>
                  <a:lnTo>
                    <a:pt x="773963" y="494741"/>
                  </a:lnTo>
                  <a:lnTo>
                    <a:pt x="787412" y="450037"/>
                  </a:lnTo>
                  <a:lnTo>
                    <a:pt x="795578" y="396176"/>
                  </a:lnTo>
                  <a:lnTo>
                    <a:pt x="798322" y="332574"/>
                  </a:lnTo>
                  <a:lnTo>
                    <a:pt x="798322" y="272262"/>
                  </a:lnTo>
                  <a:close/>
                </a:path>
                <a:path w="1138554" h="605155">
                  <a:moveTo>
                    <a:pt x="1138402" y="443979"/>
                  </a:moveTo>
                  <a:lnTo>
                    <a:pt x="1133233" y="395554"/>
                  </a:lnTo>
                  <a:lnTo>
                    <a:pt x="1118781" y="353275"/>
                  </a:lnTo>
                  <a:lnTo>
                    <a:pt x="1096606" y="314858"/>
                  </a:lnTo>
                  <a:lnTo>
                    <a:pt x="1068273" y="278003"/>
                  </a:lnTo>
                  <a:lnTo>
                    <a:pt x="1018679" y="221526"/>
                  </a:lnTo>
                  <a:lnTo>
                    <a:pt x="1004989" y="203555"/>
                  </a:lnTo>
                  <a:lnTo>
                    <a:pt x="996010" y="186232"/>
                  </a:lnTo>
                  <a:lnTo>
                    <a:pt x="993470" y="169227"/>
                  </a:lnTo>
                  <a:lnTo>
                    <a:pt x="996492" y="154736"/>
                  </a:lnTo>
                  <a:lnTo>
                    <a:pt x="1004468" y="143154"/>
                  </a:lnTo>
                  <a:lnTo>
                    <a:pt x="1019517" y="135178"/>
                  </a:lnTo>
                  <a:lnTo>
                    <a:pt x="1043749" y="131533"/>
                  </a:lnTo>
                  <a:lnTo>
                    <a:pt x="1066990" y="130822"/>
                  </a:lnTo>
                  <a:lnTo>
                    <a:pt x="1082065" y="132143"/>
                  </a:lnTo>
                  <a:lnTo>
                    <a:pt x="1095578" y="136944"/>
                  </a:lnTo>
                  <a:lnTo>
                    <a:pt x="1114107" y="146608"/>
                  </a:lnTo>
                  <a:lnTo>
                    <a:pt x="1114107" y="25133"/>
                  </a:lnTo>
                  <a:lnTo>
                    <a:pt x="1105776" y="21209"/>
                  </a:lnTo>
                  <a:lnTo>
                    <a:pt x="1082586" y="12573"/>
                  </a:lnTo>
                  <a:lnTo>
                    <a:pt x="1047305" y="3937"/>
                  </a:lnTo>
                  <a:lnTo>
                    <a:pt x="1002690" y="0"/>
                  </a:lnTo>
                  <a:lnTo>
                    <a:pt x="961212" y="3327"/>
                  </a:lnTo>
                  <a:lnTo>
                    <a:pt x="918514" y="15278"/>
                  </a:lnTo>
                  <a:lnTo>
                    <a:pt x="879652" y="38912"/>
                  </a:lnTo>
                  <a:lnTo>
                    <a:pt x="849630" y="77216"/>
                  </a:lnTo>
                  <a:lnTo>
                    <a:pt x="833475" y="133210"/>
                  </a:lnTo>
                  <a:lnTo>
                    <a:pt x="833856" y="186702"/>
                  </a:lnTo>
                  <a:lnTo>
                    <a:pt x="847826" y="235089"/>
                  </a:lnTo>
                  <a:lnTo>
                    <a:pt x="873887" y="279857"/>
                  </a:lnTo>
                  <a:lnTo>
                    <a:pt x="910551" y="322516"/>
                  </a:lnTo>
                  <a:lnTo>
                    <a:pt x="947521" y="361810"/>
                  </a:lnTo>
                  <a:lnTo>
                    <a:pt x="969492" y="391210"/>
                  </a:lnTo>
                  <a:lnTo>
                    <a:pt x="978750" y="415582"/>
                  </a:lnTo>
                  <a:lnTo>
                    <a:pt x="977569" y="439801"/>
                  </a:lnTo>
                  <a:lnTo>
                    <a:pt x="970191" y="454406"/>
                  </a:lnTo>
                  <a:lnTo>
                    <a:pt x="956932" y="463677"/>
                  </a:lnTo>
                  <a:lnTo>
                    <a:pt x="939749" y="468541"/>
                  </a:lnTo>
                  <a:lnTo>
                    <a:pt x="920597" y="469950"/>
                  </a:lnTo>
                  <a:lnTo>
                    <a:pt x="891070" y="469671"/>
                  </a:lnTo>
                  <a:lnTo>
                    <a:pt x="872845" y="467753"/>
                  </a:lnTo>
                  <a:lnTo>
                    <a:pt x="858405" y="462521"/>
                  </a:lnTo>
                  <a:lnTo>
                    <a:pt x="840181" y="452361"/>
                  </a:lnTo>
                  <a:lnTo>
                    <a:pt x="840181" y="581355"/>
                  </a:lnTo>
                  <a:lnTo>
                    <a:pt x="849096" y="585025"/>
                  </a:lnTo>
                  <a:lnTo>
                    <a:pt x="873798" y="593090"/>
                  </a:lnTo>
                  <a:lnTo>
                    <a:pt x="911212" y="601154"/>
                  </a:lnTo>
                  <a:lnTo>
                    <a:pt x="958291" y="604824"/>
                  </a:lnTo>
                  <a:lnTo>
                    <a:pt x="996937" y="602335"/>
                  </a:lnTo>
                  <a:lnTo>
                    <a:pt x="1037386" y="593280"/>
                  </a:lnTo>
                  <a:lnTo>
                    <a:pt x="1075677" y="575284"/>
                  </a:lnTo>
                  <a:lnTo>
                    <a:pt x="1107909" y="545998"/>
                  </a:lnTo>
                  <a:lnTo>
                    <a:pt x="1130122" y="503008"/>
                  </a:lnTo>
                  <a:lnTo>
                    <a:pt x="1138402" y="443979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8" name="object 12">
              <a:extLst>
                <a:ext uri="{FF2B5EF4-FFF2-40B4-BE49-F238E27FC236}">
                  <a16:creationId xmlns:a16="http://schemas.microsoft.com/office/drawing/2014/main" id="{0223383A-68A7-6086-850B-9654B43161EC}"/>
                </a:ext>
              </a:extLst>
            </p:cNvPr>
            <p:cNvSpPr/>
            <p:nvPr/>
          </p:nvSpPr>
          <p:spPr>
            <a:xfrm>
              <a:off x="4418863" y="748112"/>
              <a:ext cx="300355" cy="586740"/>
            </a:xfrm>
            <a:custGeom>
              <a:avLst/>
              <a:gdLst/>
              <a:ahLst/>
              <a:cxnLst/>
              <a:rect l="l" t="t" r="r" b="b"/>
              <a:pathLst>
                <a:path w="300354" h="586740">
                  <a:moveTo>
                    <a:pt x="299897" y="0"/>
                  </a:moveTo>
                  <a:lnTo>
                    <a:pt x="0" y="0"/>
                  </a:lnTo>
                  <a:lnTo>
                    <a:pt x="0" y="128270"/>
                  </a:lnTo>
                  <a:lnTo>
                    <a:pt x="0" y="229870"/>
                  </a:lnTo>
                  <a:lnTo>
                    <a:pt x="0" y="358140"/>
                  </a:lnTo>
                  <a:lnTo>
                    <a:pt x="0" y="458470"/>
                  </a:lnTo>
                  <a:lnTo>
                    <a:pt x="0" y="586740"/>
                  </a:lnTo>
                  <a:lnTo>
                    <a:pt x="299897" y="586740"/>
                  </a:lnTo>
                  <a:lnTo>
                    <a:pt x="299897" y="458470"/>
                  </a:lnTo>
                  <a:lnTo>
                    <a:pt x="154965" y="458470"/>
                  </a:lnTo>
                  <a:lnTo>
                    <a:pt x="154965" y="358140"/>
                  </a:lnTo>
                  <a:lnTo>
                    <a:pt x="283972" y="358140"/>
                  </a:lnTo>
                  <a:lnTo>
                    <a:pt x="283972" y="229870"/>
                  </a:lnTo>
                  <a:lnTo>
                    <a:pt x="154965" y="229870"/>
                  </a:lnTo>
                  <a:lnTo>
                    <a:pt x="154965" y="128270"/>
                  </a:lnTo>
                  <a:lnTo>
                    <a:pt x="299897" y="128270"/>
                  </a:lnTo>
                  <a:lnTo>
                    <a:pt x="299897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9" name="object 13">
              <a:extLst>
                <a:ext uri="{FF2B5EF4-FFF2-40B4-BE49-F238E27FC236}">
                  <a16:creationId xmlns:a16="http://schemas.microsoft.com/office/drawing/2014/main" id="{7FAD33DA-E071-53B6-7BDB-2523414B9911}"/>
                </a:ext>
              </a:extLst>
            </p:cNvPr>
            <p:cNvSpPr/>
            <p:nvPr/>
          </p:nvSpPr>
          <p:spPr>
            <a:xfrm>
              <a:off x="4764825" y="748215"/>
              <a:ext cx="419734" cy="586740"/>
            </a:xfrm>
            <a:custGeom>
              <a:avLst/>
              <a:gdLst/>
              <a:ahLst/>
              <a:cxnLst/>
              <a:rect l="l" t="t" r="r" b="b"/>
              <a:pathLst>
                <a:path w="419735" h="586740">
                  <a:moveTo>
                    <a:pt x="419683" y="0"/>
                  </a:moveTo>
                  <a:lnTo>
                    <a:pt x="264703" y="0"/>
                  </a:lnTo>
                  <a:lnTo>
                    <a:pt x="264703" y="303247"/>
                  </a:lnTo>
                  <a:lnTo>
                    <a:pt x="169209" y="0"/>
                  </a:lnTo>
                  <a:lnTo>
                    <a:pt x="0" y="0"/>
                  </a:lnTo>
                  <a:lnTo>
                    <a:pt x="0" y="586380"/>
                  </a:lnTo>
                  <a:lnTo>
                    <a:pt x="154969" y="586380"/>
                  </a:lnTo>
                  <a:lnTo>
                    <a:pt x="154969" y="283143"/>
                  </a:lnTo>
                  <a:lnTo>
                    <a:pt x="260526" y="586380"/>
                  </a:lnTo>
                  <a:lnTo>
                    <a:pt x="419683" y="586380"/>
                  </a:lnTo>
                  <a:lnTo>
                    <a:pt x="419683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0" name="object 14">
              <a:extLst>
                <a:ext uri="{FF2B5EF4-FFF2-40B4-BE49-F238E27FC236}">
                  <a16:creationId xmlns:a16="http://schemas.microsoft.com/office/drawing/2014/main" id="{3D4CDBE4-CBE8-972F-70E3-483892F4CFAB}"/>
                </a:ext>
              </a:extLst>
            </p:cNvPr>
            <p:cNvSpPr/>
            <p:nvPr/>
          </p:nvSpPr>
          <p:spPr>
            <a:xfrm>
              <a:off x="5368760" y="748112"/>
              <a:ext cx="912494" cy="587375"/>
            </a:xfrm>
            <a:custGeom>
              <a:avLst/>
              <a:gdLst/>
              <a:ahLst/>
              <a:cxnLst/>
              <a:rect l="l" t="t" r="r" b="b"/>
              <a:pathLst>
                <a:path w="912495" h="587375">
                  <a:moveTo>
                    <a:pt x="299885" y="0"/>
                  </a:moveTo>
                  <a:lnTo>
                    <a:pt x="0" y="0"/>
                  </a:lnTo>
                  <a:lnTo>
                    <a:pt x="0" y="128270"/>
                  </a:lnTo>
                  <a:lnTo>
                    <a:pt x="0" y="229870"/>
                  </a:lnTo>
                  <a:lnTo>
                    <a:pt x="0" y="358140"/>
                  </a:lnTo>
                  <a:lnTo>
                    <a:pt x="0" y="458470"/>
                  </a:lnTo>
                  <a:lnTo>
                    <a:pt x="0" y="586740"/>
                  </a:lnTo>
                  <a:lnTo>
                    <a:pt x="299885" y="586740"/>
                  </a:lnTo>
                  <a:lnTo>
                    <a:pt x="299885" y="458470"/>
                  </a:lnTo>
                  <a:lnTo>
                    <a:pt x="154965" y="458470"/>
                  </a:lnTo>
                  <a:lnTo>
                    <a:pt x="154965" y="358140"/>
                  </a:lnTo>
                  <a:lnTo>
                    <a:pt x="283959" y="358140"/>
                  </a:lnTo>
                  <a:lnTo>
                    <a:pt x="283959" y="229870"/>
                  </a:lnTo>
                  <a:lnTo>
                    <a:pt x="154965" y="229870"/>
                  </a:lnTo>
                  <a:lnTo>
                    <a:pt x="154965" y="128270"/>
                  </a:lnTo>
                  <a:lnTo>
                    <a:pt x="299885" y="128270"/>
                  </a:lnTo>
                  <a:lnTo>
                    <a:pt x="299885" y="0"/>
                  </a:lnTo>
                  <a:close/>
                </a:path>
                <a:path w="912495" h="587375">
                  <a:moveTo>
                    <a:pt x="719569" y="586486"/>
                  </a:moveTo>
                  <a:lnTo>
                    <a:pt x="619887" y="294132"/>
                  </a:lnTo>
                  <a:lnTo>
                    <a:pt x="712863" y="114"/>
                  </a:lnTo>
                  <a:lnTo>
                    <a:pt x="557885" y="114"/>
                  </a:lnTo>
                  <a:lnTo>
                    <a:pt x="521881" y="198640"/>
                  </a:lnTo>
                  <a:lnTo>
                    <a:pt x="485851" y="114"/>
                  </a:lnTo>
                  <a:lnTo>
                    <a:pt x="330873" y="114"/>
                  </a:lnTo>
                  <a:lnTo>
                    <a:pt x="423862" y="294132"/>
                  </a:lnTo>
                  <a:lnTo>
                    <a:pt x="325018" y="586486"/>
                  </a:lnTo>
                  <a:lnTo>
                    <a:pt x="479996" y="586486"/>
                  </a:lnTo>
                  <a:lnTo>
                    <a:pt x="521881" y="389636"/>
                  </a:lnTo>
                  <a:lnTo>
                    <a:pt x="564603" y="586486"/>
                  </a:lnTo>
                  <a:lnTo>
                    <a:pt x="719569" y="586486"/>
                  </a:lnTo>
                  <a:close/>
                </a:path>
                <a:path w="912495" h="587375">
                  <a:moveTo>
                    <a:pt x="912215" y="358254"/>
                  </a:moveTo>
                  <a:lnTo>
                    <a:pt x="757237" y="358254"/>
                  </a:lnTo>
                  <a:lnTo>
                    <a:pt x="757237" y="586854"/>
                  </a:lnTo>
                  <a:lnTo>
                    <a:pt x="912215" y="586854"/>
                  </a:lnTo>
                  <a:lnTo>
                    <a:pt x="912215" y="358254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1" name="object 15">
              <a:extLst>
                <a:ext uri="{FF2B5EF4-FFF2-40B4-BE49-F238E27FC236}">
                  <a16:creationId xmlns:a16="http://schemas.microsoft.com/office/drawing/2014/main" id="{1CFC181D-EBC9-754D-B064-2F79893C933E}"/>
                </a:ext>
              </a:extLst>
            </p:cNvPr>
            <p:cNvSpPr/>
            <p:nvPr/>
          </p:nvSpPr>
          <p:spPr>
            <a:xfrm>
              <a:off x="6125997" y="748226"/>
              <a:ext cx="384810" cy="586740"/>
            </a:xfrm>
            <a:custGeom>
              <a:avLst/>
              <a:gdLst/>
              <a:ahLst/>
              <a:cxnLst/>
              <a:rect l="l" t="t" r="r" b="b"/>
              <a:pathLst>
                <a:path w="384809" h="586740">
                  <a:moveTo>
                    <a:pt x="384517" y="0"/>
                  </a:moveTo>
                  <a:lnTo>
                    <a:pt x="229539" y="0"/>
                  </a:lnTo>
                  <a:lnTo>
                    <a:pt x="229539" y="229870"/>
                  </a:lnTo>
                  <a:lnTo>
                    <a:pt x="154978" y="229870"/>
                  </a:lnTo>
                  <a:lnTo>
                    <a:pt x="154978" y="0"/>
                  </a:lnTo>
                  <a:lnTo>
                    <a:pt x="0" y="0"/>
                  </a:lnTo>
                  <a:lnTo>
                    <a:pt x="0" y="229870"/>
                  </a:lnTo>
                  <a:lnTo>
                    <a:pt x="0" y="358140"/>
                  </a:lnTo>
                  <a:lnTo>
                    <a:pt x="229539" y="358140"/>
                  </a:lnTo>
                  <a:lnTo>
                    <a:pt x="229539" y="586740"/>
                  </a:lnTo>
                  <a:lnTo>
                    <a:pt x="384517" y="586740"/>
                  </a:lnTo>
                  <a:lnTo>
                    <a:pt x="384517" y="358140"/>
                  </a:lnTo>
                  <a:lnTo>
                    <a:pt x="384517" y="229870"/>
                  </a:lnTo>
                  <a:lnTo>
                    <a:pt x="384517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2" name="object 16">
              <a:extLst>
                <a:ext uri="{FF2B5EF4-FFF2-40B4-BE49-F238E27FC236}">
                  <a16:creationId xmlns:a16="http://schemas.microsoft.com/office/drawing/2014/main" id="{828B3253-F25C-607C-7833-257F1E4B0FA8}"/>
                </a:ext>
              </a:extLst>
            </p:cNvPr>
            <p:cNvSpPr/>
            <p:nvPr/>
          </p:nvSpPr>
          <p:spPr>
            <a:xfrm>
              <a:off x="6560753" y="748218"/>
              <a:ext cx="155575" cy="586740"/>
            </a:xfrm>
            <a:custGeom>
              <a:avLst/>
              <a:gdLst/>
              <a:ahLst/>
              <a:cxnLst/>
              <a:rect l="l" t="t" r="r" b="b"/>
              <a:pathLst>
                <a:path w="155575" h="586740">
                  <a:moveTo>
                    <a:pt x="154979" y="0"/>
                  </a:moveTo>
                  <a:lnTo>
                    <a:pt x="0" y="0"/>
                  </a:lnTo>
                  <a:lnTo>
                    <a:pt x="0" y="586380"/>
                  </a:lnTo>
                  <a:lnTo>
                    <a:pt x="154979" y="586380"/>
                  </a:lnTo>
                  <a:lnTo>
                    <a:pt x="154979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17">
              <a:extLst>
                <a:ext uri="{FF2B5EF4-FFF2-40B4-BE49-F238E27FC236}">
                  <a16:creationId xmlns:a16="http://schemas.microsoft.com/office/drawing/2014/main" id="{2CF9FB2B-3B6D-1150-AD68-99948EE8BF41}"/>
                </a:ext>
              </a:extLst>
            </p:cNvPr>
            <p:cNvSpPr/>
            <p:nvPr/>
          </p:nvSpPr>
          <p:spPr>
            <a:xfrm>
              <a:off x="6765976" y="748213"/>
              <a:ext cx="582295" cy="586740"/>
            </a:xfrm>
            <a:custGeom>
              <a:avLst/>
              <a:gdLst/>
              <a:ahLst/>
              <a:cxnLst/>
              <a:rect l="l" t="t" r="r" b="b"/>
              <a:pathLst>
                <a:path w="582295" h="586740">
                  <a:moveTo>
                    <a:pt x="385330" y="412991"/>
                  </a:moveTo>
                  <a:lnTo>
                    <a:pt x="382206" y="370255"/>
                  </a:lnTo>
                  <a:lnTo>
                    <a:pt x="376694" y="351840"/>
                  </a:lnTo>
                  <a:lnTo>
                    <a:pt x="370370" y="330682"/>
                  </a:lnTo>
                  <a:lnTo>
                    <a:pt x="346113" y="297065"/>
                  </a:lnTo>
                  <a:lnTo>
                    <a:pt x="305752" y="272249"/>
                  </a:lnTo>
                  <a:lnTo>
                    <a:pt x="330682" y="247472"/>
                  </a:lnTo>
                  <a:lnTo>
                    <a:pt x="347281" y="222834"/>
                  </a:lnTo>
                  <a:lnTo>
                    <a:pt x="348068" y="221678"/>
                  </a:lnTo>
                  <a:lnTo>
                    <a:pt x="358533" y="194144"/>
                  </a:lnTo>
                  <a:lnTo>
                    <a:pt x="362724" y="164185"/>
                  </a:lnTo>
                  <a:lnTo>
                    <a:pt x="361607" y="128181"/>
                  </a:lnTo>
                  <a:lnTo>
                    <a:pt x="361099" y="112179"/>
                  </a:lnTo>
                  <a:lnTo>
                    <a:pt x="349758" y="70612"/>
                  </a:lnTo>
                  <a:lnTo>
                    <a:pt x="299186" y="17068"/>
                  </a:lnTo>
                  <a:lnTo>
                    <a:pt x="260604" y="4191"/>
                  </a:lnTo>
                  <a:lnTo>
                    <a:pt x="238747" y="2247"/>
                  </a:lnTo>
                  <a:lnTo>
                    <a:pt x="238747" y="404609"/>
                  </a:lnTo>
                  <a:lnTo>
                    <a:pt x="236804" y="423938"/>
                  </a:lnTo>
                  <a:lnTo>
                    <a:pt x="230162" y="441147"/>
                  </a:lnTo>
                  <a:lnTo>
                    <a:pt x="217538" y="453491"/>
                  </a:lnTo>
                  <a:lnTo>
                    <a:pt x="197700" y="458216"/>
                  </a:lnTo>
                  <a:lnTo>
                    <a:pt x="154978" y="458216"/>
                  </a:lnTo>
                  <a:lnTo>
                    <a:pt x="154978" y="351840"/>
                  </a:lnTo>
                  <a:lnTo>
                    <a:pt x="197700" y="351840"/>
                  </a:lnTo>
                  <a:lnTo>
                    <a:pt x="217538" y="356425"/>
                  </a:lnTo>
                  <a:lnTo>
                    <a:pt x="230162" y="368490"/>
                  </a:lnTo>
                  <a:lnTo>
                    <a:pt x="236804" y="385406"/>
                  </a:lnTo>
                  <a:lnTo>
                    <a:pt x="238747" y="404609"/>
                  </a:lnTo>
                  <a:lnTo>
                    <a:pt x="238747" y="2247"/>
                  </a:lnTo>
                  <a:lnTo>
                    <a:pt x="218643" y="457"/>
                  </a:lnTo>
                  <a:lnTo>
                    <a:pt x="218643" y="175082"/>
                  </a:lnTo>
                  <a:lnTo>
                    <a:pt x="216700" y="193852"/>
                  </a:lnTo>
                  <a:lnTo>
                    <a:pt x="210058" y="209016"/>
                  </a:lnTo>
                  <a:lnTo>
                    <a:pt x="197434" y="219138"/>
                  </a:lnTo>
                  <a:lnTo>
                    <a:pt x="177596" y="222834"/>
                  </a:lnTo>
                  <a:lnTo>
                    <a:pt x="154978" y="222834"/>
                  </a:lnTo>
                  <a:lnTo>
                    <a:pt x="154978" y="128181"/>
                  </a:lnTo>
                  <a:lnTo>
                    <a:pt x="177596" y="128181"/>
                  </a:lnTo>
                  <a:lnTo>
                    <a:pt x="197434" y="131851"/>
                  </a:lnTo>
                  <a:lnTo>
                    <a:pt x="210058" y="141897"/>
                  </a:lnTo>
                  <a:lnTo>
                    <a:pt x="216700" y="156806"/>
                  </a:lnTo>
                  <a:lnTo>
                    <a:pt x="218643" y="175082"/>
                  </a:lnTo>
                  <a:lnTo>
                    <a:pt x="218643" y="457"/>
                  </a:lnTo>
                  <a:lnTo>
                    <a:pt x="213614" y="0"/>
                  </a:lnTo>
                  <a:lnTo>
                    <a:pt x="0" y="0"/>
                  </a:lnTo>
                  <a:lnTo>
                    <a:pt x="0" y="586384"/>
                  </a:lnTo>
                  <a:lnTo>
                    <a:pt x="232041" y="586384"/>
                  </a:lnTo>
                  <a:lnTo>
                    <a:pt x="281216" y="580288"/>
                  </a:lnTo>
                  <a:lnTo>
                    <a:pt x="320192" y="563016"/>
                  </a:lnTo>
                  <a:lnTo>
                    <a:pt x="349529" y="536117"/>
                  </a:lnTo>
                  <a:lnTo>
                    <a:pt x="369798" y="501129"/>
                  </a:lnTo>
                  <a:lnTo>
                    <a:pt x="381546" y="459574"/>
                  </a:lnTo>
                  <a:lnTo>
                    <a:pt x="381660" y="458216"/>
                  </a:lnTo>
                  <a:lnTo>
                    <a:pt x="385330" y="412991"/>
                  </a:lnTo>
                  <a:close/>
                </a:path>
                <a:path w="582295" h="586740">
                  <a:moveTo>
                    <a:pt x="582193" y="12"/>
                  </a:moveTo>
                  <a:lnTo>
                    <a:pt x="427228" y="12"/>
                  </a:lnTo>
                  <a:lnTo>
                    <a:pt x="427228" y="586384"/>
                  </a:lnTo>
                  <a:lnTo>
                    <a:pt x="582193" y="586384"/>
                  </a:lnTo>
                  <a:lnTo>
                    <a:pt x="582193" y="12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4" name="object 18">
              <a:extLst>
                <a:ext uri="{FF2B5EF4-FFF2-40B4-BE49-F238E27FC236}">
                  <a16:creationId xmlns:a16="http://schemas.microsoft.com/office/drawing/2014/main" id="{4E6592E4-24AA-AD98-A47F-D4490D851C0B}"/>
                </a:ext>
              </a:extLst>
            </p:cNvPr>
            <p:cNvSpPr/>
            <p:nvPr/>
          </p:nvSpPr>
          <p:spPr>
            <a:xfrm>
              <a:off x="7394874" y="739532"/>
              <a:ext cx="326390" cy="604520"/>
            </a:xfrm>
            <a:custGeom>
              <a:avLst/>
              <a:gdLst/>
              <a:ahLst/>
              <a:cxnLst/>
              <a:rect l="l" t="t" r="r" b="b"/>
              <a:pathLst>
                <a:path w="326390" h="604519">
                  <a:moveTo>
                    <a:pt x="207113" y="0"/>
                  </a:moveTo>
                  <a:lnTo>
                    <a:pt x="134190" y="10376"/>
                  </a:lnTo>
                  <a:lnTo>
                    <a:pt x="72294" y="45917"/>
                  </a:lnTo>
                  <a:lnTo>
                    <a:pt x="47068" y="76041"/>
                  </a:lnTo>
                  <a:lnTo>
                    <a:pt x="26501" y="115957"/>
                  </a:lnTo>
                  <a:lnTo>
                    <a:pt x="11228" y="166831"/>
                  </a:lnTo>
                  <a:lnTo>
                    <a:pt x="1884" y="229830"/>
                  </a:lnTo>
                  <a:lnTo>
                    <a:pt x="0" y="299672"/>
                  </a:lnTo>
                  <a:lnTo>
                    <a:pt x="471" y="340210"/>
                  </a:lnTo>
                  <a:lnTo>
                    <a:pt x="10171" y="437071"/>
                  </a:lnTo>
                  <a:lnTo>
                    <a:pt x="24565" y="487977"/>
                  </a:lnTo>
                  <a:lnTo>
                    <a:pt x="44441" y="527850"/>
                  </a:lnTo>
                  <a:lnTo>
                    <a:pt x="69178" y="557900"/>
                  </a:lnTo>
                  <a:lnTo>
                    <a:pt x="130739" y="593384"/>
                  </a:lnTo>
                  <a:lnTo>
                    <a:pt x="204263" y="604127"/>
                  </a:lnTo>
                  <a:lnTo>
                    <a:pt x="243953" y="603251"/>
                  </a:lnTo>
                  <a:lnTo>
                    <a:pt x="284764" y="599826"/>
                  </a:lnTo>
                  <a:lnTo>
                    <a:pt x="326073" y="595065"/>
                  </a:lnTo>
                  <a:lnTo>
                    <a:pt x="326073" y="461875"/>
                  </a:lnTo>
                  <a:lnTo>
                    <a:pt x="294268" y="468678"/>
                  </a:lnTo>
                  <a:lnTo>
                    <a:pt x="252971" y="471503"/>
                  </a:lnTo>
                  <a:lnTo>
                    <a:pt x="210991" y="463554"/>
                  </a:lnTo>
                  <a:lnTo>
                    <a:pt x="177133" y="438035"/>
                  </a:lnTo>
                  <a:lnTo>
                    <a:pt x="160204" y="388149"/>
                  </a:lnTo>
                  <a:lnTo>
                    <a:pt x="157383" y="344003"/>
                  </a:lnTo>
                  <a:lnTo>
                    <a:pt x="156442" y="300093"/>
                  </a:lnTo>
                  <a:lnTo>
                    <a:pt x="157383" y="257281"/>
                  </a:lnTo>
                  <a:lnTo>
                    <a:pt x="160204" y="216427"/>
                  </a:lnTo>
                  <a:lnTo>
                    <a:pt x="177454" y="165485"/>
                  </a:lnTo>
                  <a:lnTo>
                    <a:pt x="211353" y="139635"/>
                  </a:lnTo>
                  <a:lnTo>
                    <a:pt x="253212" y="131801"/>
                  </a:lnTo>
                  <a:lnTo>
                    <a:pt x="294348" y="134907"/>
                  </a:lnTo>
                  <a:lnTo>
                    <a:pt x="326073" y="141874"/>
                  </a:lnTo>
                  <a:lnTo>
                    <a:pt x="326073" y="11198"/>
                  </a:lnTo>
                  <a:lnTo>
                    <a:pt x="285989" y="5452"/>
                  </a:lnTo>
                  <a:lnTo>
                    <a:pt x="246124" y="1331"/>
                  </a:lnTo>
                  <a:lnTo>
                    <a:pt x="207113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5" name="object 19">
              <a:extLst>
                <a:ext uri="{FF2B5EF4-FFF2-40B4-BE49-F238E27FC236}">
                  <a16:creationId xmlns:a16="http://schemas.microsoft.com/office/drawing/2014/main" id="{F37F5D4A-B837-215E-25D6-FBC64801416B}"/>
                </a:ext>
              </a:extLst>
            </p:cNvPr>
            <p:cNvSpPr/>
            <p:nvPr/>
          </p:nvSpPr>
          <p:spPr>
            <a:xfrm>
              <a:off x="7771197" y="748218"/>
              <a:ext cx="155575" cy="586740"/>
            </a:xfrm>
            <a:custGeom>
              <a:avLst/>
              <a:gdLst/>
              <a:ahLst/>
              <a:cxnLst/>
              <a:rect l="l" t="t" r="r" b="b"/>
              <a:pathLst>
                <a:path w="155575" h="586740">
                  <a:moveTo>
                    <a:pt x="154969" y="0"/>
                  </a:moveTo>
                  <a:lnTo>
                    <a:pt x="0" y="0"/>
                  </a:lnTo>
                  <a:lnTo>
                    <a:pt x="0" y="586380"/>
                  </a:lnTo>
                  <a:lnTo>
                    <a:pt x="154969" y="586380"/>
                  </a:lnTo>
                  <a:lnTo>
                    <a:pt x="154969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6" name="object 20">
              <a:extLst>
                <a:ext uri="{FF2B5EF4-FFF2-40B4-BE49-F238E27FC236}">
                  <a16:creationId xmlns:a16="http://schemas.microsoft.com/office/drawing/2014/main" id="{55A84291-4347-92E7-97DC-F0D535FEDD0E}"/>
                </a:ext>
              </a:extLst>
            </p:cNvPr>
            <p:cNvSpPr/>
            <p:nvPr/>
          </p:nvSpPr>
          <p:spPr>
            <a:xfrm>
              <a:off x="7972233" y="553032"/>
              <a:ext cx="421005" cy="791210"/>
            </a:xfrm>
            <a:custGeom>
              <a:avLst/>
              <a:gdLst/>
              <a:ahLst/>
              <a:cxnLst/>
              <a:rect l="l" t="t" r="r" b="b"/>
              <a:pathLst>
                <a:path w="421004" h="791210">
                  <a:moveTo>
                    <a:pt x="308273" y="0"/>
                  </a:moveTo>
                  <a:lnTo>
                    <a:pt x="182612" y="0"/>
                  </a:lnTo>
                  <a:lnTo>
                    <a:pt x="161670" y="153304"/>
                  </a:lnTo>
                  <a:lnTo>
                    <a:pt x="257164" y="153304"/>
                  </a:lnTo>
                  <a:lnTo>
                    <a:pt x="308273" y="0"/>
                  </a:lnTo>
                  <a:close/>
                </a:path>
                <a:path w="421004" h="791210">
                  <a:moveTo>
                    <a:pt x="210265" y="185962"/>
                  </a:moveTo>
                  <a:lnTo>
                    <a:pt x="167532" y="188515"/>
                  </a:lnTo>
                  <a:lnTo>
                    <a:pt x="129336" y="196575"/>
                  </a:lnTo>
                  <a:lnTo>
                    <a:pt x="67078" y="231650"/>
                  </a:lnTo>
                  <a:lnTo>
                    <a:pt x="24541" y="296042"/>
                  </a:lnTo>
                  <a:lnTo>
                    <a:pt x="10994" y="340748"/>
                  </a:lnTo>
                  <a:lnTo>
                    <a:pt x="2770" y="394604"/>
                  </a:lnTo>
                  <a:lnTo>
                    <a:pt x="0" y="458216"/>
                  </a:lnTo>
                  <a:lnTo>
                    <a:pt x="0" y="518528"/>
                  </a:lnTo>
                  <a:lnTo>
                    <a:pt x="2770" y="582137"/>
                  </a:lnTo>
                  <a:lnTo>
                    <a:pt x="10994" y="635991"/>
                  </a:lnTo>
                  <a:lnTo>
                    <a:pt x="24541" y="680695"/>
                  </a:lnTo>
                  <a:lnTo>
                    <a:pt x="43279" y="716857"/>
                  </a:lnTo>
                  <a:lnTo>
                    <a:pt x="95807" y="765982"/>
                  </a:lnTo>
                  <a:lnTo>
                    <a:pt x="167532" y="788219"/>
                  </a:lnTo>
                  <a:lnTo>
                    <a:pt x="210265" y="790771"/>
                  </a:lnTo>
                  <a:lnTo>
                    <a:pt x="253216" y="788219"/>
                  </a:lnTo>
                  <a:lnTo>
                    <a:pt x="291527" y="780158"/>
                  </a:lnTo>
                  <a:lnTo>
                    <a:pt x="353789" y="745084"/>
                  </a:lnTo>
                  <a:lnTo>
                    <a:pt x="396166" y="680695"/>
                  </a:lnTo>
                  <a:lnTo>
                    <a:pt x="404889" y="651718"/>
                  </a:lnTo>
                  <a:lnTo>
                    <a:pt x="210265" y="651718"/>
                  </a:lnTo>
                  <a:lnTo>
                    <a:pt x="182184" y="645672"/>
                  </a:lnTo>
                  <a:lnTo>
                    <a:pt x="165336" y="623449"/>
                  </a:lnTo>
                  <a:lnTo>
                    <a:pt x="157128" y="578919"/>
                  </a:lnTo>
                  <a:lnTo>
                    <a:pt x="154969" y="505953"/>
                  </a:lnTo>
                  <a:lnTo>
                    <a:pt x="154969" y="471619"/>
                  </a:lnTo>
                  <a:lnTo>
                    <a:pt x="157128" y="398663"/>
                  </a:lnTo>
                  <a:lnTo>
                    <a:pt x="165336" y="354135"/>
                  </a:lnTo>
                  <a:lnTo>
                    <a:pt x="182184" y="331911"/>
                  </a:lnTo>
                  <a:lnTo>
                    <a:pt x="210265" y="325864"/>
                  </a:lnTo>
                  <a:lnTo>
                    <a:pt x="405143" y="325864"/>
                  </a:lnTo>
                  <a:lnTo>
                    <a:pt x="396166" y="296042"/>
                  </a:lnTo>
                  <a:lnTo>
                    <a:pt x="377518" y="259878"/>
                  </a:lnTo>
                  <a:lnTo>
                    <a:pt x="325088" y="210752"/>
                  </a:lnTo>
                  <a:lnTo>
                    <a:pt x="253216" y="188515"/>
                  </a:lnTo>
                  <a:lnTo>
                    <a:pt x="210265" y="185962"/>
                  </a:lnTo>
                  <a:close/>
                </a:path>
                <a:path w="421004" h="791210">
                  <a:moveTo>
                    <a:pt x="405143" y="325864"/>
                  </a:moveTo>
                  <a:lnTo>
                    <a:pt x="210265" y="325864"/>
                  </a:lnTo>
                  <a:lnTo>
                    <a:pt x="238819" y="331911"/>
                  </a:lnTo>
                  <a:lnTo>
                    <a:pt x="255909" y="354135"/>
                  </a:lnTo>
                  <a:lnTo>
                    <a:pt x="264206" y="398663"/>
                  </a:lnTo>
                  <a:lnTo>
                    <a:pt x="266379" y="471619"/>
                  </a:lnTo>
                  <a:lnTo>
                    <a:pt x="266379" y="505953"/>
                  </a:lnTo>
                  <a:lnTo>
                    <a:pt x="264206" y="578919"/>
                  </a:lnTo>
                  <a:lnTo>
                    <a:pt x="255909" y="623449"/>
                  </a:lnTo>
                  <a:lnTo>
                    <a:pt x="238819" y="645672"/>
                  </a:lnTo>
                  <a:lnTo>
                    <a:pt x="210265" y="651718"/>
                  </a:lnTo>
                  <a:lnTo>
                    <a:pt x="404889" y="651718"/>
                  </a:lnTo>
                  <a:lnTo>
                    <a:pt x="409623" y="635991"/>
                  </a:lnTo>
                  <a:lnTo>
                    <a:pt x="417778" y="582137"/>
                  </a:lnTo>
                  <a:lnTo>
                    <a:pt x="420521" y="518528"/>
                  </a:lnTo>
                  <a:lnTo>
                    <a:pt x="420521" y="458216"/>
                  </a:lnTo>
                  <a:lnTo>
                    <a:pt x="417778" y="394604"/>
                  </a:lnTo>
                  <a:lnTo>
                    <a:pt x="409623" y="340748"/>
                  </a:lnTo>
                  <a:lnTo>
                    <a:pt x="405143" y="325864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7" name="object 21">
              <a:extLst>
                <a:ext uri="{FF2B5EF4-FFF2-40B4-BE49-F238E27FC236}">
                  <a16:creationId xmlns:a16="http://schemas.microsoft.com/office/drawing/2014/main" id="{B82BB9F9-8AC2-B2C6-6A00-1472821A4577}"/>
                </a:ext>
              </a:extLst>
            </p:cNvPr>
            <p:cNvSpPr/>
            <p:nvPr/>
          </p:nvSpPr>
          <p:spPr>
            <a:xfrm>
              <a:off x="8438808" y="748215"/>
              <a:ext cx="419734" cy="586740"/>
            </a:xfrm>
            <a:custGeom>
              <a:avLst/>
              <a:gdLst/>
              <a:ahLst/>
              <a:cxnLst/>
              <a:rect l="l" t="t" r="r" b="b"/>
              <a:pathLst>
                <a:path w="419734" h="586740">
                  <a:moveTo>
                    <a:pt x="419683" y="0"/>
                  </a:moveTo>
                  <a:lnTo>
                    <a:pt x="264703" y="0"/>
                  </a:lnTo>
                  <a:lnTo>
                    <a:pt x="264703" y="303247"/>
                  </a:lnTo>
                  <a:lnTo>
                    <a:pt x="169209" y="0"/>
                  </a:lnTo>
                  <a:lnTo>
                    <a:pt x="0" y="0"/>
                  </a:lnTo>
                  <a:lnTo>
                    <a:pt x="0" y="586380"/>
                  </a:lnTo>
                  <a:lnTo>
                    <a:pt x="154969" y="586380"/>
                  </a:lnTo>
                  <a:lnTo>
                    <a:pt x="154969" y="283143"/>
                  </a:lnTo>
                  <a:lnTo>
                    <a:pt x="260526" y="586380"/>
                  </a:lnTo>
                  <a:lnTo>
                    <a:pt x="419683" y="586380"/>
                  </a:lnTo>
                  <a:lnTo>
                    <a:pt x="419683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pic>
        <p:nvPicPr>
          <p:cNvPr id="49" name="object 26">
            <a:extLst>
              <a:ext uri="{FF2B5EF4-FFF2-40B4-BE49-F238E27FC236}">
                <a16:creationId xmlns:a16="http://schemas.microsoft.com/office/drawing/2014/main" id="{34A6D347-42D7-9268-53D5-E8A2DA5475A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2357" y="1253278"/>
            <a:ext cx="3312082" cy="4822132"/>
          </a:xfrm>
          <a:prstGeom prst="rect">
            <a:avLst/>
          </a:prstGeom>
        </p:spPr>
      </p:pic>
      <p:sp>
        <p:nvSpPr>
          <p:cNvPr id="51" name="object 28">
            <a:extLst>
              <a:ext uri="{FF2B5EF4-FFF2-40B4-BE49-F238E27FC236}">
                <a16:creationId xmlns:a16="http://schemas.microsoft.com/office/drawing/2014/main" id="{39ECC4EA-A84D-C9DF-9B41-F2CFDE0314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8952" y="367374"/>
            <a:ext cx="1615953" cy="370944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lang="es-CO" spc="-276" dirty="0"/>
              <a:t>en</a:t>
            </a:r>
            <a:r>
              <a:rPr spc="-173" dirty="0"/>
              <a:t> </a:t>
            </a:r>
            <a:r>
              <a:rPr spc="-236" dirty="0"/>
              <a:t>almacenes</a:t>
            </a:r>
          </a:p>
        </p:txBody>
      </p:sp>
      <p:pic>
        <p:nvPicPr>
          <p:cNvPr id="52" name="Picture 2">
            <a:extLst>
              <a:ext uri="{FF2B5EF4-FFF2-40B4-BE49-F238E27FC236}">
                <a16:creationId xmlns:a16="http://schemas.microsoft.com/office/drawing/2014/main" id="{05909999-B315-ECA7-16CC-5BD34522F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3549" y="281128"/>
            <a:ext cx="507839" cy="50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276</Words>
  <Application>Microsoft Office PowerPoint</Application>
  <PresentationFormat>Panorámica</PresentationFormat>
  <Paragraphs>61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Candara</vt:lpstr>
      <vt:lpstr>Trebuchet MS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en almacenes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tatiana cuellar</dc:creator>
  <cp:lastModifiedBy>david arango arevalo</cp:lastModifiedBy>
  <cp:revision>7</cp:revision>
  <dcterms:created xsi:type="dcterms:W3CDTF">2024-07-04T13:55:08Z</dcterms:created>
  <dcterms:modified xsi:type="dcterms:W3CDTF">2026-01-16T19:27:57Z</dcterms:modified>
</cp:coreProperties>
</file>