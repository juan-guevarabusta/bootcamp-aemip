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24.jpg" ContentType="image/jpeg"/>
  <Override PartName="/ppt/media/image55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7" r:id="rId4"/>
    <p:sldId id="268" r:id="rId5"/>
    <p:sldId id="260" r:id="rId6"/>
    <p:sldId id="269" r:id="rId7"/>
    <p:sldId id="270" r:id="rId8"/>
    <p:sldId id="274" r:id="rId9"/>
    <p:sldId id="258" r:id="rId10"/>
    <p:sldId id="261" r:id="rId11"/>
    <p:sldId id="266" r:id="rId12"/>
    <p:sldId id="264" r:id="rId13"/>
    <p:sldId id="263" r:id="rId14"/>
    <p:sldId id="265" r:id="rId15"/>
  </p:sldIdLst>
  <p:sldSz cx="20104100" cy="11309350"/>
  <p:notesSz cx="20104100" cy="1130935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3611"/>
    <a:srgbClr val="E6D573"/>
    <a:srgbClr val="487F21"/>
    <a:srgbClr val="99B137"/>
    <a:srgbClr val="A0D9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822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E5C022-C966-4571-A99F-D13DD144AC36}" type="datetimeFigureOut">
              <a:rPr lang="es-CO" smtClean="0"/>
              <a:t>23/09/2024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964F49-6FB6-46A6-804F-F5CFD7385E2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71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64F49-6FB6-46A6-804F-F5CFD7385E28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097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64F49-6FB6-46A6-804F-F5CFD7385E28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7934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68107" y="704528"/>
            <a:ext cx="16967885" cy="61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jpe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jpe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jpg"/><Relationship Id="rId7" Type="http://schemas.openxmlformats.org/officeDocument/2006/relationships/image" Target="../media/image39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jpg"/><Relationship Id="rId11" Type="http://schemas.openxmlformats.org/officeDocument/2006/relationships/image" Target="../media/image42.png"/><Relationship Id="rId5" Type="http://schemas.openxmlformats.org/officeDocument/2006/relationships/image" Target="../media/image37.png"/><Relationship Id="rId10" Type="http://schemas.openxmlformats.org/officeDocument/2006/relationships/image" Target="../media/image41.jpg"/><Relationship Id="rId4" Type="http://schemas.openxmlformats.org/officeDocument/2006/relationships/image" Target="../media/image36.jp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47.jpg"/><Relationship Id="rId12" Type="http://schemas.openxmlformats.org/officeDocument/2006/relationships/image" Target="../media/image52.png"/><Relationship Id="rId2" Type="http://schemas.openxmlformats.org/officeDocument/2006/relationships/image" Target="../media/image10.png"/><Relationship Id="rId16" Type="http://schemas.openxmlformats.org/officeDocument/2006/relationships/image" Target="../media/image5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9.png"/><Relationship Id="rId10" Type="http://schemas.openxmlformats.org/officeDocument/2006/relationships/image" Target="../media/image50.jp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F5E4F9C1-B767-CABC-2585-735DB3ECE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8262" y="625475"/>
            <a:ext cx="5824713" cy="11309350"/>
          </a:xfrm>
          <a:prstGeom prst="rect">
            <a:avLst/>
          </a:prstGeom>
        </p:spPr>
      </p:pic>
      <p:sp>
        <p:nvSpPr>
          <p:cNvPr id="16" name="object 20">
            <a:extLst>
              <a:ext uri="{FF2B5EF4-FFF2-40B4-BE49-F238E27FC236}">
                <a16:creationId xmlns:a16="http://schemas.microsoft.com/office/drawing/2014/main" id="{63092190-BCCE-BE38-F23B-C08791AA06FE}"/>
              </a:ext>
            </a:extLst>
          </p:cNvPr>
          <p:cNvSpPr txBox="1"/>
          <p:nvPr/>
        </p:nvSpPr>
        <p:spPr>
          <a:xfrm>
            <a:off x="5448049" y="7153410"/>
            <a:ext cx="9689600" cy="93487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6000" i="1" spc="-409" dirty="0">
                <a:latin typeface="+mj-lt"/>
                <a:cs typeface="Trebuchet MS"/>
              </a:rPr>
              <a:t>La</a:t>
            </a:r>
            <a:r>
              <a:rPr sz="6000" i="1" spc="-285" dirty="0">
                <a:latin typeface="+mj-lt"/>
                <a:cs typeface="Trebuchet MS"/>
              </a:rPr>
              <a:t> </a:t>
            </a:r>
            <a:r>
              <a:rPr sz="6000" i="1" spc="-390" dirty="0">
                <a:latin typeface="+mj-lt"/>
                <a:cs typeface="Trebuchet MS"/>
              </a:rPr>
              <a:t>receta</a:t>
            </a:r>
            <a:r>
              <a:rPr sz="6000" i="1" spc="-285" dirty="0">
                <a:latin typeface="+mj-lt"/>
                <a:cs typeface="Trebuchet MS"/>
              </a:rPr>
              <a:t> </a:t>
            </a:r>
            <a:r>
              <a:rPr sz="6000" i="1" spc="-470" dirty="0">
                <a:latin typeface="+mj-lt"/>
                <a:cs typeface="Trebuchet MS"/>
              </a:rPr>
              <a:t>de</a:t>
            </a:r>
            <a:r>
              <a:rPr sz="6000" i="1" spc="-285" dirty="0">
                <a:latin typeface="+mj-lt"/>
                <a:cs typeface="Trebuchet MS"/>
              </a:rPr>
              <a:t> la  </a:t>
            </a:r>
            <a:r>
              <a:rPr sz="6000" i="1" spc="-400" dirty="0">
                <a:latin typeface="+mj-lt"/>
                <a:cs typeface="Trebuchet MS"/>
              </a:rPr>
              <a:t>abuela</a:t>
            </a:r>
            <a:r>
              <a:rPr sz="6000" i="1" spc="-285" dirty="0">
                <a:latin typeface="+mj-lt"/>
                <a:cs typeface="Trebuchet MS"/>
              </a:rPr>
              <a:t> </a:t>
            </a:r>
            <a:r>
              <a:rPr sz="6000" i="1" spc="-405" dirty="0">
                <a:latin typeface="+mj-lt"/>
                <a:cs typeface="Trebuchet MS"/>
              </a:rPr>
              <a:t>hecha</a:t>
            </a:r>
            <a:r>
              <a:rPr sz="6000" i="1" spc="-285" dirty="0">
                <a:latin typeface="+mj-lt"/>
                <a:cs typeface="Trebuchet MS"/>
              </a:rPr>
              <a:t> </a:t>
            </a:r>
            <a:r>
              <a:rPr sz="6000" i="1" spc="-315" dirty="0">
                <a:latin typeface="+mj-lt"/>
                <a:cs typeface="Trebuchet MS"/>
              </a:rPr>
              <a:t>snack</a:t>
            </a:r>
            <a:endParaRPr sz="6000" i="1" dirty="0">
              <a:latin typeface="+mj-lt"/>
              <a:cs typeface="Trebuchet MS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C809C28-52EF-15E6-FF4D-435FF70939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953" y="3034177"/>
            <a:ext cx="9103792" cy="41192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543013" y="748212"/>
            <a:ext cx="419734" cy="586740"/>
          </a:xfrm>
          <a:custGeom>
            <a:avLst/>
            <a:gdLst/>
            <a:ahLst/>
            <a:cxnLst/>
            <a:rect l="l" t="t" r="r" b="b"/>
            <a:pathLst>
              <a:path w="419734" h="586740">
                <a:moveTo>
                  <a:pt x="419683" y="0"/>
                </a:moveTo>
                <a:lnTo>
                  <a:pt x="264714" y="0"/>
                </a:lnTo>
                <a:lnTo>
                  <a:pt x="264714" y="303247"/>
                </a:lnTo>
                <a:lnTo>
                  <a:pt x="169219" y="0"/>
                </a:lnTo>
                <a:lnTo>
                  <a:pt x="0" y="0"/>
                </a:lnTo>
                <a:lnTo>
                  <a:pt x="0" y="586380"/>
                </a:lnTo>
                <a:lnTo>
                  <a:pt x="154969" y="586380"/>
                </a:lnTo>
                <a:lnTo>
                  <a:pt x="154969" y="283143"/>
                </a:lnTo>
                <a:lnTo>
                  <a:pt x="260526" y="586380"/>
                </a:lnTo>
                <a:lnTo>
                  <a:pt x="419683" y="586380"/>
                </a:lnTo>
                <a:lnTo>
                  <a:pt x="419683" y="0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12943" y="748212"/>
            <a:ext cx="384810" cy="595630"/>
          </a:xfrm>
          <a:custGeom>
            <a:avLst/>
            <a:gdLst/>
            <a:ahLst/>
            <a:cxnLst/>
            <a:rect l="l" t="t" r="r" b="b"/>
            <a:pathLst>
              <a:path w="384809" h="595630">
                <a:moveTo>
                  <a:pt x="384501" y="0"/>
                </a:moveTo>
                <a:lnTo>
                  <a:pt x="229521" y="0"/>
                </a:lnTo>
                <a:lnTo>
                  <a:pt x="229521" y="416332"/>
                </a:lnTo>
                <a:lnTo>
                  <a:pt x="226591" y="437889"/>
                </a:lnTo>
                <a:lnTo>
                  <a:pt x="218636" y="451829"/>
                </a:lnTo>
                <a:lnTo>
                  <a:pt x="206909" y="459328"/>
                </a:lnTo>
                <a:lnTo>
                  <a:pt x="192664" y="461567"/>
                </a:lnTo>
                <a:lnTo>
                  <a:pt x="178070" y="459328"/>
                </a:lnTo>
                <a:lnTo>
                  <a:pt x="166382" y="451829"/>
                </a:lnTo>
                <a:lnTo>
                  <a:pt x="158620" y="437889"/>
                </a:lnTo>
                <a:lnTo>
                  <a:pt x="155806" y="416332"/>
                </a:lnTo>
                <a:lnTo>
                  <a:pt x="155806" y="0"/>
                </a:lnTo>
                <a:lnTo>
                  <a:pt x="0" y="0"/>
                </a:lnTo>
                <a:lnTo>
                  <a:pt x="0" y="371936"/>
                </a:lnTo>
                <a:lnTo>
                  <a:pt x="3743" y="438305"/>
                </a:lnTo>
                <a:lnTo>
                  <a:pt x="14554" y="490283"/>
                </a:lnTo>
                <a:lnTo>
                  <a:pt x="31805" y="529578"/>
                </a:lnTo>
                <a:lnTo>
                  <a:pt x="83112" y="576952"/>
                </a:lnTo>
                <a:lnTo>
                  <a:pt x="152639" y="594092"/>
                </a:lnTo>
                <a:lnTo>
                  <a:pt x="192664" y="595594"/>
                </a:lnTo>
                <a:lnTo>
                  <a:pt x="232656" y="594092"/>
                </a:lnTo>
                <a:lnTo>
                  <a:pt x="301958" y="576952"/>
                </a:lnTo>
                <a:lnTo>
                  <a:pt x="352960" y="529578"/>
                </a:lnTo>
                <a:lnTo>
                  <a:pt x="370077" y="490283"/>
                </a:lnTo>
                <a:lnTo>
                  <a:pt x="380794" y="438305"/>
                </a:lnTo>
                <a:lnTo>
                  <a:pt x="384501" y="371936"/>
                </a:lnTo>
                <a:lnTo>
                  <a:pt x="384501" y="0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47685" y="739006"/>
            <a:ext cx="640080" cy="605155"/>
          </a:xfrm>
          <a:custGeom>
            <a:avLst/>
            <a:gdLst/>
            <a:ahLst/>
            <a:cxnLst/>
            <a:rect l="l" t="t" r="r" b="b"/>
            <a:pathLst>
              <a:path w="640080" h="605155">
                <a:moveTo>
                  <a:pt x="299885" y="9105"/>
                </a:moveTo>
                <a:lnTo>
                  <a:pt x="0" y="9105"/>
                </a:lnTo>
                <a:lnTo>
                  <a:pt x="0" y="137375"/>
                </a:lnTo>
                <a:lnTo>
                  <a:pt x="0" y="238975"/>
                </a:lnTo>
                <a:lnTo>
                  <a:pt x="0" y="367245"/>
                </a:lnTo>
                <a:lnTo>
                  <a:pt x="0" y="467575"/>
                </a:lnTo>
                <a:lnTo>
                  <a:pt x="0" y="595845"/>
                </a:lnTo>
                <a:lnTo>
                  <a:pt x="299885" y="595845"/>
                </a:lnTo>
                <a:lnTo>
                  <a:pt x="299885" y="467575"/>
                </a:lnTo>
                <a:lnTo>
                  <a:pt x="154965" y="467575"/>
                </a:lnTo>
                <a:lnTo>
                  <a:pt x="154965" y="367245"/>
                </a:lnTo>
                <a:lnTo>
                  <a:pt x="283972" y="367245"/>
                </a:lnTo>
                <a:lnTo>
                  <a:pt x="283972" y="238975"/>
                </a:lnTo>
                <a:lnTo>
                  <a:pt x="154965" y="238975"/>
                </a:lnTo>
                <a:lnTo>
                  <a:pt x="154965" y="137375"/>
                </a:lnTo>
                <a:lnTo>
                  <a:pt x="299885" y="137375"/>
                </a:lnTo>
                <a:lnTo>
                  <a:pt x="299885" y="9105"/>
                </a:lnTo>
                <a:close/>
              </a:path>
              <a:path w="640080" h="605155">
                <a:moveTo>
                  <a:pt x="639978" y="443979"/>
                </a:moveTo>
                <a:lnTo>
                  <a:pt x="634809" y="395541"/>
                </a:lnTo>
                <a:lnTo>
                  <a:pt x="620356" y="353263"/>
                </a:lnTo>
                <a:lnTo>
                  <a:pt x="598182" y="314845"/>
                </a:lnTo>
                <a:lnTo>
                  <a:pt x="569861" y="277990"/>
                </a:lnTo>
                <a:lnTo>
                  <a:pt x="520268" y="221513"/>
                </a:lnTo>
                <a:lnTo>
                  <a:pt x="506577" y="203555"/>
                </a:lnTo>
                <a:lnTo>
                  <a:pt x="497598" y="186232"/>
                </a:lnTo>
                <a:lnTo>
                  <a:pt x="495058" y="169214"/>
                </a:lnTo>
                <a:lnTo>
                  <a:pt x="498094" y="154724"/>
                </a:lnTo>
                <a:lnTo>
                  <a:pt x="506056" y="143141"/>
                </a:lnTo>
                <a:lnTo>
                  <a:pt x="521093" y="135166"/>
                </a:lnTo>
                <a:lnTo>
                  <a:pt x="545325" y="131521"/>
                </a:lnTo>
                <a:lnTo>
                  <a:pt x="568566" y="130810"/>
                </a:lnTo>
                <a:lnTo>
                  <a:pt x="583653" y="132143"/>
                </a:lnTo>
                <a:lnTo>
                  <a:pt x="597154" y="136931"/>
                </a:lnTo>
                <a:lnTo>
                  <a:pt x="615683" y="146596"/>
                </a:lnTo>
                <a:lnTo>
                  <a:pt x="615683" y="25133"/>
                </a:lnTo>
                <a:lnTo>
                  <a:pt x="607352" y="21209"/>
                </a:lnTo>
                <a:lnTo>
                  <a:pt x="584174" y="12560"/>
                </a:lnTo>
                <a:lnTo>
                  <a:pt x="548894" y="3924"/>
                </a:lnTo>
                <a:lnTo>
                  <a:pt x="504278" y="0"/>
                </a:lnTo>
                <a:lnTo>
                  <a:pt x="462800" y="3314"/>
                </a:lnTo>
                <a:lnTo>
                  <a:pt x="420116" y="15278"/>
                </a:lnTo>
                <a:lnTo>
                  <a:pt x="381241" y="38900"/>
                </a:lnTo>
                <a:lnTo>
                  <a:pt x="351218" y="77203"/>
                </a:lnTo>
                <a:lnTo>
                  <a:pt x="335064" y="133184"/>
                </a:lnTo>
                <a:lnTo>
                  <a:pt x="335445" y="186677"/>
                </a:lnTo>
                <a:lnTo>
                  <a:pt x="349415" y="235077"/>
                </a:lnTo>
                <a:lnTo>
                  <a:pt x="375475" y="279857"/>
                </a:lnTo>
                <a:lnTo>
                  <a:pt x="412140" y="322516"/>
                </a:lnTo>
                <a:lnTo>
                  <a:pt x="449110" y="361810"/>
                </a:lnTo>
                <a:lnTo>
                  <a:pt x="471081" y="391198"/>
                </a:lnTo>
                <a:lnTo>
                  <a:pt x="480339" y="415569"/>
                </a:lnTo>
                <a:lnTo>
                  <a:pt x="479145" y="439788"/>
                </a:lnTo>
                <a:lnTo>
                  <a:pt x="471779" y="454393"/>
                </a:lnTo>
                <a:lnTo>
                  <a:pt x="458520" y="463664"/>
                </a:lnTo>
                <a:lnTo>
                  <a:pt x="441337" y="468528"/>
                </a:lnTo>
                <a:lnTo>
                  <a:pt x="422186" y="469938"/>
                </a:lnTo>
                <a:lnTo>
                  <a:pt x="392658" y="469671"/>
                </a:lnTo>
                <a:lnTo>
                  <a:pt x="374434" y="467741"/>
                </a:lnTo>
                <a:lnTo>
                  <a:pt x="359994" y="462521"/>
                </a:lnTo>
                <a:lnTo>
                  <a:pt x="341769" y="452348"/>
                </a:lnTo>
                <a:lnTo>
                  <a:pt x="341769" y="581355"/>
                </a:lnTo>
                <a:lnTo>
                  <a:pt x="350685" y="585012"/>
                </a:lnTo>
                <a:lnTo>
                  <a:pt x="375386" y="593077"/>
                </a:lnTo>
                <a:lnTo>
                  <a:pt x="412800" y="601141"/>
                </a:lnTo>
                <a:lnTo>
                  <a:pt x="459879" y="604812"/>
                </a:lnTo>
                <a:lnTo>
                  <a:pt x="498525" y="602322"/>
                </a:lnTo>
                <a:lnTo>
                  <a:pt x="538962" y="593267"/>
                </a:lnTo>
                <a:lnTo>
                  <a:pt x="577265" y="575284"/>
                </a:lnTo>
                <a:lnTo>
                  <a:pt x="609485" y="545985"/>
                </a:lnTo>
                <a:lnTo>
                  <a:pt x="631698" y="503008"/>
                </a:lnTo>
                <a:lnTo>
                  <a:pt x="639978" y="443979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04415" y="748112"/>
            <a:ext cx="1256030" cy="586740"/>
          </a:xfrm>
          <a:custGeom>
            <a:avLst/>
            <a:gdLst/>
            <a:ahLst/>
            <a:cxnLst/>
            <a:rect l="l" t="t" r="r" b="b"/>
            <a:pathLst>
              <a:path w="1256029" h="586740">
                <a:moveTo>
                  <a:pt x="361048" y="0"/>
                </a:moveTo>
                <a:lnTo>
                  <a:pt x="0" y="0"/>
                </a:lnTo>
                <a:lnTo>
                  <a:pt x="0" y="128270"/>
                </a:lnTo>
                <a:lnTo>
                  <a:pt x="103035" y="128270"/>
                </a:lnTo>
                <a:lnTo>
                  <a:pt x="103035" y="586740"/>
                </a:lnTo>
                <a:lnTo>
                  <a:pt x="258013" y="586740"/>
                </a:lnTo>
                <a:lnTo>
                  <a:pt x="258013" y="128270"/>
                </a:lnTo>
                <a:lnTo>
                  <a:pt x="361048" y="128270"/>
                </a:lnTo>
                <a:lnTo>
                  <a:pt x="361048" y="0"/>
                </a:lnTo>
                <a:close/>
              </a:path>
              <a:path w="1256029" h="586740">
                <a:moveTo>
                  <a:pt x="805853" y="586498"/>
                </a:moveTo>
                <a:lnTo>
                  <a:pt x="729818" y="413080"/>
                </a:lnTo>
                <a:lnTo>
                  <a:pt x="710349" y="368693"/>
                </a:lnTo>
                <a:lnTo>
                  <a:pt x="739013" y="340956"/>
                </a:lnTo>
                <a:lnTo>
                  <a:pt x="761238" y="305130"/>
                </a:lnTo>
                <a:lnTo>
                  <a:pt x="767778" y="284924"/>
                </a:lnTo>
                <a:lnTo>
                  <a:pt x="775614" y="260667"/>
                </a:lnTo>
                <a:lnTo>
                  <a:pt x="780719" y="207022"/>
                </a:lnTo>
                <a:lnTo>
                  <a:pt x="777748" y="153619"/>
                </a:lnTo>
                <a:lnTo>
                  <a:pt x="768591" y="107746"/>
                </a:lnTo>
                <a:lnTo>
                  <a:pt x="752957" y="69659"/>
                </a:lnTo>
                <a:lnTo>
                  <a:pt x="700913" y="17830"/>
                </a:lnTo>
                <a:lnTo>
                  <a:pt x="663867" y="4572"/>
                </a:lnTo>
                <a:lnTo>
                  <a:pt x="626579" y="863"/>
                </a:lnTo>
                <a:lnTo>
                  <a:pt x="626579" y="207022"/>
                </a:lnTo>
                <a:lnTo>
                  <a:pt x="624852" y="237210"/>
                </a:lnTo>
                <a:lnTo>
                  <a:pt x="617778" y="261988"/>
                </a:lnTo>
                <a:lnTo>
                  <a:pt x="602551" y="278752"/>
                </a:lnTo>
                <a:lnTo>
                  <a:pt x="576313" y="284924"/>
                </a:lnTo>
                <a:lnTo>
                  <a:pt x="553694" y="284924"/>
                </a:lnTo>
                <a:lnTo>
                  <a:pt x="553694" y="128282"/>
                </a:lnTo>
                <a:lnTo>
                  <a:pt x="576313" y="128282"/>
                </a:lnTo>
                <a:lnTo>
                  <a:pt x="602551" y="134454"/>
                </a:lnTo>
                <a:lnTo>
                  <a:pt x="617778" y="151307"/>
                </a:lnTo>
                <a:lnTo>
                  <a:pt x="624852" y="176339"/>
                </a:lnTo>
                <a:lnTo>
                  <a:pt x="626579" y="207022"/>
                </a:lnTo>
                <a:lnTo>
                  <a:pt x="626579" y="863"/>
                </a:lnTo>
                <a:lnTo>
                  <a:pt x="619036" y="101"/>
                </a:lnTo>
                <a:lnTo>
                  <a:pt x="398729" y="101"/>
                </a:lnTo>
                <a:lnTo>
                  <a:pt x="398729" y="586498"/>
                </a:lnTo>
                <a:lnTo>
                  <a:pt x="553694" y="586498"/>
                </a:lnTo>
                <a:lnTo>
                  <a:pt x="553694" y="413080"/>
                </a:lnTo>
                <a:lnTo>
                  <a:pt x="578827" y="413080"/>
                </a:lnTo>
                <a:lnTo>
                  <a:pt x="642493" y="586498"/>
                </a:lnTo>
                <a:lnTo>
                  <a:pt x="805853" y="586498"/>
                </a:lnTo>
                <a:close/>
              </a:path>
              <a:path w="1256029" h="586740">
                <a:moveTo>
                  <a:pt x="1255674" y="586486"/>
                </a:moveTo>
                <a:lnTo>
                  <a:pt x="1234706" y="485965"/>
                </a:lnTo>
                <a:lnTo>
                  <a:pt x="1207973" y="357809"/>
                </a:lnTo>
                <a:lnTo>
                  <a:pt x="1168146" y="166801"/>
                </a:lnTo>
                <a:lnTo>
                  <a:pt x="1133373" y="114"/>
                </a:lnTo>
                <a:lnTo>
                  <a:pt x="1060500" y="114"/>
                </a:lnTo>
                <a:lnTo>
                  <a:pt x="1060500" y="357809"/>
                </a:lnTo>
                <a:lnTo>
                  <a:pt x="1008557" y="357809"/>
                </a:lnTo>
                <a:lnTo>
                  <a:pt x="1034529" y="166801"/>
                </a:lnTo>
                <a:lnTo>
                  <a:pt x="1060500" y="357809"/>
                </a:lnTo>
                <a:lnTo>
                  <a:pt x="1060500" y="114"/>
                </a:lnTo>
                <a:lnTo>
                  <a:pt x="935685" y="114"/>
                </a:lnTo>
                <a:lnTo>
                  <a:pt x="814209" y="586486"/>
                </a:lnTo>
                <a:lnTo>
                  <a:pt x="969187" y="586486"/>
                </a:lnTo>
                <a:lnTo>
                  <a:pt x="986764" y="485965"/>
                </a:lnTo>
                <a:lnTo>
                  <a:pt x="1083106" y="485965"/>
                </a:lnTo>
                <a:lnTo>
                  <a:pt x="1100709" y="586486"/>
                </a:lnTo>
                <a:lnTo>
                  <a:pt x="1255674" y="586486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31794" y="1106352"/>
            <a:ext cx="155575" cy="228600"/>
          </a:xfrm>
          <a:custGeom>
            <a:avLst/>
            <a:gdLst/>
            <a:ahLst/>
            <a:cxnLst/>
            <a:rect l="l" t="t" r="r" b="b"/>
            <a:pathLst>
              <a:path w="155575" h="228600">
                <a:moveTo>
                  <a:pt x="0" y="228599"/>
                </a:moveTo>
                <a:lnTo>
                  <a:pt x="154969" y="228599"/>
                </a:lnTo>
                <a:lnTo>
                  <a:pt x="154969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31794" y="748213"/>
            <a:ext cx="384810" cy="586740"/>
          </a:xfrm>
          <a:custGeom>
            <a:avLst/>
            <a:gdLst/>
            <a:ahLst/>
            <a:cxnLst/>
            <a:rect l="l" t="t" r="r" b="b"/>
            <a:pathLst>
              <a:path w="384810" h="586740">
                <a:moveTo>
                  <a:pt x="384492" y="0"/>
                </a:moveTo>
                <a:lnTo>
                  <a:pt x="229514" y="0"/>
                </a:lnTo>
                <a:lnTo>
                  <a:pt x="229514" y="229870"/>
                </a:lnTo>
                <a:lnTo>
                  <a:pt x="154965" y="229870"/>
                </a:lnTo>
                <a:lnTo>
                  <a:pt x="154965" y="0"/>
                </a:lnTo>
                <a:lnTo>
                  <a:pt x="0" y="0"/>
                </a:lnTo>
                <a:lnTo>
                  <a:pt x="0" y="229870"/>
                </a:lnTo>
                <a:lnTo>
                  <a:pt x="0" y="358140"/>
                </a:lnTo>
                <a:lnTo>
                  <a:pt x="229514" y="358140"/>
                </a:lnTo>
                <a:lnTo>
                  <a:pt x="229514" y="586740"/>
                </a:lnTo>
                <a:lnTo>
                  <a:pt x="384492" y="586740"/>
                </a:lnTo>
                <a:lnTo>
                  <a:pt x="384492" y="358140"/>
                </a:lnTo>
                <a:lnTo>
                  <a:pt x="384492" y="229870"/>
                </a:lnTo>
                <a:lnTo>
                  <a:pt x="384492" y="0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66538" y="748218"/>
            <a:ext cx="155575" cy="586740"/>
          </a:xfrm>
          <a:custGeom>
            <a:avLst/>
            <a:gdLst/>
            <a:ahLst/>
            <a:cxnLst/>
            <a:rect l="l" t="t" r="r" b="b"/>
            <a:pathLst>
              <a:path w="155575" h="586740">
                <a:moveTo>
                  <a:pt x="154969" y="0"/>
                </a:moveTo>
                <a:lnTo>
                  <a:pt x="0" y="0"/>
                </a:lnTo>
                <a:lnTo>
                  <a:pt x="0" y="586380"/>
                </a:lnTo>
                <a:lnTo>
                  <a:pt x="154969" y="586380"/>
                </a:lnTo>
                <a:lnTo>
                  <a:pt x="154969" y="0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69254" y="739000"/>
            <a:ext cx="305435" cy="605155"/>
          </a:xfrm>
          <a:custGeom>
            <a:avLst/>
            <a:gdLst/>
            <a:ahLst/>
            <a:cxnLst/>
            <a:rect l="l" t="t" r="r" b="b"/>
            <a:pathLst>
              <a:path w="305435" h="605155">
                <a:moveTo>
                  <a:pt x="169209" y="0"/>
                </a:moveTo>
                <a:lnTo>
                  <a:pt x="127728" y="3317"/>
                </a:lnTo>
                <a:lnTo>
                  <a:pt x="85040" y="15279"/>
                </a:lnTo>
                <a:lnTo>
                  <a:pt x="46172" y="38901"/>
                </a:lnTo>
                <a:lnTo>
                  <a:pt x="16150" y="77199"/>
                </a:lnTo>
                <a:lnTo>
                  <a:pt x="0" y="133189"/>
                </a:lnTo>
                <a:lnTo>
                  <a:pt x="379" y="186682"/>
                </a:lnTo>
                <a:lnTo>
                  <a:pt x="14345" y="235072"/>
                </a:lnTo>
                <a:lnTo>
                  <a:pt x="40404" y="279851"/>
                </a:lnTo>
                <a:lnTo>
                  <a:pt x="77065" y="322513"/>
                </a:lnTo>
                <a:lnTo>
                  <a:pt x="114041" y="361805"/>
                </a:lnTo>
                <a:lnTo>
                  <a:pt x="136016" y="391202"/>
                </a:lnTo>
                <a:lnTo>
                  <a:pt x="145270" y="415573"/>
                </a:lnTo>
                <a:lnTo>
                  <a:pt x="144079" y="439787"/>
                </a:lnTo>
                <a:lnTo>
                  <a:pt x="136710" y="454394"/>
                </a:lnTo>
                <a:lnTo>
                  <a:pt x="123451" y="463661"/>
                </a:lnTo>
                <a:lnTo>
                  <a:pt x="106266" y="468530"/>
                </a:lnTo>
                <a:lnTo>
                  <a:pt x="87117" y="469943"/>
                </a:lnTo>
                <a:lnTo>
                  <a:pt x="57589" y="469668"/>
                </a:lnTo>
                <a:lnTo>
                  <a:pt x="39370" y="467744"/>
                </a:lnTo>
                <a:lnTo>
                  <a:pt x="24920" y="462522"/>
                </a:lnTo>
                <a:lnTo>
                  <a:pt x="6701" y="452352"/>
                </a:lnTo>
                <a:lnTo>
                  <a:pt x="6701" y="581354"/>
                </a:lnTo>
                <a:lnTo>
                  <a:pt x="15614" y="585018"/>
                </a:lnTo>
                <a:lnTo>
                  <a:pt x="40312" y="593081"/>
                </a:lnTo>
                <a:lnTo>
                  <a:pt x="77733" y="601143"/>
                </a:lnTo>
                <a:lnTo>
                  <a:pt x="124812" y="604808"/>
                </a:lnTo>
                <a:lnTo>
                  <a:pt x="163458" y="602319"/>
                </a:lnTo>
                <a:lnTo>
                  <a:pt x="203895" y="593267"/>
                </a:lnTo>
                <a:lnTo>
                  <a:pt x="242191" y="575280"/>
                </a:lnTo>
                <a:lnTo>
                  <a:pt x="274414" y="545985"/>
                </a:lnTo>
                <a:lnTo>
                  <a:pt x="296632" y="503008"/>
                </a:lnTo>
                <a:lnTo>
                  <a:pt x="304912" y="443976"/>
                </a:lnTo>
                <a:lnTo>
                  <a:pt x="299745" y="395545"/>
                </a:lnTo>
                <a:lnTo>
                  <a:pt x="285290" y="353265"/>
                </a:lnTo>
                <a:lnTo>
                  <a:pt x="263115" y="314845"/>
                </a:lnTo>
                <a:lnTo>
                  <a:pt x="234789" y="277991"/>
                </a:lnTo>
                <a:lnTo>
                  <a:pt x="185203" y="221511"/>
                </a:lnTo>
                <a:lnTo>
                  <a:pt x="171513" y="203555"/>
                </a:lnTo>
                <a:lnTo>
                  <a:pt x="162534" y="186229"/>
                </a:lnTo>
                <a:lnTo>
                  <a:pt x="159995" y="169219"/>
                </a:lnTo>
                <a:lnTo>
                  <a:pt x="163018" y="154725"/>
                </a:lnTo>
                <a:lnTo>
                  <a:pt x="170989" y="143139"/>
                </a:lnTo>
                <a:lnTo>
                  <a:pt x="186028" y="135170"/>
                </a:lnTo>
                <a:lnTo>
                  <a:pt x="210255" y="131524"/>
                </a:lnTo>
                <a:lnTo>
                  <a:pt x="233500" y="130811"/>
                </a:lnTo>
                <a:lnTo>
                  <a:pt x="248578" y="132143"/>
                </a:lnTo>
                <a:lnTo>
                  <a:pt x="262086" y="136933"/>
                </a:lnTo>
                <a:lnTo>
                  <a:pt x="280619" y="146592"/>
                </a:lnTo>
                <a:lnTo>
                  <a:pt x="280619" y="25130"/>
                </a:lnTo>
                <a:lnTo>
                  <a:pt x="272282" y="21203"/>
                </a:lnTo>
                <a:lnTo>
                  <a:pt x="249102" y="12565"/>
                </a:lnTo>
                <a:lnTo>
                  <a:pt x="213828" y="3926"/>
                </a:lnTo>
                <a:lnTo>
                  <a:pt x="169209" y="0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90910" y="739006"/>
            <a:ext cx="798830" cy="605155"/>
          </a:xfrm>
          <a:custGeom>
            <a:avLst/>
            <a:gdLst/>
            <a:ahLst/>
            <a:cxnLst/>
            <a:rect l="l" t="t" r="r" b="b"/>
            <a:pathLst>
              <a:path w="798829" h="605155">
                <a:moveTo>
                  <a:pt x="361035" y="9105"/>
                </a:moveTo>
                <a:lnTo>
                  <a:pt x="0" y="9105"/>
                </a:lnTo>
                <a:lnTo>
                  <a:pt x="0" y="137375"/>
                </a:lnTo>
                <a:lnTo>
                  <a:pt x="103022" y="137375"/>
                </a:lnTo>
                <a:lnTo>
                  <a:pt x="103022" y="595845"/>
                </a:lnTo>
                <a:lnTo>
                  <a:pt x="258000" y="595845"/>
                </a:lnTo>
                <a:lnTo>
                  <a:pt x="258000" y="137375"/>
                </a:lnTo>
                <a:lnTo>
                  <a:pt x="361035" y="137375"/>
                </a:lnTo>
                <a:lnTo>
                  <a:pt x="361035" y="9105"/>
                </a:lnTo>
                <a:close/>
              </a:path>
              <a:path w="798829" h="605155">
                <a:moveTo>
                  <a:pt x="798322" y="272249"/>
                </a:moveTo>
                <a:lnTo>
                  <a:pt x="795578" y="208635"/>
                </a:lnTo>
                <a:lnTo>
                  <a:pt x="787425" y="154787"/>
                </a:lnTo>
                <a:lnTo>
                  <a:pt x="782942" y="139903"/>
                </a:lnTo>
                <a:lnTo>
                  <a:pt x="773976" y="110083"/>
                </a:lnTo>
                <a:lnTo>
                  <a:pt x="755319" y="73914"/>
                </a:lnTo>
                <a:lnTo>
                  <a:pt x="702894" y="24790"/>
                </a:lnTo>
                <a:lnTo>
                  <a:pt x="644182" y="5334"/>
                </a:lnTo>
                <a:lnTo>
                  <a:pt x="644182" y="285648"/>
                </a:lnTo>
                <a:lnTo>
                  <a:pt x="644182" y="320001"/>
                </a:lnTo>
                <a:lnTo>
                  <a:pt x="642010" y="392950"/>
                </a:lnTo>
                <a:lnTo>
                  <a:pt x="633717" y="437476"/>
                </a:lnTo>
                <a:lnTo>
                  <a:pt x="616623" y="459701"/>
                </a:lnTo>
                <a:lnTo>
                  <a:pt x="588060" y="465747"/>
                </a:lnTo>
                <a:lnTo>
                  <a:pt x="559981" y="459701"/>
                </a:lnTo>
                <a:lnTo>
                  <a:pt x="543140" y="437476"/>
                </a:lnTo>
                <a:lnTo>
                  <a:pt x="534936" y="392950"/>
                </a:lnTo>
                <a:lnTo>
                  <a:pt x="532777" y="320001"/>
                </a:lnTo>
                <a:lnTo>
                  <a:pt x="532777" y="285648"/>
                </a:lnTo>
                <a:lnTo>
                  <a:pt x="534936" y="212699"/>
                </a:lnTo>
                <a:lnTo>
                  <a:pt x="543140" y="168173"/>
                </a:lnTo>
                <a:lnTo>
                  <a:pt x="559981" y="145948"/>
                </a:lnTo>
                <a:lnTo>
                  <a:pt x="588060" y="139903"/>
                </a:lnTo>
                <a:lnTo>
                  <a:pt x="616623" y="145948"/>
                </a:lnTo>
                <a:lnTo>
                  <a:pt x="633717" y="168173"/>
                </a:lnTo>
                <a:lnTo>
                  <a:pt x="642010" y="212699"/>
                </a:lnTo>
                <a:lnTo>
                  <a:pt x="644182" y="285648"/>
                </a:lnTo>
                <a:lnTo>
                  <a:pt x="644182" y="5334"/>
                </a:lnTo>
                <a:lnTo>
                  <a:pt x="631012" y="2552"/>
                </a:lnTo>
                <a:lnTo>
                  <a:pt x="588060" y="0"/>
                </a:lnTo>
                <a:lnTo>
                  <a:pt x="545325" y="2552"/>
                </a:lnTo>
                <a:lnTo>
                  <a:pt x="507136" y="10617"/>
                </a:lnTo>
                <a:lnTo>
                  <a:pt x="444881" y="45694"/>
                </a:lnTo>
                <a:lnTo>
                  <a:pt x="402348" y="110083"/>
                </a:lnTo>
                <a:lnTo>
                  <a:pt x="388797" y="154787"/>
                </a:lnTo>
                <a:lnTo>
                  <a:pt x="380568" y="208635"/>
                </a:lnTo>
                <a:lnTo>
                  <a:pt x="377799" y="272249"/>
                </a:lnTo>
                <a:lnTo>
                  <a:pt x="377799" y="332562"/>
                </a:lnTo>
                <a:lnTo>
                  <a:pt x="380568" y="396176"/>
                </a:lnTo>
                <a:lnTo>
                  <a:pt x="388797" y="450024"/>
                </a:lnTo>
                <a:lnTo>
                  <a:pt x="402348" y="494728"/>
                </a:lnTo>
                <a:lnTo>
                  <a:pt x="421081" y="530898"/>
                </a:lnTo>
                <a:lnTo>
                  <a:pt x="473608" y="580021"/>
                </a:lnTo>
                <a:lnTo>
                  <a:pt x="545325" y="602259"/>
                </a:lnTo>
                <a:lnTo>
                  <a:pt x="588060" y="604812"/>
                </a:lnTo>
                <a:lnTo>
                  <a:pt x="631012" y="602259"/>
                </a:lnTo>
                <a:lnTo>
                  <a:pt x="669328" y="594194"/>
                </a:lnTo>
                <a:lnTo>
                  <a:pt x="731596" y="559117"/>
                </a:lnTo>
                <a:lnTo>
                  <a:pt x="773976" y="494728"/>
                </a:lnTo>
                <a:lnTo>
                  <a:pt x="782688" y="465747"/>
                </a:lnTo>
                <a:lnTo>
                  <a:pt x="787425" y="450024"/>
                </a:lnTo>
                <a:lnTo>
                  <a:pt x="795578" y="396176"/>
                </a:lnTo>
                <a:lnTo>
                  <a:pt x="798322" y="332562"/>
                </a:lnTo>
                <a:lnTo>
                  <a:pt x="798322" y="272249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35270" y="748213"/>
            <a:ext cx="1079500" cy="586740"/>
          </a:xfrm>
          <a:custGeom>
            <a:avLst/>
            <a:gdLst/>
            <a:ahLst/>
            <a:cxnLst/>
            <a:rect l="l" t="t" r="r" b="b"/>
            <a:pathLst>
              <a:path w="1079500" h="586740">
                <a:moveTo>
                  <a:pt x="407123" y="586397"/>
                </a:moveTo>
                <a:lnTo>
                  <a:pt x="331089" y="412978"/>
                </a:lnTo>
                <a:lnTo>
                  <a:pt x="311619" y="368592"/>
                </a:lnTo>
                <a:lnTo>
                  <a:pt x="340283" y="340855"/>
                </a:lnTo>
                <a:lnTo>
                  <a:pt x="362508" y="305028"/>
                </a:lnTo>
                <a:lnTo>
                  <a:pt x="369049" y="284822"/>
                </a:lnTo>
                <a:lnTo>
                  <a:pt x="376885" y="260565"/>
                </a:lnTo>
                <a:lnTo>
                  <a:pt x="381990" y="206921"/>
                </a:lnTo>
                <a:lnTo>
                  <a:pt x="379018" y="153517"/>
                </a:lnTo>
                <a:lnTo>
                  <a:pt x="373964" y="128181"/>
                </a:lnTo>
                <a:lnTo>
                  <a:pt x="369874" y="107645"/>
                </a:lnTo>
                <a:lnTo>
                  <a:pt x="354228" y="69557"/>
                </a:lnTo>
                <a:lnTo>
                  <a:pt x="302196" y="17729"/>
                </a:lnTo>
                <a:lnTo>
                  <a:pt x="265137" y="4470"/>
                </a:lnTo>
                <a:lnTo>
                  <a:pt x="227850" y="762"/>
                </a:lnTo>
                <a:lnTo>
                  <a:pt x="227850" y="206921"/>
                </a:lnTo>
                <a:lnTo>
                  <a:pt x="226123" y="237109"/>
                </a:lnTo>
                <a:lnTo>
                  <a:pt x="219062" y="261886"/>
                </a:lnTo>
                <a:lnTo>
                  <a:pt x="203822" y="278650"/>
                </a:lnTo>
                <a:lnTo>
                  <a:pt x="177596" y="284822"/>
                </a:lnTo>
                <a:lnTo>
                  <a:pt x="154978" y="284822"/>
                </a:lnTo>
                <a:lnTo>
                  <a:pt x="154978" y="128181"/>
                </a:lnTo>
                <a:lnTo>
                  <a:pt x="177596" y="128181"/>
                </a:lnTo>
                <a:lnTo>
                  <a:pt x="203822" y="134353"/>
                </a:lnTo>
                <a:lnTo>
                  <a:pt x="219062" y="151206"/>
                </a:lnTo>
                <a:lnTo>
                  <a:pt x="226123" y="176237"/>
                </a:lnTo>
                <a:lnTo>
                  <a:pt x="227850" y="206921"/>
                </a:lnTo>
                <a:lnTo>
                  <a:pt x="227850" y="762"/>
                </a:lnTo>
                <a:lnTo>
                  <a:pt x="220319" y="0"/>
                </a:lnTo>
                <a:lnTo>
                  <a:pt x="0" y="0"/>
                </a:lnTo>
                <a:lnTo>
                  <a:pt x="0" y="586397"/>
                </a:lnTo>
                <a:lnTo>
                  <a:pt x="154978" y="586397"/>
                </a:lnTo>
                <a:lnTo>
                  <a:pt x="154978" y="412978"/>
                </a:lnTo>
                <a:lnTo>
                  <a:pt x="180111" y="412978"/>
                </a:lnTo>
                <a:lnTo>
                  <a:pt x="243763" y="586397"/>
                </a:lnTo>
                <a:lnTo>
                  <a:pt x="407123" y="586397"/>
                </a:lnTo>
                <a:close/>
              </a:path>
              <a:path w="1079500" h="586740">
                <a:moveTo>
                  <a:pt x="599770" y="12"/>
                </a:moveTo>
                <a:lnTo>
                  <a:pt x="444804" y="12"/>
                </a:lnTo>
                <a:lnTo>
                  <a:pt x="444804" y="586384"/>
                </a:lnTo>
                <a:lnTo>
                  <a:pt x="599770" y="586384"/>
                </a:lnTo>
                <a:lnTo>
                  <a:pt x="599770" y="12"/>
                </a:lnTo>
                <a:close/>
              </a:path>
              <a:path w="1079500" h="586740">
                <a:moveTo>
                  <a:pt x="1078915" y="586384"/>
                </a:moveTo>
                <a:lnTo>
                  <a:pt x="1057960" y="485863"/>
                </a:lnTo>
                <a:lnTo>
                  <a:pt x="1031227" y="357708"/>
                </a:lnTo>
                <a:lnTo>
                  <a:pt x="991387" y="166700"/>
                </a:lnTo>
                <a:lnTo>
                  <a:pt x="956627" y="12"/>
                </a:lnTo>
                <a:lnTo>
                  <a:pt x="883742" y="12"/>
                </a:lnTo>
                <a:lnTo>
                  <a:pt x="883742" y="357708"/>
                </a:lnTo>
                <a:lnTo>
                  <a:pt x="831811" y="357708"/>
                </a:lnTo>
                <a:lnTo>
                  <a:pt x="857770" y="166700"/>
                </a:lnTo>
                <a:lnTo>
                  <a:pt x="883742" y="357708"/>
                </a:lnTo>
                <a:lnTo>
                  <a:pt x="883742" y="12"/>
                </a:lnTo>
                <a:lnTo>
                  <a:pt x="758926" y="12"/>
                </a:lnTo>
                <a:lnTo>
                  <a:pt x="637463" y="586384"/>
                </a:lnTo>
                <a:lnTo>
                  <a:pt x="792441" y="586384"/>
                </a:lnTo>
                <a:lnTo>
                  <a:pt x="810018" y="485863"/>
                </a:lnTo>
                <a:lnTo>
                  <a:pt x="906360" y="485863"/>
                </a:lnTo>
                <a:lnTo>
                  <a:pt x="923950" y="586384"/>
                </a:lnTo>
                <a:lnTo>
                  <a:pt x="1078915" y="586384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2030641" y="7956315"/>
            <a:ext cx="3813810" cy="1211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lang="es-ES" spc="-380" dirty="0"/>
              <a:t>Primera venta en Supermercados</a:t>
            </a:r>
            <a:endParaRPr spc="-370" dirty="0"/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6CE35FE9-F902-ADDA-4EEE-4AF8A61D7B3B}"/>
              </a:ext>
            </a:extLst>
          </p:cNvPr>
          <p:cNvGrpSpPr/>
          <p:nvPr/>
        </p:nvGrpSpPr>
        <p:grpSpPr>
          <a:xfrm>
            <a:off x="13302310" y="6626331"/>
            <a:ext cx="6346072" cy="2827136"/>
            <a:chOff x="9483319" y="8104685"/>
            <a:chExt cx="6346072" cy="2827136"/>
          </a:xfrm>
        </p:grpSpPr>
        <p:sp>
          <p:nvSpPr>
            <p:cNvPr id="28" name="object 28"/>
            <p:cNvSpPr txBox="1"/>
            <p:nvPr/>
          </p:nvSpPr>
          <p:spPr>
            <a:xfrm>
              <a:off x="12111505" y="8917884"/>
              <a:ext cx="3717886" cy="121187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90"/>
                </a:spcBef>
              </a:pPr>
              <a:r>
                <a:rPr lang="es-ES" sz="3900" spc="-350" dirty="0">
                  <a:latin typeface="Trebuchet MS"/>
                  <a:cs typeface="Trebuchet MS"/>
                </a:rPr>
                <a:t>Expansión nacional con GRUPO ÉXITO</a:t>
              </a:r>
              <a:endParaRPr sz="3900" dirty="0">
                <a:latin typeface="Trebuchet MS"/>
                <a:cs typeface="Trebuchet M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12447905" y="8370652"/>
              <a:ext cx="1341755" cy="541655"/>
            </a:xfrm>
            <a:custGeom>
              <a:avLst/>
              <a:gdLst/>
              <a:ahLst/>
              <a:cxnLst/>
              <a:rect l="l" t="t" r="r" b="b"/>
              <a:pathLst>
                <a:path w="1341755" h="541654">
                  <a:moveTo>
                    <a:pt x="306666" y="418401"/>
                  </a:moveTo>
                  <a:lnTo>
                    <a:pt x="160451" y="418401"/>
                  </a:lnTo>
                  <a:lnTo>
                    <a:pt x="189052" y="383921"/>
                  </a:lnTo>
                  <a:lnTo>
                    <a:pt x="216916" y="346011"/>
                  </a:lnTo>
                  <a:lnTo>
                    <a:pt x="242658" y="305549"/>
                  </a:lnTo>
                  <a:lnTo>
                    <a:pt x="264883" y="263372"/>
                  </a:lnTo>
                  <a:lnTo>
                    <a:pt x="282194" y="220357"/>
                  </a:lnTo>
                  <a:lnTo>
                    <a:pt x="293204" y="177355"/>
                  </a:lnTo>
                  <a:lnTo>
                    <a:pt x="296506" y="135216"/>
                  </a:lnTo>
                  <a:lnTo>
                    <a:pt x="290715" y="94818"/>
                  </a:lnTo>
                  <a:lnTo>
                    <a:pt x="274434" y="56997"/>
                  </a:lnTo>
                  <a:lnTo>
                    <a:pt x="222592" y="14160"/>
                  </a:lnTo>
                  <a:lnTo>
                    <a:pt x="184277" y="3530"/>
                  </a:lnTo>
                  <a:lnTo>
                    <a:pt x="138722" y="12"/>
                  </a:lnTo>
                  <a:lnTo>
                    <a:pt x="97015" y="482"/>
                  </a:lnTo>
                  <a:lnTo>
                    <a:pt x="69354" y="3759"/>
                  </a:lnTo>
                  <a:lnTo>
                    <a:pt x="43395" y="12661"/>
                  </a:lnTo>
                  <a:lnTo>
                    <a:pt x="6743" y="30010"/>
                  </a:lnTo>
                  <a:lnTo>
                    <a:pt x="6743" y="145478"/>
                  </a:lnTo>
                  <a:lnTo>
                    <a:pt x="13208" y="141732"/>
                  </a:lnTo>
                  <a:lnTo>
                    <a:pt x="30365" y="133477"/>
                  </a:lnTo>
                  <a:lnTo>
                    <a:pt x="54838" y="125234"/>
                  </a:lnTo>
                  <a:lnTo>
                    <a:pt x="83235" y="121475"/>
                  </a:lnTo>
                  <a:lnTo>
                    <a:pt x="113576" y="127419"/>
                  </a:lnTo>
                  <a:lnTo>
                    <a:pt x="131965" y="144259"/>
                  </a:lnTo>
                  <a:lnTo>
                    <a:pt x="139115" y="170510"/>
                  </a:lnTo>
                  <a:lnTo>
                    <a:pt x="135724" y="204711"/>
                  </a:lnTo>
                  <a:lnTo>
                    <a:pt x="122186" y="245872"/>
                  </a:lnTo>
                  <a:lnTo>
                    <a:pt x="99936" y="288683"/>
                  </a:lnTo>
                  <a:lnTo>
                    <a:pt x="70878" y="332282"/>
                  </a:lnTo>
                  <a:lnTo>
                    <a:pt x="36931" y="375818"/>
                  </a:lnTo>
                  <a:lnTo>
                    <a:pt x="0" y="418401"/>
                  </a:lnTo>
                  <a:lnTo>
                    <a:pt x="0" y="533133"/>
                  </a:lnTo>
                  <a:lnTo>
                    <a:pt x="306666" y="533133"/>
                  </a:lnTo>
                  <a:lnTo>
                    <a:pt x="306666" y="418401"/>
                  </a:lnTo>
                  <a:close/>
                </a:path>
                <a:path w="1341755" h="541654">
                  <a:moveTo>
                    <a:pt x="676363" y="243700"/>
                  </a:moveTo>
                  <a:lnTo>
                    <a:pt x="672795" y="172123"/>
                  </a:lnTo>
                  <a:lnTo>
                    <a:pt x="663968" y="124485"/>
                  </a:lnTo>
                  <a:lnTo>
                    <a:pt x="662165" y="114719"/>
                  </a:lnTo>
                  <a:lnTo>
                    <a:pt x="644550" y="70345"/>
                  </a:lnTo>
                  <a:lnTo>
                    <a:pt x="620052" y="37846"/>
                  </a:lnTo>
                  <a:lnTo>
                    <a:pt x="588759" y="16052"/>
                  </a:lnTo>
                  <a:lnTo>
                    <a:pt x="550773" y="3822"/>
                  </a:lnTo>
                  <a:lnTo>
                    <a:pt x="539153" y="2832"/>
                  </a:lnTo>
                  <a:lnTo>
                    <a:pt x="539153" y="254952"/>
                  </a:lnTo>
                  <a:lnTo>
                    <a:pt x="539153" y="286435"/>
                  </a:lnTo>
                  <a:lnTo>
                    <a:pt x="537908" y="351739"/>
                  </a:lnTo>
                  <a:lnTo>
                    <a:pt x="533069" y="391604"/>
                  </a:lnTo>
                  <a:lnTo>
                    <a:pt x="523024" y="411492"/>
                  </a:lnTo>
                  <a:lnTo>
                    <a:pt x="506158" y="416902"/>
                  </a:lnTo>
                  <a:lnTo>
                    <a:pt x="489305" y="411492"/>
                  </a:lnTo>
                  <a:lnTo>
                    <a:pt x="479259" y="391604"/>
                  </a:lnTo>
                  <a:lnTo>
                    <a:pt x="474421" y="351739"/>
                  </a:lnTo>
                  <a:lnTo>
                    <a:pt x="473163" y="286435"/>
                  </a:lnTo>
                  <a:lnTo>
                    <a:pt x="473163" y="254952"/>
                  </a:lnTo>
                  <a:lnTo>
                    <a:pt x="474421" y="189649"/>
                  </a:lnTo>
                  <a:lnTo>
                    <a:pt x="479259" y="149783"/>
                  </a:lnTo>
                  <a:lnTo>
                    <a:pt x="489305" y="129895"/>
                  </a:lnTo>
                  <a:lnTo>
                    <a:pt x="506158" y="124485"/>
                  </a:lnTo>
                  <a:lnTo>
                    <a:pt x="523024" y="129895"/>
                  </a:lnTo>
                  <a:lnTo>
                    <a:pt x="533069" y="149783"/>
                  </a:lnTo>
                  <a:lnTo>
                    <a:pt x="537908" y="189649"/>
                  </a:lnTo>
                  <a:lnTo>
                    <a:pt x="539153" y="254952"/>
                  </a:lnTo>
                  <a:lnTo>
                    <a:pt x="539153" y="2832"/>
                  </a:lnTo>
                  <a:lnTo>
                    <a:pt x="461835" y="3822"/>
                  </a:lnTo>
                  <a:lnTo>
                    <a:pt x="424040" y="16052"/>
                  </a:lnTo>
                  <a:lnTo>
                    <a:pt x="368452" y="70345"/>
                  </a:lnTo>
                  <a:lnTo>
                    <a:pt x="350888" y="114719"/>
                  </a:lnTo>
                  <a:lnTo>
                    <a:pt x="340271" y="172123"/>
                  </a:lnTo>
                  <a:lnTo>
                    <a:pt x="336702" y="243700"/>
                  </a:lnTo>
                  <a:lnTo>
                    <a:pt x="336702" y="297688"/>
                  </a:lnTo>
                  <a:lnTo>
                    <a:pt x="340271" y="369265"/>
                  </a:lnTo>
                  <a:lnTo>
                    <a:pt x="350888" y="426656"/>
                  </a:lnTo>
                  <a:lnTo>
                    <a:pt x="368452" y="471030"/>
                  </a:lnTo>
                  <a:lnTo>
                    <a:pt x="392874" y="503542"/>
                  </a:lnTo>
                  <a:lnTo>
                    <a:pt x="461835" y="537552"/>
                  </a:lnTo>
                  <a:lnTo>
                    <a:pt x="506158" y="541375"/>
                  </a:lnTo>
                  <a:lnTo>
                    <a:pt x="550773" y="537552"/>
                  </a:lnTo>
                  <a:lnTo>
                    <a:pt x="588759" y="525322"/>
                  </a:lnTo>
                  <a:lnTo>
                    <a:pt x="620052" y="503542"/>
                  </a:lnTo>
                  <a:lnTo>
                    <a:pt x="644550" y="471030"/>
                  </a:lnTo>
                  <a:lnTo>
                    <a:pt x="662165" y="426656"/>
                  </a:lnTo>
                  <a:lnTo>
                    <a:pt x="672795" y="369265"/>
                  </a:lnTo>
                  <a:lnTo>
                    <a:pt x="676363" y="297688"/>
                  </a:lnTo>
                  <a:lnTo>
                    <a:pt x="676363" y="243700"/>
                  </a:lnTo>
                  <a:close/>
                </a:path>
                <a:path w="1341755" h="541654">
                  <a:moveTo>
                    <a:pt x="1013066" y="418401"/>
                  </a:moveTo>
                  <a:lnTo>
                    <a:pt x="866851" y="418401"/>
                  </a:lnTo>
                  <a:lnTo>
                    <a:pt x="895451" y="383921"/>
                  </a:lnTo>
                  <a:lnTo>
                    <a:pt x="923315" y="346011"/>
                  </a:lnTo>
                  <a:lnTo>
                    <a:pt x="949058" y="305549"/>
                  </a:lnTo>
                  <a:lnTo>
                    <a:pt x="971283" y="263372"/>
                  </a:lnTo>
                  <a:lnTo>
                    <a:pt x="988593" y="220357"/>
                  </a:lnTo>
                  <a:lnTo>
                    <a:pt x="999604" y="177355"/>
                  </a:lnTo>
                  <a:lnTo>
                    <a:pt x="1002906" y="135216"/>
                  </a:lnTo>
                  <a:lnTo>
                    <a:pt x="997115" y="94818"/>
                  </a:lnTo>
                  <a:lnTo>
                    <a:pt x="980821" y="56997"/>
                  </a:lnTo>
                  <a:lnTo>
                    <a:pt x="928992" y="14160"/>
                  </a:lnTo>
                  <a:lnTo>
                    <a:pt x="890676" y="3530"/>
                  </a:lnTo>
                  <a:lnTo>
                    <a:pt x="845108" y="12"/>
                  </a:lnTo>
                  <a:lnTo>
                    <a:pt x="803402" y="482"/>
                  </a:lnTo>
                  <a:lnTo>
                    <a:pt x="775754" y="3759"/>
                  </a:lnTo>
                  <a:lnTo>
                    <a:pt x="749795" y="12661"/>
                  </a:lnTo>
                  <a:lnTo>
                    <a:pt x="713143" y="30010"/>
                  </a:lnTo>
                  <a:lnTo>
                    <a:pt x="713143" y="145478"/>
                  </a:lnTo>
                  <a:lnTo>
                    <a:pt x="719607" y="141732"/>
                  </a:lnTo>
                  <a:lnTo>
                    <a:pt x="736765" y="133477"/>
                  </a:lnTo>
                  <a:lnTo>
                    <a:pt x="761225" y="125234"/>
                  </a:lnTo>
                  <a:lnTo>
                    <a:pt x="789622" y="121475"/>
                  </a:lnTo>
                  <a:lnTo>
                    <a:pt x="819975" y="127419"/>
                  </a:lnTo>
                  <a:lnTo>
                    <a:pt x="838365" y="144259"/>
                  </a:lnTo>
                  <a:lnTo>
                    <a:pt x="845515" y="170510"/>
                  </a:lnTo>
                  <a:lnTo>
                    <a:pt x="842124" y="204711"/>
                  </a:lnTo>
                  <a:lnTo>
                    <a:pt x="828573" y="245872"/>
                  </a:lnTo>
                  <a:lnTo>
                    <a:pt x="806335" y="288683"/>
                  </a:lnTo>
                  <a:lnTo>
                    <a:pt x="777278" y="332282"/>
                  </a:lnTo>
                  <a:lnTo>
                    <a:pt x="743331" y="375818"/>
                  </a:lnTo>
                  <a:lnTo>
                    <a:pt x="706399" y="418401"/>
                  </a:lnTo>
                  <a:lnTo>
                    <a:pt x="706399" y="533133"/>
                  </a:lnTo>
                  <a:lnTo>
                    <a:pt x="1013066" y="533133"/>
                  </a:lnTo>
                  <a:lnTo>
                    <a:pt x="1013066" y="418401"/>
                  </a:lnTo>
                  <a:close/>
                </a:path>
                <a:path w="1341755" h="541654">
                  <a:moveTo>
                    <a:pt x="1341526" y="377913"/>
                  </a:moveTo>
                  <a:lnTo>
                    <a:pt x="1338491" y="339242"/>
                  </a:lnTo>
                  <a:lnTo>
                    <a:pt x="1327378" y="303593"/>
                  </a:lnTo>
                  <a:lnTo>
                    <a:pt x="1305153" y="273418"/>
                  </a:lnTo>
                  <a:lnTo>
                    <a:pt x="1268793" y="251193"/>
                  </a:lnTo>
                  <a:lnTo>
                    <a:pt x="1291323" y="227965"/>
                  </a:lnTo>
                  <a:lnTo>
                    <a:pt x="1306753" y="203682"/>
                  </a:lnTo>
                  <a:lnTo>
                    <a:pt x="1316139" y="178981"/>
                  </a:lnTo>
                  <a:lnTo>
                    <a:pt x="1320520" y="154482"/>
                  </a:lnTo>
                  <a:lnTo>
                    <a:pt x="1317015" y="98971"/>
                  </a:lnTo>
                  <a:lnTo>
                    <a:pt x="1298892" y="55727"/>
                  </a:lnTo>
                  <a:lnTo>
                    <a:pt x="1268272" y="24803"/>
                  </a:lnTo>
                  <a:lnTo>
                    <a:pt x="1227289" y="6210"/>
                  </a:lnTo>
                  <a:lnTo>
                    <a:pt x="1178064" y="12"/>
                  </a:lnTo>
                  <a:lnTo>
                    <a:pt x="1145286" y="241"/>
                  </a:lnTo>
                  <a:lnTo>
                    <a:pt x="1121079" y="1892"/>
                  </a:lnTo>
                  <a:lnTo>
                    <a:pt x="1093495" y="6337"/>
                  </a:lnTo>
                  <a:lnTo>
                    <a:pt x="1050594" y="15011"/>
                  </a:lnTo>
                  <a:lnTo>
                    <a:pt x="1050594" y="126733"/>
                  </a:lnTo>
                  <a:lnTo>
                    <a:pt x="1057173" y="124434"/>
                  </a:lnTo>
                  <a:lnTo>
                    <a:pt x="1075055" y="119608"/>
                  </a:lnTo>
                  <a:lnTo>
                    <a:pt x="1101521" y="115341"/>
                  </a:lnTo>
                  <a:lnTo>
                    <a:pt x="1133830" y="114731"/>
                  </a:lnTo>
                  <a:lnTo>
                    <a:pt x="1157389" y="119989"/>
                  </a:lnTo>
                  <a:lnTo>
                    <a:pt x="1170470" y="130378"/>
                  </a:lnTo>
                  <a:lnTo>
                    <a:pt x="1176108" y="144576"/>
                  </a:lnTo>
                  <a:lnTo>
                    <a:pt x="1177315" y="161226"/>
                  </a:lnTo>
                  <a:lnTo>
                    <a:pt x="1175702" y="178523"/>
                  </a:lnTo>
                  <a:lnTo>
                    <a:pt x="1169441" y="193929"/>
                  </a:lnTo>
                  <a:lnTo>
                    <a:pt x="1156436" y="204978"/>
                  </a:lnTo>
                  <a:lnTo>
                    <a:pt x="1134567" y="209207"/>
                  </a:lnTo>
                  <a:lnTo>
                    <a:pt x="1088834" y="209207"/>
                  </a:lnTo>
                  <a:lnTo>
                    <a:pt x="1088834" y="319443"/>
                  </a:lnTo>
                  <a:lnTo>
                    <a:pt x="1154823" y="319443"/>
                  </a:lnTo>
                  <a:lnTo>
                    <a:pt x="1175385" y="324129"/>
                  </a:lnTo>
                  <a:lnTo>
                    <a:pt x="1187716" y="336207"/>
                  </a:lnTo>
                  <a:lnTo>
                    <a:pt x="1193736" y="352640"/>
                  </a:lnTo>
                  <a:lnTo>
                    <a:pt x="1195311" y="370420"/>
                  </a:lnTo>
                  <a:lnTo>
                    <a:pt x="1193419" y="389801"/>
                  </a:lnTo>
                  <a:lnTo>
                    <a:pt x="1185748" y="406222"/>
                  </a:lnTo>
                  <a:lnTo>
                    <a:pt x="1169365" y="417868"/>
                  </a:lnTo>
                  <a:lnTo>
                    <a:pt x="1141323" y="422910"/>
                  </a:lnTo>
                  <a:lnTo>
                    <a:pt x="1111643" y="423621"/>
                  </a:lnTo>
                  <a:lnTo>
                    <a:pt x="1092301" y="422998"/>
                  </a:lnTo>
                  <a:lnTo>
                    <a:pt x="1074788" y="420268"/>
                  </a:lnTo>
                  <a:lnTo>
                    <a:pt x="1050594" y="414655"/>
                  </a:lnTo>
                  <a:lnTo>
                    <a:pt x="1050594" y="525627"/>
                  </a:lnTo>
                  <a:lnTo>
                    <a:pt x="1059942" y="528091"/>
                  </a:lnTo>
                  <a:lnTo>
                    <a:pt x="1086586" y="533501"/>
                  </a:lnTo>
                  <a:lnTo>
                    <a:pt x="1128407" y="538911"/>
                  </a:lnTo>
                  <a:lnTo>
                    <a:pt x="1183309" y="541375"/>
                  </a:lnTo>
                  <a:lnTo>
                    <a:pt x="1230439" y="535254"/>
                  </a:lnTo>
                  <a:lnTo>
                    <a:pt x="1269657" y="518160"/>
                  </a:lnTo>
                  <a:lnTo>
                    <a:pt x="1300657" y="491985"/>
                  </a:lnTo>
                  <a:lnTo>
                    <a:pt x="1323174" y="458622"/>
                  </a:lnTo>
                  <a:lnTo>
                    <a:pt x="1336890" y="419963"/>
                  </a:lnTo>
                  <a:lnTo>
                    <a:pt x="1341526" y="377913"/>
                  </a:lnTo>
                  <a:close/>
                </a:path>
              </a:pathLst>
            </a:custGeom>
            <a:solidFill>
              <a:srgbClr val="8BB8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83319" y="8104685"/>
              <a:ext cx="2628186" cy="2827136"/>
            </a:xfrm>
            <a:prstGeom prst="rect">
              <a:avLst/>
            </a:prstGeom>
          </p:spPr>
        </p:pic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6658A106-9054-AF2D-E5E0-96249C5CC786}"/>
              </a:ext>
            </a:extLst>
          </p:cNvPr>
          <p:cNvGrpSpPr/>
          <p:nvPr/>
        </p:nvGrpSpPr>
        <p:grpSpPr>
          <a:xfrm>
            <a:off x="315404" y="1810773"/>
            <a:ext cx="7886127" cy="3821784"/>
            <a:chOff x="816353" y="1830054"/>
            <a:chExt cx="7886127" cy="3821784"/>
          </a:xfrm>
        </p:grpSpPr>
        <p:sp>
          <p:nvSpPr>
            <p:cNvPr id="3" name="object 3"/>
            <p:cNvSpPr/>
            <p:nvPr/>
          </p:nvSpPr>
          <p:spPr>
            <a:xfrm>
              <a:off x="816353" y="1830054"/>
              <a:ext cx="2447925" cy="2447925"/>
            </a:xfrm>
            <a:custGeom>
              <a:avLst/>
              <a:gdLst/>
              <a:ahLst/>
              <a:cxnLst/>
              <a:rect l="l" t="t" r="r" b="b"/>
              <a:pathLst>
                <a:path w="2447925" h="2447925">
                  <a:moveTo>
                    <a:pt x="1223931" y="0"/>
                  </a:moveTo>
                  <a:lnTo>
                    <a:pt x="1175871" y="926"/>
                  </a:lnTo>
                  <a:lnTo>
                    <a:pt x="1128281" y="3682"/>
                  </a:lnTo>
                  <a:lnTo>
                    <a:pt x="1081195" y="8234"/>
                  </a:lnTo>
                  <a:lnTo>
                    <a:pt x="1034645" y="14548"/>
                  </a:lnTo>
                  <a:lnTo>
                    <a:pt x="988667" y="22589"/>
                  </a:lnTo>
                  <a:lnTo>
                    <a:pt x="943295" y="32325"/>
                  </a:lnTo>
                  <a:lnTo>
                    <a:pt x="898561" y="43720"/>
                  </a:lnTo>
                  <a:lnTo>
                    <a:pt x="854502" y="56741"/>
                  </a:lnTo>
                  <a:lnTo>
                    <a:pt x="811149" y="71354"/>
                  </a:lnTo>
                  <a:lnTo>
                    <a:pt x="768538" y="87525"/>
                  </a:lnTo>
                  <a:lnTo>
                    <a:pt x="726703" y="105219"/>
                  </a:lnTo>
                  <a:lnTo>
                    <a:pt x="685677" y="124403"/>
                  </a:lnTo>
                  <a:lnTo>
                    <a:pt x="645494" y="145043"/>
                  </a:lnTo>
                  <a:lnTo>
                    <a:pt x="606189" y="167105"/>
                  </a:lnTo>
                  <a:lnTo>
                    <a:pt x="567796" y="190554"/>
                  </a:lnTo>
                  <a:lnTo>
                    <a:pt x="530348" y="215357"/>
                  </a:lnTo>
                  <a:lnTo>
                    <a:pt x="493879" y="241479"/>
                  </a:lnTo>
                  <a:lnTo>
                    <a:pt x="458424" y="268888"/>
                  </a:lnTo>
                  <a:lnTo>
                    <a:pt x="424017" y="297547"/>
                  </a:lnTo>
                  <a:lnTo>
                    <a:pt x="390691" y="327425"/>
                  </a:lnTo>
                  <a:lnTo>
                    <a:pt x="358481" y="358486"/>
                  </a:lnTo>
                  <a:lnTo>
                    <a:pt x="327420" y="390697"/>
                  </a:lnTo>
                  <a:lnTo>
                    <a:pt x="297543" y="424023"/>
                  </a:lnTo>
                  <a:lnTo>
                    <a:pt x="268884" y="458431"/>
                  </a:lnTo>
                  <a:lnTo>
                    <a:pt x="241476" y="493886"/>
                  </a:lnTo>
                  <a:lnTo>
                    <a:pt x="215353" y="530355"/>
                  </a:lnTo>
                  <a:lnTo>
                    <a:pt x="190551" y="567803"/>
                  </a:lnTo>
                  <a:lnTo>
                    <a:pt x="167102" y="606197"/>
                  </a:lnTo>
                  <a:lnTo>
                    <a:pt x="145041" y="645502"/>
                  </a:lnTo>
                  <a:lnTo>
                    <a:pt x="124401" y="685685"/>
                  </a:lnTo>
                  <a:lnTo>
                    <a:pt x="105217" y="726712"/>
                  </a:lnTo>
                  <a:lnTo>
                    <a:pt x="87523" y="768547"/>
                  </a:lnTo>
                  <a:lnTo>
                    <a:pt x="71353" y="811159"/>
                  </a:lnTo>
                  <a:lnTo>
                    <a:pt x="56740" y="854511"/>
                  </a:lnTo>
                  <a:lnTo>
                    <a:pt x="43720" y="898571"/>
                  </a:lnTo>
                  <a:lnTo>
                    <a:pt x="32324" y="943305"/>
                  </a:lnTo>
                  <a:lnTo>
                    <a:pt x="22589" y="988677"/>
                  </a:lnTo>
                  <a:lnTo>
                    <a:pt x="14548" y="1034655"/>
                  </a:lnTo>
                  <a:lnTo>
                    <a:pt x="8234" y="1081205"/>
                  </a:lnTo>
                  <a:lnTo>
                    <a:pt x="3682" y="1128292"/>
                  </a:lnTo>
                  <a:lnTo>
                    <a:pt x="926" y="1175882"/>
                  </a:lnTo>
                  <a:lnTo>
                    <a:pt x="0" y="1223941"/>
                  </a:lnTo>
                  <a:lnTo>
                    <a:pt x="926" y="1272001"/>
                  </a:lnTo>
                  <a:lnTo>
                    <a:pt x="3682" y="1319591"/>
                  </a:lnTo>
                  <a:lnTo>
                    <a:pt x="8234" y="1366678"/>
                  </a:lnTo>
                  <a:lnTo>
                    <a:pt x="14548" y="1413227"/>
                  </a:lnTo>
                  <a:lnTo>
                    <a:pt x="22589" y="1459205"/>
                  </a:lnTo>
                  <a:lnTo>
                    <a:pt x="32324" y="1504578"/>
                  </a:lnTo>
                  <a:lnTo>
                    <a:pt x="43720" y="1549311"/>
                  </a:lnTo>
                  <a:lnTo>
                    <a:pt x="56740" y="1593371"/>
                  </a:lnTo>
                  <a:lnTo>
                    <a:pt x="71353" y="1636724"/>
                  </a:lnTo>
                  <a:lnTo>
                    <a:pt x="87523" y="1679335"/>
                  </a:lnTo>
                  <a:lnTo>
                    <a:pt x="105217" y="1721171"/>
                  </a:lnTo>
                  <a:lnTo>
                    <a:pt x="124401" y="1762197"/>
                  </a:lnTo>
                  <a:lnTo>
                    <a:pt x="145041" y="1802380"/>
                  </a:lnTo>
                  <a:lnTo>
                    <a:pt x="167102" y="1841686"/>
                  </a:lnTo>
                  <a:lnTo>
                    <a:pt x="190551" y="1880079"/>
                  </a:lnTo>
                  <a:lnTo>
                    <a:pt x="215353" y="1917528"/>
                  </a:lnTo>
                  <a:lnTo>
                    <a:pt x="241476" y="1953997"/>
                  </a:lnTo>
                  <a:lnTo>
                    <a:pt x="268884" y="1989452"/>
                  </a:lnTo>
                  <a:lnTo>
                    <a:pt x="297543" y="2023860"/>
                  </a:lnTo>
                  <a:lnTo>
                    <a:pt x="327420" y="2057186"/>
                  </a:lnTo>
                  <a:lnTo>
                    <a:pt x="358481" y="2089397"/>
                  </a:lnTo>
                  <a:lnTo>
                    <a:pt x="390691" y="2120458"/>
                  </a:lnTo>
                  <a:lnTo>
                    <a:pt x="424017" y="2150335"/>
                  </a:lnTo>
                  <a:lnTo>
                    <a:pt x="458424" y="2178995"/>
                  </a:lnTo>
                  <a:lnTo>
                    <a:pt x="493879" y="2206403"/>
                  </a:lnTo>
                  <a:lnTo>
                    <a:pt x="530348" y="2232526"/>
                  </a:lnTo>
                  <a:lnTo>
                    <a:pt x="567796" y="2257329"/>
                  </a:lnTo>
                  <a:lnTo>
                    <a:pt x="606189" y="2280778"/>
                  </a:lnTo>
                  <a:lnTo>
                    <a:pt x="645494" y="2302839"/>
                  </a:lnTo>
                  <a:lnTo>
                    <a:pt x="685677" y="2323479"/>
                  </a:lnTo>
                  <a:lnTo>
                    <a:pt x="726703" y="2342663"/>
                  </a:lnTo>
                  <a:lnTo>
                    <a:pt x="768538" y="2360358"/>
                  </a:lnTo>
                  <a:lnTo>
                    <a:pt x="811149" y="2376528"/>
                  </a:lnTo>
                  <a:lnTo>
                    <a:pt x="854502" y="2391141"/>
                  </a:lnTo>
                  <a:lnTo>
                    <a:pt x="898561" y="2404162"/>
                  </a:lnTo>
                  <a:lnTo>
                    <a:pt x="943295" y="2415558"/>
                  </a:lnTo>
                  <a:lnTo>
                    <a:pt x="988667" y="2425293"/>
                  </a:lnTo>
                  <a:lnTo>
                    <a:pt x="1034645" y="2433335"/>
                  </a:lnTo>
                  <a:lnTo>
                    <a:pt x="1081195" y="2439649"/>
                  </a:lnTo>
                  <a:lnTo>
                    <a:pt x="1128281" y="2444201"/>
                  </a:lnTo>
                  <a:lnTo>
                    <a:pt x="1175871" y="2446957"/>
                  </a:lnTo>
                  <a:lnTo>
                    <a:pt x="1223931" y="2447883"/>
                  </a:lnTo>
                  <a:lnTo>
                    <a:pt x="1271991" y="2446957"/>
                  </a:lnTo>
                  <a:lnTo>
                    <a:pt x="1319582" y="2444201"/>
                  </a:lnTo>
                  <a:lnTo>
                    <a:pt x="1366669" y="2439649"/>
                  </a:lnTo>
                  <a:lnTo>
                    <a:pt x="1413219" y="2433335"/>
                  </a:lnTo>
                  <a:lnTo>
                    <a:pt x="1459198" y="2425293"/>
                  </a:lnTo>
                  <a:lnTo>
                    <a:pt x="1504571" y="2415558"/>
                  </a:lnTo>
                  <a:lnTo>
                    <a:pt x="1549305" y="2404162"/>
                  </a:lnTo>
                  <a:lnTo>
                    <a:pt x="1593365" y="2391141"/>
                  </a:lnTo>
                  <a:lnTo>
                    <a:pt x="1636718" y="2376528"/>
                  </a:lnTo>
                  <a:lnTo>
                    <a:pt x="1679329" y="2360358"/>
                  </a:lnTo>
                  <a:lnTo>
                    <a:pt x="1721165" y="2342663"/>
                  </a:lnTo>
                  <a:lnTo>
                    <a:pt x="1762191" y="2323479"/>
                  </a:lnTo>
                  <a:lnTo>
                    <a:pt x="1802374" y="2302839"/>
                  </a:lnTo>
                  <a:lnTo>
                    <a:pt x="1841680" y="2280778"/>
                  </a:lnTo>
                  <a:lnTo>
                    <a:pt x="1880074" y="2257329"/>
                  </a:lnTo>
                  <a:lnTo>
                    <a:pt x="1917522" y="2232526"/>
                  </a:lnTo>
                  <a:lnTo>
                    <a:pt x="1953991" y="2206403"/>
                  </a:lnTo>
                  <a:lnTo>
                    <a:pt x="1989446" y="2178995"/>
                  </a:lnTo>
                  <a:lnTo>
                    <a:pt x="2023854" y="2150335"/>
                  </a:lnTo>
                  <a:lnTo>
                    <a:pt x="2057180" y="2120458"/>
                  </a:lnTo>
                  <a:lnTo>
                    <a:pt x="2089390" y="2089397"/>
                  </a:lnTo>
                  <a:lnTo>
                    <a:pt x="2120451" y="2057186"/>
                  </a:lnTo>
                  <a:lnTo>
                    <a:pt x="2150328" y="2023860"/>
                  </a:lnTo>
                  <a:lnTo>
                    <a:pt x="2178988" y="1989452"/>
                  </a:lnTo>
                  <a:lnTo>
                    <a:pt x="2206396" y="1953997"/>
                  </a:lnTo>
                  <a:lnTo>
                    <a:pt x="2232518" y="1917528"/>
                  </a:lnTo>
                  <a:lnTo>
                    <a:pt x="2257321" y="1880079"/>
                  </a:lnTo>
                  <a:lnTo>
                    <a:pt x="2280770" y="1841686"/>
                  </a:lnTo>
                  <a:lnTo>
                    <a:pt x="2302831" y="1802380"/>
                  </a:lnTo>
                  <a:lnTo>
                    <a:pt x="2323471" y="1762197"/>
                  </a:lnTo>
                  <a:lnTo>
                    <a:pt x="2342654" y="1721171"/>
                  </a:lnTo>
                  <a:lnTo>
                    <a:pt x="2360349" y="1679335"/>
                  </a:lnTo>
                  <a:lnTo>
                    <a:pt x="2376519" y="1636724"/>
                  </a:lnTo>
                  <a:lnTo>
                    <a:pt x="2391132" y="1593371"/>
                  </a:lnTo>
                  <a:lnTo>
                    <a:pt x="2404153" y="1549311"/>
                  </a:lnTo>
                  <a:lnTo>
                    <a:pt x="2415548" y="1504578"/>
                  </a:lnTo>
                  <a:lnTo>
                    <a:pt x="2425283" y="1459205"/>
                  </a:lnTo>
                  <a:lnTo>
                    <a:pt x="2433325" y="1413227"/>
                  </a:lnTo>
                  <a:lnTo>
                    <a:pt x="2439638" y="1366678"/>
                  </a:lnTo>
                  <a:lnTo>
                    <a:pt x="2444190" y="1319591"/>
                  </a:lnTo>
                  <a:lnTo>
                    <a:pt x="2446946" y="1272001"/>
                  </a:lnTo>
                  <a:lnTo>
                    <a:pt x="2447873" y="1223941"/>
                  </a:lnTo>
                  <a:lnTo>
                    <a:pt x="2446946" y="1175882"/>
                  </a:lnTo>
                  <a:lnTo>
                    <a:pt x="2444190" y="1128292"/>
                  </a:lnTo>
                  <a:lnTo>
                    <a:pt x="2439638" y="1081205"/>
                  </a:lnTo>
                  <a:lnTo>
                    <a:pt x="2433325" y="1034655"/>
                  </a:lnTo>
                  <a:lnTo>
                    <a:pt x="2425283" y="988677"/>
                  </a:lnTo>
                  <a:lnTo>
                    <a:pt x="2415548" y="943305"/>
                  </a:lnTo>
                  <a:lnTo>
                    <a:pt x="2404153" y="898571"/>
                  </a:lnTo>
                  <a:lnTo>
                    <a:pt x="2391132" y="854511"/>
                  </a:lnTo>
                  <a:lnTo>
                    <a:pt x="2376519" y="811159"/>
                  </a:lnTo>
                  <a:lnTo>
                    <a:pt x="2360349" y="768547"/>
                  </a:lnTo>
                  <a:lnTo>
                    <a:pt x="2342654" y="726712"/>
                  </a:lnTo>
                  <a:lnTo>
                    <a:pt x="2323471" y="685685"/>
                  </a:lnTo>
                  <a:lnTo>
                    <a:pt x="2302831" y="645502"/>
                  </a:lnTo>
                  <a:lnTo>
                    <a:pt x="2280770" y="606197"/>
                  </a:lnTo>
                  <a:lnTo>
                    <a:pt x="2257321" y="567803"/>
                  </a:lnTo>
                  <a:lnTo>
                    <a:pt x="2232518" y="530355"/>
                  </a:lnTo>
                  <a:lnTo>
                    <a:pt x="2206396" y="493886"/>
                  </a:lnTo>
                  <a:lnTo>
                    <a:pt x="2178988" y="458431"/>
                  </a:lnTo>
                  <a:lnTo>
                    <a:pt x="2150328" y="424023"/>
                  </a:lnTo>
                  <a:lnTo>
                    <a:pt x="2120451" y="390697"/>
                  </a:lnTo>
                  <a:lnTo>
                    <a:pt x="2089390" y="358486"/>
                  </a:lnTo>
                  <a:lnTo>
                    <a:pt x="2057180" y="327425"/>
                  </a:lnTo>
                  <a:lnTo>
                    <a:pt x="2023854" y="297547"/>
                  </a:lnTo>
                  <a:lnTo>
                    <a:pt x="1989446" y="268888"/>
                  </a:lnTo>
                  <a:lnTo>
                    <a:pt x="1953991" y="241479"/>
                  </a:lnTo>
                  <a:lnTo>
                    <a:pt x="1917522" y="215357"/>
                  </a:lnTo>
                  <a:lnTo>
                    <a:pt x="1880074" y="190554"/>
                  </a:lnTo>
                  <a:lnTo>
                    <a:pt x="1841680" y="167105"/>
                  </a:lnTo>
                  <a:lnTo>
                    <a:pt x="1802374" y="145043"/>
                  </a:lnTo>
                  <a:lnTo>
                    <a:pt x="1762191" y="124403"/>
                  </a:lnTo>
                  <a:lnTo>
                    <a:pt x="1721165" y="105219"/>
                  </a:lnTo>
                  <a:lnTo>
                    <a:pt x="1679329" y="87525"/>
                  </a:lnTo>
                  <a:lnTo>
                    <a:pt x="1636718" y="71354"/>
                  </a:lnTo>
                  <a:lnTo>
                    <a:pt x="1593365" y="56741"/>
                  </a:lnTo>
                  <a:lnTo>
                    <a:pt x="1549305" y="43720"/>
                  </a:lnTo>
                  <a:lnTo>
                    <a:pt x="1504571" y="32325"/>
                  </a:lnTo>
                  <a:lnTo>
                    <a:pt x="1459198" y="22589"/>
                  </a:lnTo>
                  <a:lnTo>
                    <a:pt x="1413219" y="14548"/>
                  </a:lnTo>
                  <a:lnTo>
                    <a:pt x="1366669" y="8234"/>
                  </a:lnTo>
                  <a:lnTo>
                    <a:pt x="1319582" y="3682"/>
                  </a:lnTo>
                  <a:lnTo>
                    <a:pt x="1271991" y="926"/>
                  </a:lnTo>
                  <a:lnTo>
                    <a:pt x="1223931" y="0"/>
                  </a:lnTo>
                  <a:close/>
                </a:path>
              </a:pathLst>
            </a:custGeom>
            <a:solidFill>
              <a:srgbClr val="8BB8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29333" y="3792897"/>
              <a:ext cx="1784985" cy="1784985"/>
            </a:xfrm>
            <a:custGeom>
              <a:avLst/>
              <a:gdLst/>
              <a:ahLst/>
              <a:cxnLst/>
              <a:rect l="l" t="t" r="r" b="b"/>
              <a:pathLst>
                <a:path w="1784985" h="1784985">
                  <a:moveTo>
                    <a:pt x="892318" y="0"/>
                  </a:moveTo>
                  <a:lnTo>
                    <a:pt x="844928" y="1236"/>
                  </a:lnTo>
                  <a:lnTo>
                    <a:pt x="798182" y="4906"/>
                  </a:lnTo>
                  <a:lnTo>
                    <a:pt x="752142" y="10946"/>
                  </a:lnTo>
                  <a:lnTo>
                    <a:pt x="706870" y="19296"/>
                  </a:lnTo>
                  <a:lnTo>
                    <a:pt x="662427" y="29893"/>
                  </a:lnTo>
                  <a:lnTo>
                    <a:pt x="618875" y="42676"/>
                  </a:lnTo>
                  <a:lnTo>
                    <a:pt x="576275" y="57583"/>
                  </a:lnTo>
                  <a:lnTo>
                    <a:pt x="534690" y="74553"/>
                  </a:lnTo>
                  <a:lnTo>
                    <a:pt x="494181" y="93524"/>
                  </a:lnTo>
                  <a:lnTo>
                    <a:pt x="454809" y="114434"/>
                  </a:lnTo>
                  <a:lnTo>
                    <a:pt x="416636" y="137222"/>
                  </a:lnTo>
                  <a:lnTo>
                    <a:pt x="379725" y="161826"/>
                  </a:lnTo>
                  <a:lnTo>
                    <a:pt x="344136" y="188184"/>
                  </a:lnTo>
                  <a:lnTo>
                    <a:pt x="309931" y="216234"/>
                  </a:lnTo>
                  <a:lnTo>
                    <a:pt x="277172" y="245916"/>
                  </a:lnTo>
                  <a:lnTo>
                    <a:pt x="245921" y="277167"/>
                  </a:lnTo>
                  <a:lnTo>
                    <a:pt x="216239" y="309925"/>
                  </a:lnTo>
                  <a:lnTo>
                    <a:pt x="188188" y="344129"/>
                  </a:lnTo>
                  <a:lnTo>
                    <a:pt x="161829" y="379718"/>
                  </a:lnTo>
                  <a:lnTo>
                    <a:pt x="137225" y="416629"/>
                  </a:lnTo>
                  <a:lnTo>
                    <a:pt x="114437" y="454801"/>
                  </a:lnTo>
                  <a:lnTo>
                    <a:pt x="93526" y="494172"/>
                  </a:lnTo>
                  <a:lnTo>
                    <a:pt x="74555" y="534681"/>
                  </a:lnTo>
                  <a:lnTo>
                    <a:pt x="57585" y="576266"/>
                  </a:lnTo>
                  <a:lnTo>
                    <a:pt x="42677" y="618866"/>
                  </a:lnTo>
                  <a:lnTo>
                    <a:pt x="29894" y="662417"/>
                  </a:lnTo>
                  <a:lnTo>
                    <a:pt x="19296" y="706860"/>
                  </a:lnTo>
                  <a:lnTo>
                    <a:pt x="10946" y="752132"/>
                  </a:lnTo>
                  <a:lnTo>
                    <a:pt x="4906" y="798172"/>
                  </a:lnTo>
                  <a:lnTo>
                    <a:pt x="1236" y="844917"/>
                  </a:lnTo>
                  <a:lnTo>
                    <a:pt x="0" y="892307"/>
                  </a:lnTo>
                  <a:lnTo>
                    <a:pt x="1236" y="939697"/>
                  </a:lnTo>
                  <a:lnTo>
                    <a:pt x="4906" y="986443"/>
                  </a:lnTo>
                  <a:lnTo>
                    <a:pt x="10946" y="1032483"/>
                  </a:lnTo>
                  <a:lnTo>
                    <a:pt x="19296" y="1077755"/>
                  </a:lnTo>
                  <a:lnTo>
                    <a:pt x="29894" y="1122197"/>
                  </a:lnTo>
                  <a:lnTo>
                    <a:pt x="42677" y="1165749"/>
                  </a:lnTo>
                  <a:lnTo>
                    <a:pt x="57585" y="1208349"/>
                  </a:lnTo>
                  <a:lnTo>
                    <a:pt x="74555" y="1249933"/>
                  </a:lnTo>
                  <a:lnTo>
                    <a:pt x="93526" y="1290442"/>
                  </a:lnTo>
                  <a:lnTo>
                    <a:pt x="114437" y="1329814"/>
                  </a:lnTo>
                  <a:lnTo>
                    <a:pt x="137225" y="1367986"/>
                  </a:lnTo>
                  <a:lnTo>
                    <a:pt x="161829" y="1404897"/>
                  </a:lnTo>
                  <a:lnTo>
                    <a:pt x="188188" y="1440486"/>
                  </a:lnTo>
                  <a:lnTo>
                    <a:pt x="216239" y="1474690"/>
                  </a:lnTo>
                  <a:lnTo>
                    <a:pt x="245921" y="1507448"/>
                  </a:lnTo>
                  <a:lnTo>
                    <a:pt x="277172" y="1538699"/>
                  </a:lnTo>
                  <a:lnTo>
                    <a:pt x="309931" y="1568380"/>
                  </a:lnTo>
                  <a:lnTo>
                    <a:pt x="344136" y="1596431"/>
                  </a:lnTo>
                  <a:lnTo>
                    <a:pt x="379725" y="1622789"/>
                  </a:lnTo>
                  <a:lnTo>
                    <a:pt x="416636" y="1647393"/>
                  </a:lnTo>
                  <a:lnTo>
                    <a:pt x="454809" y="1670180"/>
                  </a:lnTo>
                  <a:lnTo>
                    <a:pt x="494181" y="1691091"/>
                  </a:lnTo>
                  <a:lnTo>
                    <a:pt x="534690" y="1710061"/>
                  </a:lnTo>
                  <a:lnTo>
                    <a:pt x="576275" y="1727031"/>
                  </a:lnTo>
                  <a:lnTo>
                    <a:pt x="618875" y="1741939"/>
                  </a:lnTo>
                  <a:lnTo>
                    <a:pt x="662427" y="1754722"/>
                  </a:lnTo>
                  <a:lnTo>
                    <a:pt x="706870" y="1765319"/>
                  </a:lnTo>
                  <a:lnTo>
                    <a:pt x="752142" y="1773669"/>
                  </a:lnTo>
                  <a:lnTo>
                    <a:pt x="798182" y="1779709"/>
                  </a:lnTo>
                  <a:lnTo>
                    <a:pt x="844928" y="1783378"/>
                  </a:lnTo>
                  <a:lnTo>
                    <a:pt x="892318" y="1784615"/>
                  </a:lnTo>
                  <a:lnTo>
                    <a:pt x="939707" y="1783378"/>
                  </a:lnTo>
                  <a:lnTo>
                    <a:pt x="986452" y="1779709"/>
                  </a:lnTo>
                  <a:lnTo>
                    <a:pt x="1032491" y="1773669"/>
                  </a:lnTo>
                  <a:lnTo>
                    <a:pt x="1077762" y="1765319"/>
                  </a:lnTo>
                  <a:lnTo>
                    <a:pt x="1122204" y="1754722"/>
                  </a:lnTo>
                  <a:lnTo>
                    <a:pt x="1165756" y="1741939"/>
                  </a:lnTo>
                  <a:lnTo>
                    <a:pt x="1208355" y="1727031"/>
                  </a:lnTo>
                  <a:lnTo>
                    <a:pt x="1249939" y="1710061"/>
                  </a:lnTo>
                  <a:lnTo>
                    <a:pt x="1290448" y="1691091"/>
                  </a:lnTo>
                  <a:lnTo>
                    <a:pt x="1329820" y="1670180"/>
                  </a:lnTo>
                  <a:lnTo>
                    <a:pt x="1367992" y="1647393"/>
                  </a:lnTo>
                  <a:lnTo>
                    <a:pt x="1404903" y="1622789"/>
                  </a:lnTo>
                  <a:lnTo>
                    <a:pt x="1440492" y="1596431"/>
                  </a:lnTo>
                  <a:lnTo>
                    <a:pt x="1474696" y="1568380"/>
                  </a:lnTo>
                  <a:lnTo>
                    <a:pt x="1507455" y="1538699"/>
                  </a:lnTo>
                  <a:lnTo>
                    <a:pt x="1538706" y="1507448"/>
                  </a:lnTo>
                  <a:lnTo>
                    <a:pt x="1568387" y="1474690"/>
                  </a:lnTo>
                  <a:lnTo>
                    <a:pt x="1596438" y="1440486"/>
                  </a:lnTo>
                  <a:lnTo>
                    <a:pt x="1622797" y="1404897"/>
                  </a:lnTo>
                  <a:lnTo>
                    <a:pt x="1647401" y="1367986"/>
                  </a:lnTo>
                  <a:lnTo>
                    <a:pt x="1670189" y="1329814"/>
                  </a:lnTo>
                  <a:lnTo>
                    <a:pt x="1691099" y="1290442"/>
                  </a:lnTo>
                  <a:lnTo>
                    <a:pt x="1710070" y="1249933"/>
                  </a:lnTo>
                  <a:lnTo>
                    <a:pt x="1727041" y="1208349"/>
                  </a:lnTo>
                  <a:lnTo>
                    <a:pt x="1741948" y="1165749"/>
                  </a:lnTo>
                  <a:lnTo>
                    <a:pt x="1754732" y="1122197"/>
                  </a:lnTo>
                  <a:lnTo>
                    <a:pt x="1765329" y="1077755"/>
                  </a:lnTo>
                  <a:lnTo>
                    <a:pt x="1773679" y="1032483"/>
                  </a:lnTo>
                  <a:lnTo>
                    <a:pt x="1779719" y="986443"/>
                  </a:lnTo>
                  <a:lnTo>
                    <a:pt x="1783389" y="939697"/>
                  </a:lnTo>
                  <a:lnTo>
                    <a:pt x="1784626" y="892307"/>
                  </a:lnTo>
                  <a:lnTo>
                    <a:pt x="1783389" y="844917"/>
                  </a:lnTo>
                  <a:lnTo>
                    <a:pt x="1779719" y="798172"/>
                  </a:lnTo>
                  <a:lnTo>
                    <a:pt x="1773679" y="752132"/>
                  </a:lnTo>
                  <a:lnTo>
                    <a:pt x="1765329" y="706860"/>
                  </a:lnTo>
                  <a:lnTo>
                    <a:pt x="1754732" y="662417"/>
                  </a:lnTo>
                  <a:lnTo>
                    <a:pt x="1741948" y="618866"/>
                  </a:lnTo>
                  <a:lnTo>
                    <a:pt x="1727041" y="576266"/>
                  </a:lnTo>
                  <a:lnTo>
                    <a:pt x="1710070" y="534681"/>
                  </a:lnTo>
                  <a:lnTo>
                    <a:pt x="1691099" y="494172"/>
                  </a:lnTo>
                  <a:lnTo>
                    <a:pt x="1670189" y="454801"/>
                  </a:lnTo>
                  <a:lnTo>
                    <a:pt x="1647401" y="416629"/>
                  </a:lnTo>
                  <a:lnTo>
                    <a:pt x="1622797" y="379718"/>
                  </a:lnTo>
                  <a:lnTo>
                    <a:pt x="1596438" y="344129"/>
                  </a:lnTo>
                  <a:lnTo>
                    <a:pt x="1568387" y="309925"/>
                  </a:lnTo>
                  <a:lnTo>
                    <a:pt x="1538706" y="277167"/>
                  </a:lnTo>
                  <a:lnTo>
                    <a:pt x="1507455" y="245916"/>
                  </a:lnTo>
                  <a:lnTo>
                    <a:pt x="1474696" y="216234"/>
                  </a:lnTo>
                  <a:lnTo>
                    <a:pt x="1440492" y="188184"/>
                  </a:lnTo>
                  <a:lnTo>
                    <a:pt x="1404903" y="161826"/>
                  </a:lnTo>
                  <a:lnTo>
                    <a:pt x="1367992" y="137222"/>
                  </a:lnTo>
                  <a:lnTo>
                    <a:pt x="1329820" y="114434"/>
                  </a:lnTo>
                  <a:lnTo>
                    <a:pt x="1290448" y="93524"/>
                  </a:lnTo>
                  <a:lnTo>
                    <a:pt x="1249939" y="74553"/>
                  </a:lnTo>
                  <a:lnTo>
                    <a:pt x="1208355" y="57583"/>
                  </a:lnTo>
                  <a:lnTo>
                    <a:pt x="1165756" y="42676"/>
                  </a:lnTo>
                  <a:lnTo>
                    <a:pt x="1122204" y="29893"/>
                  </a:lnTo>
                  <a:lnTo>
                    <a:pt x="1077762" y="19296"/>
                  </a:lnTo>
                  <a:lnTo>
                    <a:pt x="1032491" y="10946"/>
                  </a:lnTo>
                  <a:lnTo>
                    <a:pt x="986452" y="4906"/>
                  </a:lnTo>
                  <a:lnTo>
                    <a:pt x="939707" y="1236"/>
                  </a:lnTo>
                  <a:lnTo>
                    <a:pt x="892318" y="0"/>
                  </a:lnTo>
                  <a:close/>
                </a:path>
              </a:pathLst>
            </a:custGeom>
            <a:solidFill>
              <a:srgbClr val="8BB81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5178865" y="2857424"/>
              <a:ext cx="3523615" cy="121187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90"/>
                </a:spcBef>
              </a:pPr>
              <a:r>
                <a:rPr lang="es-ES" sz="3900" spc="-409" dirty="0">
                  <a:latin typeface="Trebuchet MS"/>
                  <a:cs typeface="Trebuchet MS"/>
                </a:rPr>
                <a:t>Nacimos en la cocina de la abuela.</a:t>
              </a:r>
              <a:endParaRPr sz="3900" dirty="0">
                <a:latin typeface="Trebuchet MS"/>
                <a:cs typeface="Trebuchet M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5210302" y="2269546"/>
              <a:ext cx="1374775" cy="541655"/>
            </a:xfrm>
            <a:custGeom>
              <a:avLst/>
              <a:gdLst/>
              <a:ahLst/>
              <a:cxnLst/>
              <a:rect l="l" t="t" r="r" b="b"/>
              <a:pathLst>
                <a:path w="1374775" h="541655">
                  <a:moveTo>
                    <a:pt x="306666" y="418401"/>
                  </a:moveTo>
                  <a:lnTo>
                    <a:pt x="160451" y="418401"/>
                  </a:lnTo>
                  <a:lnTo>
                    <a:pt x="189052" y="383908"/>
                  </a:lnTo>
                  <a:lnTo>
                    <a:pt x="216916" y="346011"/>
                  </a:lnTo>
                  <a:lnTo>
                    <a:pt x="242658" y="305536"/>
                  </a:lnTo>
                  <a:lnTo>
                    <a:pt x="264883" y="263372"/>
                  </a:lnTo>
                  <a:lnTo>
                    <a:pt x="282206" y="220357"/>
                  </a:lnTo>
                  <a:lnTo>
                    <a:pt x="293204" y="177342"/>
                  </a:lnTo>
                  <a:lnTo>
                    <a:pt x="296506" y="135216"/>
                  </a:lnTo>
                  <a:lnTo>
                    <a:pt x="290715" y="94805"/>
                  </a:lnTo>
                  <a:lnTo>
                    <a:pt x="274434" y="56984"/>
                  </a:lnTo>
                  <a:lnTo>
                    <a:pt x="222605" y="14160"/>
                  </a:lnTo>
                  <a:lnTo>
                    <a:pt x="184277" y="3530"/>
                  </a:lnTo>
                  <a:lnTo>
                    <a:pt x="138722" y="0"/>
                  </a:lnTo>
                  <a:lnTo>
                    <a:pt x="97015" y="469"/>
                  </a:lnTo>
                  <a:lnTo>
                    <a:pt x="69367" y="3746"/>
                  </a:lnTo>
                  <a:lnTo>
                    <a:pt x="43395" y="12661"/>
                  </a:lnTo>
                  <a:lnTo>
                    <a:pt x="6743" y="29997"/>
                  </a:lnTo>
                  <a:lnTo>
                    <a:pt x="6743" y="145478"/>
                  </a:lnTo>
                  <a:lnTo>
                    <a:pt x="13208" y="141719"/>
                  </a:lnTo>
                  <a:lnTo>
                    <a:pt x="30365" y="133477"/>
                  </a:lnTo>
                  <a:lnTo>
                    <a:pt x="54838" y="125222"/>
                  </a:lnTo>
                  <a:lnTo>
                    <a:pt x="83235" y="121475"/>
                  </a:lnTo>
                  <a:lnTo>
                    <a:pt x="113576" y="127419"/>
                  </a:lnTo>
                  <a:lnTo>
                    <a:pt x="131965" y="144246"/>
                  </a:lnTo>
                  <a:lnTo>
                    <a:pt x="139115" y="170510"/>
                  </a:lnTo>
                  <a:lnTo>
                    <a:pt x="135724" y="204711"/>
                  </a:lnTo>
                  <a:lnTo>
                    <a:pt x="122186" y="245859"/>
                  </a:lnTo>
                  <a:lnTo>
                    <a:pt x="99936" y="288671"/>
                  </a:lnTo>
                  <a:lnTo>
                    <a:pt x="70878" y="332282"/>
                  </a:lnTo>
                  <a:lnTo>
                    <a:pt x="36931" y="375805"/>
                  </a:lnTo>
                  <a:lnTo>
                    <a:pt x="0" y="418401"/>
                  </a:lnTo>
                  <a:lnTo>
                    <a:pt x="0" y="533133"/>
                  </a:lnTo>
                  <a:lnTo>
                    <a:pt x="306666" y="533133"/>
                  </a:lnTo>
                  <a:lnTo>
                    <a:pt x="306666" y="418401"/>
                  </a:lnTo>
                  <a:close/>
                </a:path>
                <a:path w="1374775" h="541655">
                  <a:moveTo>
                    <a:pt x="676363" y="243700"/>
                  </a:moveTo>
                  <a:lnTo>
                    <a:pt x="672807" y="172123"/>
                  </a:lnTo>
                  <a:lnTo>
                    <a:pt x="663981" y="124472"/>
                  </a:lnTo>
                  <a:lnTo>
                    <a:pt x="644563" y="70345"/>
                  </a:lnTo>
                  <a:lnTo>
                    <a:pt x="620064" y="37833"/>
                  </a:lnTo>
                  <a:lnTo>
                    <a:pt x="588772" y="16052"/>
                  </a:lnTo>
                  <a:lnTo>
                    <a:pt x="550773" y="3822"/>
                  </a:lnTo>
                  <a:lnTo>
                    <a:pt x="539153" y="2832"/>
                  </a:lnTo>
                  <a:lnTo>
                    <a:pt x="539153" y="254939"/>
                  </a:lnTo>
                  <a:lnTo>
                    <a:pt x="539153" y="286435"/>
                  </a:lnTo>
                  <a:lnTo>
                    <a:pt x="537908" y="351739"/>
                  </a:lnTo>
                  <a:lnTo>
                    <a:pt x="533069" y="391591"/>
                  </a:lnTo>
                  <a:lnTo>
                    <a:pt x="523024" y="411480"/>
                  </a:lnTo>
                  <a:lnTo>
                    <a:pt x="506158" y="416902"/>
                  </a:lnTo>
                  <a:lnTo>
                    <a:pt x="489305" y="411480"/>
                  </a:lnTo>
                  <a:lnTo>
                    <a:pt x="479259" y="391591"/>
                  </a:lnTo>
                  <a:lnTo>
                    <a:pt x="474421" y="351739"/>
                  </a:lnTo>
                  <a:lnTo>
                    <a:pt x="473176" y="286435"/>
                  </a:lnTo>
                  <a:lnTo>
                    <a:pt x="473176" y="254939"/>
                  </a:lnTo>
                  <a:lnTo>
                    <a:pt x="474421" y="189636"/>
                  </a:lnTo>
                  <a:lnTo>
                    <a:pt x="479259" y="149783"/>
                  </a:lnTo>
                  <a:lnTo>
                    <a:pt x="489305" y="129895"/>
                  </a:lnTo>
                  <a:lnTo>
                    <a:pt x="506158" y="124472"/>
                  </a:lnTo>
                  <a:lnTo>
                    <a:pt x="523024" y="129895"/>
                  </a:lnTo>
                  <a:lnTo>
                    <a:pt x="533069" y="149783"/>
                  </a:lnTo>
                  <a:lnTo>
                    <a:pt x="537908" y="189636"/>
                  </a:lnTo>
                  <a:lnTo>
                    <a:pt x="539153" y="254939"/>
                  </a:lnTo>
                  <a:lnTo>
                    <a:pt x="539153" y="2832"/>
                  </a:lnTo>
                  <a:lnTo>
                    <a:pt x="461835" y="3822"/>
                  </a:lnTo>
                  <a:lnTo>
                    <a:pt x="424040" y="16052"/>
                  </a:lnTo>
                  <a:lnTo>
                    <a:pt x="368465" y="70345"/>
                  </a:lnTo>
                  <a:lnTo>
                    <a:pt x="350888" y="114719"/>
                  </a:lnTo>
                  <a:lnTo>
                    <a:pt x="340271" y="172123"/>
                  </a:lnTo>
                  <a:lnTo>
                    <a:pt x="336702" y="243700"/>
                  </a:lnTo>
                  <a:lnTo>
                    <a:pt x="336702" y="297688"/>
                  </a:lnTo>
                  <a:lnTo>
                    <a:pt x="340271" y="369265"/>
                  </a:lnTo>
                  <a:lnTo>
                    <a:pt x="350888" y="426656"/>
                  </a:lnTo>
                  <a:lnTo>
                    <a:pt x="368465" y="471030"/>
                  </a:lnTo>
                  <a:lnTo>
                    <a:pt x="392874" y="503529"/>
                  </a:lnTo>
                  <a:lnTo>
                    <a:pt x="461835" y="537540"/>
                  </a:lnTo>
                  <a:lnTo>
                    <a:pt x="506158" y="541362"/>
                  </a:lnTo>
                  <a:lnTo>
                    <a:pt x="550773" y="537540"/>
                  </a:lnTo>
                  <a:lnTo>
                    <a:pt x="588772" y="525322"/>
                  </a:lnTo>
                  <a:lnTo>
                    <a:pt x="620064" y="503529"/>
                  </a:lnTo>
                  <a:lnTo>
                    <a:pt x="644563" y="471030"/>
                  </a:lnTo>
                  <a:lnTo>
                    <a:pt x="662165" y="426656"/>
                  </a:lnTo>
                  <a:lnTo>
                    <a:pt x="672807" y="369265"/>
                  </a:lnTo>
                  <a:lnTo>
                    <a:pt x="676363" y="297688"/>
                  </a:lnTo>
                  <a:lnTo>
                    <a:pt x="676363" y="243700"/>
                  </a:lnTo>
                  <a:close/>
                </a:path>
                <a:path w="1374775" h="541655">
                  <a:moveTo>
                    <a:pt x="1046060" y="243700"/>
                  </a:moveTo>
                  <a:lnTo>
                    <a:pt x="1042492" y="172123"/>
                  </a:lnTo>
                  <a:lnTo>
                    <a:pt x="1033665" y="124472"/>
                  </a:lnTo>
                  <a:lnTo>
                    <a:pt x="1031862" y="114719"/>
                  </a:lnTo>
                  <a:lnTo>
                    <a:pt x="1014247" y="70345"/>
                  </a:lnTo>
                  <a:lnTo>
                    <a:pt x="989749" y="37833"/>
                  </a:lnTo>
                  <a:lnTo>
                    <a:pt x="958456" y="16052"/>
                  </a:lnTo>
                  <a:lnTo>
                    <a:pt x="920457" y="3822"/>
                  </a:lnTo>
                  <a:lnTo>
                    <a:pt x="908850" y="2832"/>
                  </a:lnTo>
                  <a:lnTo>
                    <a:pt x="908850" y="254939"/>
                  </a:lnTo>
                  <a:lnTo>
                    <a:pt x="908850" y="286435"/>
                  </a:lnTo>
                  <a:lnTo>
                    <a:pt x="907592" y="351739"/>
                  </a:lnTo>
                  <a:lnTo>
                    <a:pt x="902754" y="391591"/>
                  </a:lnTo>
                  <a:lnTo>
                    <a:pt x="892721" y="411480"/>
                  </a:lnTo>
                  <a:lnTo>
                    <a:pt x="875855" y="416902"/>
                  </a:lnTo>
                  <a:lnTo>
                    <a:pt x="858989" y="411480"/>
                  </a:lnTo>
                  <a:lnTo>
                    <a:pt x="848956" y="391591"/>
                  </a:lnTo>
                  <a:lnTo>
                    <a:pt x="844118" y="351739"/>
                  </a:lnTo>
                  <a:lnTo>
                    <a:pt x="842860" y="286435"/>
                  </a:lnTo>
                  <a:lnTo>
                    <a:pt x="842860" y="254939"/>
                  </a:lnTo>
                  <a:lnTo>
                    <a:pt x="844118" y="189636"/>
                  </a:lnTo>
                  <a:lnTo>
                    <a:pt x="848956" y="149783"/>
                  </a:lnTo>
                  <a:lnTo>
                    <a:pt x="858989" y="129895"/>
                  </a:lnTo>
                  <a:lnTo>
                    <a:pt x="875855" y="124472"/>
                  </a:lnTo>
                  <a:lnTo>
                    <a:pt x="892721" y="129895"/>
                  </a:lnTo>
                  <a:lnTo>
                    <a:pt x="902754" y="149783"/>
                  </a:lnTo>
                  <a:lnTo>
                    <a:pt x="907592" y="189636"/>
                  </a:lnTo>
                  <a:lnTo>
                    <a:pt x="908850" y="254939"/>
                  </a:lnTo>
                  <a:lnTo>
                    <a:pt x="908850" y="2832"/>
                  </a:lnTo>
                  <a:lnTo>
                    <a:pt x="831532" y="3822"/>
                  </a:lnTo>
                  <a:lnTo>
                    <a:pt x="793737" y="16052"/>
                  </a:lnTo>
                  <a:lnTo>
                    <a:pt x="738149" y="70345"/>
                  </a:lnTo>
                  <a:lnTo>
                    <a:pt x="720585" y="114719"/>
                  </a:lnTo>
                  <a:lnTo>
                    <a:pt x="709955" y="172123"/>
                  </a:lnTo>
                  <a:lnTo>
                    <a:pt x="706399" y="243700"/>
                  </a:lnTo>
                  <a:lnTo>
                    <a:pt x="706399" y="297688"/>
                  </a:lnTo>
                  <a:lnTo>
                    <a:pt x="709955" y="369265"/>
                  </a:lnTo>
                  <a:lnTo>
                    <a:pt x="720585" y="426656"/>
                  </a:lnTo>
                  <a:lnTo>
                    <a:pt x="738149" y="471030"/>
                  </a:lnTo>
                  <a:lnTo>
                    <a:pt x="762571" y="503529"/>
                  </a:lnTo>
                  <a:lnTo>
                    <a:pt x="831532" y="537540"/>
                  </a:lnTo>
                  <a:lnTo>
                    <a:pt x="875855" y="541362"/>
                  </a:lnTo>
                  <a:lnTo>
                    <a:pt x="920457" y="537540"/>
                  </a:lnTo>
                  <a:lnTo>
                    <a:pt x="958456" y="525322"/>
                  </a:lnTo>
                  <a:lnTo>
                    <a:pt x="989749" y="503529"/>
                  </a:lnTo>
                  <a:lnTo>
                    <a:pt x="1014247" y="471030"/>
                  </a:lnTo>
                  <a:lnTo>
                    <a:pt x="1031862" y="426656"/>
                  </a:lnTo>
                  <a:lnTo>
                    <a:pt x="1033665" y="416902"/>
                  </a:lnTo>
                  <a:lnTo>
                    <a:pt x="1042492" y="369265"/>
                  </a:lnTo>
                  <a:lnTo>
                    <a:pt x="1046060" y="297688"/>
                  </a:lnTo>
                  <a:lnTo>
                    <a:pt x="1046060" y="243700"/>
                  </a:lnTo>
                  <a:close/>
                </a:path>
                <a:path w="1374775" h="541655">
                  <a:moveTo>
                    <a:pt x="1374521" y="377913"/>
                  </a:moveTo>
                  <a:lnTo>
                    <a:pt x="1373974" y="333692"/>
                  </a:lnTo>
                  <a:lnTo>
                    <a:pt x="1365707" y="291312"/>
                  </a:lnTo>
                  <a:lnTo>
                    <a:pt x="1346466" y="254546"/>
                  </a:lnTo>
                  <a:lnTo>
                    <a:pt x="1313027" y="227190"/>
                  </a:lnTo>
                  <a:lnTo>
                    <a:pt x="1268222" y="213512"/>
                  </a:lnTo>
                  <a:lnTo>
                    <a:pt x="1244282" y="211594"/>
                  </a:lnTo>
                  <a:lnTo>
                    <a:pt x="1220050" y="212204"/>
                  </a:lnTo>
                  <a:lnTo>
                    <a:pt x="1223048" y="122974"/>
                  </a:lnTo>
                  <a:lnTo>
                    <a:pt x="1352029" y="122974"/>
                  </a:lnTo>
                  <a:lnTo>
                    <a:pt x="1352029" y="8255"/>
                  </a:lnTo>
                  <a:lnTo>
                    <a:pt x="1094092" y="8255"/>
                  </a:lnTo>
                  <a:lnTo>
                    <a:pt x="1085837" y="284187"/>
                  </a:lnTo>
                  <a:lnTo>
                    <a:pt x="1121079" y="319430"/>
                  </a:lnTo>
                  <a:lnTo>
                    <a:pt x="1126655" y="318668"/>
                  </a:lnTo>
                  <a:lnTo>
                    <a:pt x="1141514" y="317271"/>
                  </a:lnTo>
                  <a:lnTo>
                    <a:pt x="1187818" y="317919"/>
                  </a:lnTo>
                  <a:lnTo>
                    <a:pt x="1222298" y="337146"/>
                  </a:lnTo>
                  <a:lnTo>
                    <a:pt x="1229804" y="370408"/>
                  </a:lnTo>
                  <a:lnTo>
                    <a:pt x="1227899" y="389788"/>
                  </a:lnTo>
                  <a:lnTo>
                    <a:pt x="1220241" y="406222"/>
                  </a:lnTo>
                  <a:lnTo>
                    <a:pt x="1203858" y="417868"/>
                  </a:lnTo>
                  <a:lnTo>
                    <a:pt x="1175816" y="422910"/>
                  </a:lnTo>
                  <a:lnTo>
                    <a:pt x="1146111" y="423621"/>
                  </a:lnTo>
                  <a:lnTo>
                    <a:pt x="1126617" y="422998"/>
                  </a:lnTo>
                  <a:lnTo>
                    <a:pt x="1108646" y="420268"/>
                  </a:lnTo>
                  <a:lnTo>
                    <a:pt x="1083589" y="414655"/>
                  </a:lnTo>
                  <a:lnTo>
                    <a:pt x="1083589" y="525627"/>
                  </a:lnTo>
                  <a:lnTo>
                    <a:pt x="1093165" y="528078"/>
                  </a:lnTo>
                  <a:lnTo>
                    <a:pt x="1120330" y="533501"/>
                  </a:lnTo>
                  <a:lnTo>
                    <a:pt x="1162672" y="538911"/>
                  </a:lnTo>
                  <a:lnTo>
                    <a:pt x="1217803" y="541375"/>
                  </a:lnTo>
                  <a:lnTo>
                    <a:pt x="1264551" y="535203"/>
                  </a:lnTo>
                  <a:lnTo>
                    <a:pt x="1302918" y="517994"/>
                  </a:lnTo>
                  <a:lnTo>
                    <a:pt x="1332992" y="491693"/>
                  </a:lnTo>
                  <a:lnTo>
                    <a:pt x="1354886" y="458279"/>
                  </a:lnTo>
                  <a:lnTo>
                    <a:pt x="1368691" y="419696"/>
                  </a:lnTo>
                  <a:lnTo>
                    <a:pt x="1374521" y="377913"/>
                  </a:lnTo>
                  <a:close/>
                </a:path>
              </a:pathLst>
            </a:custGeom>
            <a:solidFill>
              <a:srgbClr val="8BB8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943438"/>
              <a:ext cx="3717886" cy="3708400"/>
            </a:xfrm>
            <a:prstGeom prst="rect">
              <a:avLst/>
            </a:prstGeom>
          </p:spPr>
        </p:pic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4D0BFBB5-E5A5-BE33-0014-33CD2DDF66AC}"/>
              </a:ext>
            </a:extLst>
          </p:cNvPr>
          <p:cNvGrpSpPr/>
          <p:nvPr/>
        </p:nvGrpSpPr>
        <p:grpSpPr>
          <a:xfrm>
            <a:off x="4762862" y="4341991"/>
            <a:ext cx="7803788" cy="3854895"/>
            <a:chOff x="4762862" y="4341991"/>
            <a:chExt cx="7803788" cy="3854895"/>
          </a:xfrm>
        </p:grpSpPr>
        <p:sp>
          <p:nvSpPr>
            <p:cNvPr id="52" name="object 5">
              <a:extLst>
                <a:ext uri="{FF2B5EF4-FFF2-40B4-BE49-F238E27FC236}">
                  <a16:creationId xmlns:a16="http://schemas.microsoft.com/office/drawing/2014/main" id="{DC19F8FD-6824-F88E-2927-B1F375FA2FFD}"/>
                </a:ext>
              </a:extLst>
            </p:cNvPr>
            <p:cNvSpPr/>
            <p:nvPr/>
          </p:nvSpPr>
          <p:spPr>
            <a:xfrm>
              <a:off x="10781665" y="6308090"/>
              <a:ext cx="1784985" cy="1784985"/>
            </a:xfrm>
            <a:custGeom>
              <a:avLst/>
              <a:gdLst/>
              <a:ahLst/>
              <a:cxnLst/>
              <a:rect l="l" t="t" r="r" b="b"/>
              <a:pathLst>
                <a:path w="1784985" h="1784985">
                  <a:moveTo>
                    <a:pt x="892318" y="0"/>
                  </a:moveTo>
                  <a:lnTo>
                    <a:pt x="844928" y="1236"/>
                  </a:lnTo>
                  <a:lnTo>
                    <a:pt x="798182" y="4906"/>
                  </a:lnTo>
                  <a:lnTo>
                    <a:pt x="752142" y="10946"/>
                  </a:lnTo>
                  <a:lnTo>
                    <a:pt x="706870" y="19296"/>
                  </a:lnTo>
                  <a:lnTo>
                    <a:pt x="662427" y="29893"/>
                  </a:lnTo>
                  <a:lnTo>
                    <a:pt x="618875" y="42676"/>
                  </a:lnTo>
                  <a:lnTo>
                    <a:pt x="576275" y="57583"/>
                  </a:lnTo>
                  <a:lnTo>
                    <a:pt x="534690" y="74553"/>
                  </a:lnTo>
                  <a:lnTo>
                    <a:pt x="494181" y="93524"/>
                  </a:lnTo>
                  <a:lnTo>
                    <a:pt x="454809" y="114434"/>
                  </a:lnTo>
                  <a:lnTo>
                    <a:pt x="416636" y="137222"/>
                  </a:lnTo>
                  <a:lnTo>
                    <a:pt x="379725" y="161826"/>
                  </a:lnTo>
                  <a:lnTo>
                    <a:pt x="344136" y="188184"/>
                  </a:lnTo>
                  <a:lnTo>
                    <a:pt x="309931" y="216234"/>
                  </a:lnTo>
                  <a:lnTo>
                    <a:pt x="277172" y="245916"/>
                  </a:lnTo>
                  <a:lnTo>
                    <a:pt x="245921" y="277167"/>
                  </a:lnTo>
                  <a:lnTo>
                    <a:pt x="216239" y="309925"/>
                  </a:lnTo>
                  <a:lnTo>
                    <a:pt x="188188" y="344129"/>
                  </a:lnTo>
                  <a:lnTo>
                    <a:pt x="161829" y="379718"/>
                  </a:lnTo>
                  <a:lnTo>
                    <a:pt x="137225" y="416629"/>
                  </a:lnTo>
                  <a:lnTo>
                    <a:pt x="114437" y="454801"/>
                  </a:lnTo>
                  <a:lnTo>
                    <a:pt x="93526" y="494172"/>
                  </a:lnTo>
                  <a:lnTo>
                    <a:pt x="74555" y="534681"/>
                  </a:lnTo>
                  <a:lnTo>
                    <a:pt x="57585" y="576266"/>
                  </a:lnTo>
                  <a:lnTo>
                    <a:pt x="42677" y="618866"/>
                  </a:lnTo>
                  <a:lnTo>
                    <a:pt x="29894" y="662417"/>
                  </a:lnTo>
                  <a:lnTo>
                    <a:pt x="19296" y="706860"/>
                  </a:lnTo>
                  <a:lnTo>
                    <a:pt x="10946" y="752132"/>
                  </a:lnTo>
                  <a:lnTo>
                    <a:pt x="4906" y="798172"/>
                  </a:lnTo>
                  <a:lnTo>
                    <a:pt x="1236" y="844917"/>
                  </a:lnTo>
                  <a:lnTo>
                    <a:pt x="0" y="892307"/>
                  </a:lnTo>
                  <a:lnTo>
                    <a:pt x="1236" y="939697"/>
                  </a:lnTo>
                  <a:lnTo>
                    <a:pt x="4906" y="986443"/>
                  </a:lnTo>
                  <a:lnTo>
                    <a:pt x="10946" y="1032483"/>
                  </a:lnTo>
                  <a:lnTo>
                    <a:pt x="19296" y="1077755"/>
                  </a:lnTo>
                  <a:lnTo>
                    <a:pt x="29894" y="1122197"/>
                  </a:lnTo>
                  <a:lnTo>
                    <a:pt x="42677" y="1165749"/>
                  </a:lnTo>
                  <a:lnTo>
                    <a:pt x="57585" y="1208349"/>
                  </a:lnTo>
                  <a:lnTo>
                    <a:pt x="74555" y="1249933"/>
                  </a:lnTo>
                  <a:lnTo>
                    <a:pt x="93526" y="1290442"/>
                  </a:lnTo>
                  <a:lnTo>
                    <a:pt x="114437" y="1329814"/>
                  </a:lnTo>
                  <a:lnTo>
                    <a:pt x="137225" y="1367986"/>
                  </a:lnTo>
                  <a:lnTo>
                    <a:pt x="161829" y="1404897"/>
                  </a:lnTo>
                  <a:lnTo>
                    <a:pt x="188188" y="1440486"/>
                  </a:lnTo>
                  <a:lnTo>
                    <a:pt x="216239" y="1474690"/>
                  </a:lnTo>
                  <a:lnTo>
                    <a:pt x="245921" y="1507448"/>
                  </a:lnTo>
                  <a:lnTo>
                    <a:pt x="277172" y="1538699"/>
                  </a:lnTo>
                  <a:lnTo>
                    <a:pt x="309931" y="1568380"/>
                  </a:lnTo>
                  <a:lnTo>
                    <a:pt x="344136" y="1596431"/>
                  </a:lnTo>
                  <a:lnTo>
                    <a:pt x="379725" y="1622789"/>
                  </a:lnTo>
                  <a:lnTo>
                    <a:pt x="416636" y="1647393"/>
                  </a:lnTo>
                  <a:lnTo>
                    <a:pt x="454809" y="1670180"/>
                  </a:lnTo>
                  <a:lnTo>
                    <a:pt x="494181" y="1691091"/>
                  </a:lnTo>
                  <a:lnTo>
                    <a:pt x="534690" y="1710061"/>
                  </a:lnTo>
                  <a:lnTo>
                    <a:pt x="576275" y="1727031"/>
                  </a:lnTo>
                  <a:lnTo>
                    <a:pt x="618875" y="1741939"/>
                  </a:lnTo>
                  <a:lnTo>
                    <a:pt x="662427" y="1754722"/>
                  </a:lnTo>
                  <a:lnTo>
                    <a:pt x="706870" y="1765319"/>
                  </a:lnTo>
                  <a:lnTo>
                    <a:pt x="752142" y="1773669"/>
                  </a:lnTo>
                  <a:lnTo>
                    <a:pt x="798182" y="1779709"/>
                  </a:lnTo>
                  <a:lnTo>
                    <a:pt x="844928" y="1783378"/>
                  </a:lnTo>
                  <a:lnTo>
                    <a:pt x="892318" y="1784615"/>
                  </a:lnTo>
                  <a:lnTo>
                    <a:pt x="939707" y="1783378"/>
                  </a:lnTo>
                  <a:lnTo>
                    <a:pt x="986452" y="1779709"/>
                  </a:lnTo>
                  <a:lnTo>
                    <a:pt x="1032491" y="1773669"/>
                  </a:lnTo>
                  <a:lnTo>
                    <a:pt x="1077762" y="1765319"/>
                  </a:lnTo>
                  <a:lnTo>
                    <a:pt x="1122204" y="1754722"/>
                  </a:lnTo>
                  <a:lnTo>
                    <a:pt x="1165756" y="1741939"/>
                  </a:lnTo>
                  <a:lnTo>
                    <a:pt x="1208355" y="1727031"/>
                  </a:lnTo>
                  <a:lnTo>
                    <a:pt x="1249939" y="1710061"/>
                  </a:lnTo>
                  <a:lnTo>
                    <a:pt x="1290448" y="1691091"/>
                  </a:lnTo>
                  <a:lnTo>
                    <a:pt x="1329820" y="1670180"/>
                  </a:lnTo>
                  <a:lnTo>
                    <a:pt x="1367992" y="1647393"/>
                  </a:lnTo>
                  <a:lnTo>
                    <a:pt x="1404903" y="1622789"/>
                  </a:lnTo>
                  <a:lnTo>
                    <a:pt x="1440492" y="1596431"/>
                  </a:lnTo>
                  <a:lnTo>
                    <a:pt x="1474696" y="1568380"/>
                  </a:lnTo>
                  <a:lnTo>
                    <a:pt x="1507455" y="1538699"/>
                  </a:lnTo>
                  <a:lnTo>
                    <a:pt x="1538706" y="1507448"/>
                  </a:lnTo>
                  <a:lnTo>
                    <a:pt x="1568387" y="1474690"/>
                  </a:lnTo>
                  <a:lnTo>
                    <a:pt x="1596438" y="1440486"/>
                  </a:lnTo>
                  <a:lnTo>
                    <a:pt x="1622797" y="1404897"/>
                  </a:lnTo>
                  <a:lnTo>
                    <a:pt x="1647401" y="1367986"/>
                  </a:lnTo>
                  <a:lnTo>
                    <a:pt x="1670189" y="1329814"/>
                  </a:lnTo>
                  <a:lnTo>
                    <a:pt x="1691099" y="1290442"/>
                  </a:lnTo>
                  <a:lnTo>
                    <a:pt x="1710070" y="1249933"/>
                  </a:lnTo>
                  <a:lnTo>
                    <a:pt x="1727041" y="1208349"/>
                  </a:lnTo>
                  <a:lnTo>
                    <a:pt x="1741948" y="1165749"/>
                  </a:lnTo>
                  <a:lnTo>
                    <a:pt x="1754732" y="1122197"/>
                  </a:lnTo>
                  <a:lnTo>
                    <a:pt x="1765329" y="1077755"/>
                  </a:lnTo>
                  <a:lnTo>
                    <a:pt x="1773679" y="1032483"/>
                  </a:lnTo>
                  <a:lnTo>
                    <a:pt x="1779719" y="986443"/>
                  </a:lnTo>
                  <a:lnTo>
                    <a:pt x="1783389" y="939697"/>
                  </a:lnTo>
                  <a:lnTo>
                    <a:pt x="1784626" y="892307"/>
                  </a:lnTo>
                  <a:lnTo>
                    <a:pt x="1783389" y="844917"/>
                  </a:lnTo>
                  <a:lnTo>
                    <a:pt x="1779719" y="798172"/>
                  </a:lnTo>
                  <a:lnTo>
                    <a:pt x="1773679" y="752132"/>
                  </a:lnTo>
                  <a:lnTo>
                    <a:pt x="1765329" y="706860"/>
                  </a:lnTo>
                  <a:lnTo>
                    <a:pt x="1754732" y="662417"/>
                  </a:lnTo>
                  <a:lnTo>
                    <a:pt x="1741948" y="618866"/>
                  </a:lnTo>
                  <a:lnTo>
                    <a:pt x="1727041" y="576266"/>
                  </a:lnTo>
                  <a:lnTo>
                    <a:pt x="1710070" y="534681"/>
                  </a:lnTo>
                  <a:lnTo>
                    <a:pt x="1691099" y="494172"/>
                  </a:lnTo>
                  <a:lnTo>
                    <a:pt x="1670189" y="454801"/>
                  </a:lnTo>
                  <a:lnTo>
                    <a:pt x="1647401" y="416629"/>
                  </a:lnTo>
                  <a:lnTo>
                    <a:pt x="1622797" y="379718"/>
                  </a:lnTo>
                  <a:lnTo>
                    <a:pt x="1596438" y="344129"/>
                  </a:lnTo>
                  <a:lnTo>
                    <a:pt x="1568387" y="309925"/>
                  </a:lnTo>
                  <a:lnTo>
                    <a:pt x="1538706" y="277167"/>
                  </a:lnTo>
                  <a:lnTo>
                    <a:pt x="1507455" y="245916"/>
                  </a:lnTo>
                  <a:lnTo>
                    <a:pt x="1474696" y="216234"/>
                  </a:lnTo>
                  <a:lnTo>
                    <a:pt x="1440492" y="188184"/>
                  </a:lnTo>
                  <a:lnTo>
                    <a:pt x="1404903" y="161826"/>
                  </a:lnTo>
                  <a:lnTo>
                    <a:pt x="1367992" y="137222"/>
                  </a:lnTo>
                  <a:lnTo>
                    <a:pt x="1329820" y="114434"/>
                  </a:lnTo>
                  <a:lnTo>
                    <a:pt x="1290448" y="93524"/>
                  </a:lnTo>
                  <a:lnTo>
                    <a:pt x="1249939" y="74553"/>
                  </a:lnTo>
                  <a:lnTo>
                    <a:pt x="1208355" y="57583"/>
                  </a:lnTo>
                  <a:lnTo>
                    <a:pt x="1165756" y="42676"/>
                  </a:lnTo>
                  <a:lnTo>
                    <a:pt x="1122204" y="29893"/>
                  </a:lnTo>
                  <a:lnTo>
                    <a:pt x="1077762" y="19296"/>
                  </a:lnTo>
                  <a:lnTo>
                    <a:pt x="1032491" y="10946"/>
                  </a:lnTo>
                  <a:lnTo>
                    <a:pt x="986452" y="4906"/>
                  </a:lnTo>
                  <a:lnTo>
                    <a:pt x="939707" y="1236"/>
                  </a:lnTo>
                  <a:lnTo>
                    <a:pt x="892318" y="0"/>
                  </a:lnTo>
                  <a:close/>
                </a:path>
              </a:pathLst>
            </a:custGeom>
            <a:solidFill>
              <a:srgbClr val="8BB81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B9C577BB-3E9B-6822-3613-AA983780F192}"/>
                </a:ext>
              </a:extLst>
            </p:cNvPr>
            <p:cNvGrpSpPr/>
            <p:nvPr/>
          </p:nvGrpSpPr>
          <p:grpSpPr>
            <a:xfrm>
              <a:off x="4762862" y="4341991"/>
              <a:ext cx="7705510" cy="3854895"/>
              <a:chOff x="1566573" y="5266576"/>
              <a:chExt cx="7705510" cy="3854895"/>
            </a:xfrm>
          </p:grpSpPr>
          <p:sp>
            <p:nvSpPr>
              <p:cNvPr id="4" name="object 4"/>
              <p:cNvSpPr/>
              <p:nvPr/>
            </p:nvSpPr>
            <p:spPr>
              <a:xfrm>
                <a:off x="5259858" y="5266576"/>
                <a:ext cx="2447925" cy="2447925"/>
              </a:xfrm>
              <a:custGeom>
                <a:avLst/>
                <a:gdLst/>
                <a:ahLst/>
                <a:cxnLst/>
                <a:rect l="l" t="t" r="r" b="b"/>
                <a:pathLst>
                  <a:path w="2447925" h="2447925">
                    <a:moveTo>
                      <a:pt x="1223931" y="0"/>
                    </a:moveTo>
                    <a:lnTo>
                      <a:pt x="1175871" y="926"/>
                    </a:lnTo>
                    <a:lnTo>
                      <a:pt x="1128281" y="3682"/>
                    </a:lnTo>
                    <a:lnTo>
                      <a:pt x="1081195" y="8234"/>
                    </a:lnTo>
                    <a:lnTo>
                      <a:pt x="1034645" y="14548"/>
                    </a:lnTo>
                    <a:lnTo>
                      <a:pt x="988667" y="22589"/>
                    </a:lnTo>
                    <a:lnTo>
                      <a:pt x="943295" y="32325"/>
                    </a:lnTo>
                    <a:lnTo>
                      <a:pt x="898561" y="43720"/>
                    </a:lnTo>
                    <a:lnTo>
                      <a:pt x="854502" y="56741"/>
                    </a:lnTo>
                    <a:lnTo>
                      <a:pt x="811149" y="71354"/>
                    </a:lnTo>
                    <a:lnTo>
                      <a:pt x="768538" y="87525"/>
                    </a:lnTo>
                    <a:lnTo>
                      <a:pt x="726703" y="105219"/>
                    </a:lnTo>
                    <a:lnTo>
                      <a:pt x="685677" y="124403"/>
                    </a:lnTo>
                    <a:lnTo>
                      <a:pt x="645494" y="145043"/>
                    </a:lnTo>
                    <a:lnTo>
                      <a:pt x="606189" y="167105"/>
                    </a:lnTo>
                    <a:lnTo>
                      <a:pt x="567796" y="190554"/>
                    </a:lnTo>
                    <a:lnTo>
                      <a:pt x="530348" y="215357"/>
                    </a:lnTo>
                    <a:lnTo>
                      <a:pt x="493879" y="241479"/>
                    </a:lnTo>
                    <a:lnTo>
                      <a:pt x="458424" y="268888"/>
                    </a:lnTo>
                    <a:lnTo>
                      <a:pt x="424017" y="297547"/>
                    </a:lnTo>
                    <a:lnTo>
                      <a:pt x="390691" y="327425"/>
                    </a:lnTo>
                    <a:lnTo>
                      <a:pt x="358481" y="358486"/>
                    </a:lnTo>
                    <a:lnTo>
                      <a:pt x="327420" y="390697"/>
                    </a:lnTo>
                    <a:lnTo>
                      <a:pt x="297543" y="424023"/>
                    </a:lnTo>
                    <a:lnTo>
                      <a:pt x="268884" y="458431"/>
                    </a:lnTo>
                    <a:lnTo>
                      <a:pt x="241476" y="493886"/>
                    </a:lnTo>
                    <a:lnTo>
                      <a:pt x="215353" y="530355"/>
                    </a:lnTo>
                    <a:lnTo>
                      <a:pt x="190551" y="567803"/>
                    </a:lnTo>
                    <a:lnTo>
                      <a:pt x="167102" y="606197"/>
                    </a:lnTo>
                    <a:lnTo>
                      <a:pt x="145041" y="645502"/>
                    </a:lnTo>
                    <a:lnTo>
                      <a:pt x="124401" y="685685"/>
                    </a:lnTo>
                    <a:lnTo>
                      <a:pt x="105217" y="726712"/>
                    </a:lnTo>
                    <a:lnTo>
                      <a:pt x="87523" y="768547"/>
                    </a:lnTo>
                    <a:lnTo>
                      <a:pt x="71353" y="811159"/>
                    </a:lnTo>
                    <a:lnTo>
                      <a:pt x="56740" y="854511"/>
                    </a:lnTo>
                    <a:lnTo>
                      <a:pt x="43720" y="898571"/>
                    </a:lnTo>
                    <a:lnTo>
                      <a:pt x="32324" y="943305"/>
                    </a:lnTo>
                    <a:lnTo>
                      <a:pt x="22589" y="988677"/>
                    </a:lnTo>
                    <a:lnTo>
                      <a:pt x="14548" y="1034655"/>
                    </a:lnTo>
                    <a:lnTo>
                      <a:pt x="8234" y="1081205"/>
                    </a:lnTo>
                    <a:lnTo>
                      <a:pt x="3682" y="1128292"/>
                    </a:lnTo>
                    <a:lnTo>
                      <a:pt x="926" y="1175882"/>
                    </a:lnTo>
                    <a:lnTo>
                      <a:pt x="0" y="1223941"/>
                    </a:lnTo>
                    <a:lnTo>
                      <a:pt x="926" y="1272001"/>
                    </a:lnTo>
                    <a:lnTo>
                      <a:pt x="3682" y="1319591"/>
                    </a:lnTo>
                    <a:lnTo>
                      <a:pt x="8234" y="1366678"/>
                    </a:lnTo>
                    <a:lnTo>
                      <a:pt x="14548" y="1413227"/>
                    </a:lnTo>
                    <a:lnTo>
                      <a:pt x="22589" y="1459205"/>
                    </a:lnTo>
                    <a:lnTo>
                      <a:pt x="32324" y="1504578"/>
                    </a:lnTo>
                    <a:lnTo>
                      <a:pt x="43720" y="1549311"/>
                    </a:lnTo>
                    <a:lnTo>
                      <a:pt x="56740" y="1593371"/>
                    </a:lnTo>
                    <a:lnTo>
                      <a:pt x="71353" y="1636724"/>
                    </a:lnTo>
                    <a:lnTo>
                      <a:pt x="87523" y="1679335"/>
                    </a:lnTo>
                    <a:lnTo>
                      <a:pt x="105217" y="1721171"/>
                    </a:lnTo>
                    <a:lnTo>
                      <a:pt x="124401" y="1762197"/>
                    </a:lnTo>
                    <a:lnTo>
                      <a:pt x="145041" y="1802380"/>
                    </a:lnTo>
                    <a:lnTo>
                      <a:pt x="167102" y="1841686"/>
                    </a:lnTo>
                    <a:lnTo>
                      <a:pt x="190551" y="1880079"/>
                    </a:lnTo>
                    <a:lnTo>
                      <a:pt x="215353" y="1917528"/>
                    </a:lnTo>
                    <a:lnTo>
                      <a:pt x="241476" y="1953997"/>
                    </a:lnTo>
                    <a:lnTo>
                      <a:pt x="268884" y="1989452"/>
                    </a:lnTo>
                    <a:lnTo>
                      <a:pt x="297543" y="2023860"/>
                    </a:lnTo>
                    <a:lnTo>
                      <a:pt x="327420" y="2057186"/>
                    </a:lnTo>
                    <a:lnTo>
                      <a:pt x="358481" y="2089397"/>
                    </a:lnTo>
                    <a:lnTo>
                      <a:pt x="390691" y="2120458"/>
                    </a:lnTo>
                    <a:lnTo>
                      <a:pt x="424017" y="2150335"/>
                    </a:lnTo>
                    <a:lnTo>
                      <a:pt x="458424" y="2178995"/>
                    </a:lnTo>
                    <a:lnTo>
                      <a:pt x="493879" y="2206403"/>
                    </a:lnTo>
                    <a:lnTo>
                      <a:pt x="530348" y="2232526"/>
                    </a:lnTo>
                    <a:lnTo>
                      <a:pt x="567796" y="2257329"/>
                    </a:lnTo>
                    <a:lnTo>
                      <a:pt x="606189" y="2280778"/>
                    </a:lnTo>
                    <a:lnTo>
                      <a:pt x="645494" y="2302839"/>
                    </a:lnTo>
                    <a:lnTo>
                      <a:pt x="685677" y="2323479"/>
                    </a:lnTo>
                    <a:lnTo>
                      <a:pt x="726703" y="2342663"/>
                    </a:lnTo>
                    <a:lnTo>
                      <a:pt x="768538" y="2360358"/>
                    </a:lnTo>
                    <a:lnTo>
                      <a:pt x="811149" y="2376528"/>
                    </a:lnTo>
                    <a:lnTo>
                      <a:pt x="854502" y="2391141"/>
                    </a:lnTo>
                    <a:lnTo>
                      <a:pt x="898561" y="2404162"/>
                    </a:lnTo>
                    <a:lnTo>
                      <a:pt x="943295" y="2415558"/>
                    </a:lnTo>
                    <a:lnTo>
                      <a:pt x="988667" y="2425293"/>
                    </a:lnTo>
                    <a:lnTo>
                      <a:pt x="1034645" y="2433335"/>
                    </a:lnTo>
                    <a:lnTo>
                      <a:pt x="1081195" y="2439649"/>
                    </a:lnTo>
                    <a:lnTo>
                      <a:pt x="1128281" y="2444201"/>
                    </a:lnTo>
                    <a:lnTo>
                      <a:pt x="1175871" y="2446957"/>
                    </a:lnTo>
                    <a:lnTo>
                      <a:pt x="1223931" y="2447883"/>
                    </a:lnTo>
                    <a:lnTo>
                      <a:pt x="1271991" y="2446957"/>
                    </a:lnTo>
                    <a:lnTo>
                      <a:pt x="1319582" y="2444201"/>
                    </a:lnTo>
                    <a:lnTo>
                      <a:pt x="1366669" y="2439649"/>
                    </a:lnTo>
                    <a:lnTo>
                      <a:pt x="1413219" y="2433335"/>
                    </a:lnTo>
                    <a:lnTo>
                      <a:pt x="1459198" y="2425293"/>
                    </a:lnTo>
                    <a:lnTo>
                      <a:pt x="1504571" y="2415558"/>
                    </a:lnTo>
                    <a:lnTo>
                      <a:pt x="1549305" y="2404162"/>
                    </a:lnTo>
                    <a:lnTo>
                      <a:pt x="1593365" y="2391141"/>
                    </a:lnTo>
                    <a:lnTo>
                      <a:pt x="1636718" y="2376528"/>
                    </a:lnTo>
                    <a:lnTo>
                      <a:pt x="1679329" y="2360358"/>
                    </a:lnTo>
                    <a:lnTo>
                      <a:pt x="1721165" y="2342663"/>
                    </a:lnTo>
                    <a:lnTo>
                      <a:pt x="1762191" y="2323479"/>
                    </a:lnTo>
                    <a:lnTo>
                      <a:pt x="1802374" y="2302839"/>
                    </a:lnTo>
                    <a:lnTo>
                      <a:pt x="1841680" y="2280778"/>
                    </a:lnTo>
                    <a:lnTo>
                      <a:pt x="1880074" y="2257329"/>
                    </a:lnTo>
                    <a:lnTo>
                      <a:pt x="1917522" y="2232526"/>
                    </a:lnTo>
                    <a:lnTo>
                      <a:pt x="1953991" y="2206403"/>
                    </a:lnTo>
                    <a:lnTo>
                      <a:pt x="1989446" y="2178995"/>
                    </a:lnTo>
                    <a:lnTo>
                      <a:pt x="2023854" y="2150335"/>
                    </a:lnTo>
                    <a:lnTo>
                      <a:pt x="2057180" y="2120458"/>
                    </a:lnTo>
                    <a:lnTo>
                      <a:pt x="2089390" y="2089397"/>
                    </a:lnTo>
                    <a:lnTo>
                      <a:pt x="2120451" y="2057186"/>
                    </a:lnTo>
                    <a:lnTo>
                      <a:pt x="2150328" y="2023860"/>
                    </a:lnTo>
                    <a:lnTo>
                      <a:pt x="2178988" y="1989452"/>
                    </a:lnTo>
                    <a:lnTo>
                      <a:pt x="2206396" y="1953997"/>
                    </a:lnTo>
                    <a:lnTo>
                      <a:pt x="2232518" y="1917528"/>
                    </a:lnTo>
                    <a:lnTo>
                      <a:pt x="2257321" y="1880079"/>
                    </a:lnTo>
                    <a:lnTo>
                      <a:pt x="2280770" y="1841686"/>
                    </a:lnTo>
                    <a:lnTo>
                      <a:pt x="2302831" y="1802380"/>
                    </a:lnTo>
                    <a:lnTo>
                      <a:pt x="2323471" y="1762197"/>
                    </a:lnTo>
                    <a:lnTo>
                      <a:pt x="2342654" y="1721171"/>
                    </a:lnTo>
                    <a:lnTo>
                      <a:pt x="2360349" y="1679335"/>
                    </a:lnTo>
                    <a:lnTo>
                      <a:pt x="2376519" y="1636724"/>
                    </a:lnTo>
                    <a:lnTo>
                      <a:pt x="2391132" y="1593371"/>
                    </a:lnTo>
                    <a:lnTo>
                      <a:pt x="2404153" y="1549311"/>
                    </a:lnTo>
                    <a:lnTo>
                      <a:pt x="2415548" y="1504578"/>
                    </a:lnTo>
                    <a:lnTo>
                      <a:pt x="2425283" y="1459205"/>
                    </a:lnTo>
                    <a:lnTo>
                      <a:pt x="2433325" y="1413227"/>
                    </a:lnTo>
                    <a:lnTo>
                      <a:pt x="2439638" y="1366678"/>
                    </a:lnTo>
                    <a:lnTo>
                      <a:pt x="2444190" y="1319591"/>
                    </a:lnTo>
                    <a:lnTo>
                      <a:pt x="2446946" y="1272001"/>
                    </a:lnTo>
                    <a:lnTo>
                      <a:pt x="2447873" y="1223941"/>
                    </a:lnTo>
                    <a:lnTo>
                      <a:pt x="2446946" y="1175882"/>
                    </a:lnTo>
                    <a:lnTo>
                      <a:pt x="2444190" y="1128292"/>
                    </a:lnTo>
                    <a:lnTo>
                      <a:pt x="2439638" y="1081205"/>
                    </a:lnTo>
                    <a:lnTo>
                      <a:pt x="2433325" y="1034655"/>
                    </a:lnTo>
                    <a:lnTo>
                      <a:pt x="2425283" y="988677"/>
                    </a:lnTo>
                    <a:lnTo>
                      <a:pt x="2415548" y="943305"/>
                    </a:lnTo>
                    <a:lnTo>
                      <a:pt x="2404153" y="898571"/>
                    </a:lnTo>
                    <a:lnTo>
                      <a:pt x="2391132" y="854511"/>
                    </a:lnTo>
                    <a:lnTo>
                      <a:pt x="2376519" y="811159"/>
                    </a:lnTo>
                    <a:lnTo>
                      <a:pt x="2360349" y="768547"/>
                    </a:lnTo>
                    <a:lnTo>
                      <a:pt x="2342654" y="726712"/>
                    </a:lnTo>
                    <a:lnTo>
                      <a:pt x="2323471" y="685685"/>
                    </a:lnTo>
                    <a:lnTo>
                      <a:pt x="2302831" y="645502"/>
                    </a:lnTo>
                    <a:lnTo>
                      <a:pt x="2280770" y="606197"/>
                    </a:lnTo>
                    <a:lnTo>
                      <a:pt x="2257321" y="567803"/>
                    </a:lnTo>
                    <a:lnTo>
                      <a:pt x="2232518" y="530355"/>
                    </a:lnTo>
                    <a:lnTo>
                      <a:pt x="2206396" y="493886"/>
                    </a:lnTo>
                    <a:lnTo>
                      <a:pt x="2178988" y="458431"/>
                    </a:lnTo>
                    <a:lnTo>
                      <a:pt x="2150328" y="424023"/>
                    </a:lnTo>
                    <a:lnTo>
                      <a:pt x="2120451" y="390697"/>
                    </a:lnTo>
                    <a:lnTo>
                      <a:pt x="2089390" y="358486"/>
                    </a:lnTo>
                    <a:lnTo>
                      <a:pt x="2057180" y="327425"/>
                    </a:lnTo>
                    <a:lnTo>
                      <a:pt x="2023854" y="297547"/>
                    </a:lnTo>
                    <a:lnTo>
                      <a:pt x="1989446" y="268888"/>
                    </a:lnTo>
                    <a:lnTo>
                      <a:pt x="1953991" y="241479"/>
                    </a:lnTo>
                    <a:lnTo>
                      <a:pt x="1917522" y="215357"/>
                    </a:lnTo>
                    <a:lnTo>
                      <a:pt x="1880074" y="190554"/>
                    </a:lnTo>
                    <a:lnTo>
                      <a:pt x="1841680" y="167105"/>
                    </a:lnTo>
                    <a:lnTo>
                      <a:pt x="1802374" y="145043"/>
                    </a:lnTo>
                    <a:lnTo>
                      <a:pt x="1762191" y="124403"/>
                    </a:lnTo>
                    <a:lnTo>
                      <a:pt x="1721165" y="105219"/>
                    </a:lnTo>
                    <a:lnTo>
                      <a:pt x="1679329" y="87525"/>
                    </a:lnTo>
                    <a:lnTo>
                      <a:pt x="1636718" y="71354"/>
                    </a:lnTo>
                    <a:lnTo>
                      <a:pt x="1593365" y="56741"/>
                    </a:lnTo>
                    <a:lnTo>
                      <a:pt x="1549305" y="43720"/>
                    </a:lnTo>
                    <a:lnTo>
                      <a:pt x="1504571" y="32325"/>
                    </a:lnTo>
                    <a:lnTo>
                      <a:pt x="1459198" y="22589"/>
                    </a:lnTo>
                    <a:lnTo>
                      <a:pt x="1413219" y="14548"/>
                    </a:lnTo>
                    <a:lnTo>
                      <a:pt x="1366669" y="8234"/>
                    </a:lnTo>
                    <a:lnTo>
                      <a:pt x="1319582" y="3682"/>
                    </a:lnTo>
                    <a:lnTo>
                      <a:pt x="1271991" y="926"/>
                    </a:lnTo>
                    <a:lnTo>
                      <a:pt x="1223931" y="0"/>
                    </a:lnTo>
                    <a:close/>
                  </a:path>
                </a:pathLst>
              </a:custGeom>
              <a:solidFill>
                <a:srgbClr val="8BB81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22"/>
              <p:cNvSpPr txBox="1"/>
              <p:nvPr/>
            </p:nvSpPr>
            <p:spPr>
              <a:xfrm>
                <a:off x="1566573" y="6922510"/>
                <a:ext cx="3456940" cy="1211870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60960" marR="5080" indent="-48895">
                  <a:lnSpc>
                    <a:spcPct val="100000"/>
                  </a:lnSpc>
                  <a:spcBef>
                    <a:spcPts val="90"/>
                  </a:spcBef>
                </a:pPr>
                <a:r>
                  <a:rPr sz="3900" spc="-430" dirty="0">
                    <a:latin typeface="Trebuchet MS"/>
                    <a:cs typeface="Trebuchet MS"/>
                  </a:rPr>
                  <a:t>Nueva</a:t>
                </a:r>
                <a:r>
                  <a:rPr sz="3900" spc="-285" dirty="0">
                    <a:latin typeface="Trebuchet MS"/>
                    <a:cs typeface="Trebuchet MS"/>
                  </a:rPr>
                  <a:t> </a:t>
                </a:r>
                <a:r>
                  <a:rPr sz="3900" spc="-375" dirty="0">
                    <a:latin typeface="Trebuchet MS"/>
                    <a:cs typeface="Trebuchet MS"/>
                  </a:rPr>
                  <a:t>planta</a:t>
                </a:r>
                <a:r>
                  <a:rPr sz="3900" spc="-285" dirty="0">
                    <a:latin typeface="Trebuchet MS"/>
                    <a:cs typeface="Trebuchet MS"/>
                  </a:rPr>
                  <a:t> </a:t>
                </a:r>
                <a:r>
                  <a:rPr lang="es-ES" sz="3900" spc="-455" dirty="0">
                    <a:latin typeface="Trebuchet MS"/>
                    <a:cs typeface="Trebuchet MS"/>
                  </a:rPr>
                  <a:t>de producción.</a:t>
                </a:r>
                <a:endParaRPr sz="3900" dirty="0">
                  <a:latin typeface="Trebuchet MS"/>
                  <a:cs typeface="Trebuchet MS"/>
                </a:endParaRPr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3680282" y="6343872"/>
                <a:ext cx="1249045" cy="541655"/>
              </a:xfrm>
              <a:custGeom>
                <a:avLst/>
                <a:gdLst/>
                <a:ahLst/>
                <a:cxnLst/>
                <a:rect l="l" t="t" r="r" b="b"/>
                <a:pathLst>
                  <a:path w="1249045" h="541654">
                    <a:moveTo>
                      <a:pt x="306679" y="418401"/>
                    </a:moveTo>
                    <a:lnTo>
                      <a:pt x="160464" y="418401"/>
                    </a:lnTo>
                    <a:lnTo>
                      <a:pt x="189052" y="383921"/>
                    </a:lnTo>
                    <a:lnTo>
                      <a:pt x="216916" y="346011"/>
                    </a:lnTo>
                    <a:lnTo>
                      <a:pt x="242671" y="305549"/>
                    </a:lnTo>
                    <a:lnTo>
                      <a:pt x="264896" y="263372"/>
                    </a:lnTo>
                    <a:lnTo>
                      <a:pt x="282206" y="220357"/>
                    </a:lnTo>
                    <a:lnTo>
                      <a:pt x="293204" y="177355"/>
                    </a:lnTo>
                    <a:lnTo>
                      <a:pt x="296519" y="135216"/>
                    </a:lnTo>
                    <a:lnTo>
                      <a:pt x="290715" y="94818"/>
                    </a:lnTo>
                    <a:lnTo>
                      <a:pt x="274434" y="56984"/>
                    </a:lnTo>
                    <a:lnTo>
                      <a:pt x="222605" y="14160"/>
                    </a:lnTo>
                    <a:lnTo>
                      <a:pt x="184277" y="3530"/>
                    </a:lnTo>
                    <a:lnTo>
                      <a:pt x="138722" y="12"/>
                    </a:lnTo>
                    <a:lnTo>
                      <a:pt x="97015" y="482"/>
                    </a:lnTo>
                    <a:lnTo>
                      <a:pt x="69367" y="3759"/>
                    </a:lnTo>
                    <a:lnTo>
                      <a:pt x="43395" y="12661"/>
                    </a:lnTo>
                    <a:lnTo>
                      <a:pt x="6743" y="30010"/>
                    </a:lnTo>
                    <a:lnTo>
                      <a:pt x="6743" y="145478"/>
                    </a:lnTo>
                    <a:lnTo>
                      <a:pt x="13220" y="141732"/>
                    </a:lnTo>
                    <a:lnTo>
                      <a:pt x="30378" y="133477"/>
                    </a:lnTo>
                    <a:lnTo>
                      <a:pt x="54838" y="125234"/>
                    </a:lnTo>
                    <a:lnTo>
                      <a:pt x="83235" y="121475"/>
                    </a:lnTo>
                    <a:lnTo>
                      <a:pt x="113576" y="127419"/>
                    </a:lnTo>
                    <a:lnTo>
                      <a:pt x="131978" y="144259"/>
                    </a:lnTo>
                    <a:lnTo>
                      <a:pt x="139128" y="170510"/>
                    </a:lnTo>
                    <a:lnTo>
                      <a:pt x="135724" y="204711"/>
                    </a:lnTo>
                    <a:lnTo>
                      <a:pt x="122186" y="245872"/>
                    </a:lnTo>
                    <a:lnTo>
                      <a:pt x="99936" y="288683"/>
                    </a:lnTo>
                    <a:lnTo>
                      <a:pt x="70891" y="332282"/>
                    </a:lnTo>
                    <a:lnTo>
                      <a:pt x="36944" y="375805"/>
                    </a:lnTo>
                    <a:lnTo>
                      <a:pt x="0" y="418401"/>
                    </a:lnTo>
                    <a:lnTo>
                      <a:pt x="0" y="533133"/>
                    </a:lnTo>
                    <a:lnTo>
                      <a:pt x="306679" y="533133"/>
                    </a:lnTo>
                    <a:lnTo>
                      <a:pt x="306679" y="418401"/>
                    </a:lnTo>
                    <a:close/>
                  </a:path>
                  <a:path w="1249045" h="541654">
                    <a:moveTo>
                      <a:pt x="676376" y="243700"/>
                    </a:moveTo>
                    <a:lnTo>
                      <a:pt x="672807" y="172123"/>
                    </a:lnTo>
                    <a:lnTo>
                      <a:pt x="663981" y="124485"/>
                    </a:lnTo>
                    <a:lnTo>
                      <a:pt x="662178" y="114719"/>
                    </a:lnTo>
                    <a:lnTo>
                      <a:pt x="644563" y="70345"/>
                    </a:lnTo>
                    <a:lnTo>
                      <a:pt x="620064" y="37846"/>
                    </a:lnTo>
                    <a:lnTo>
                      <a:pt x="588772" y="16052"/>
                    </a:lnTo>
                    <a:lnTo>
                      <a:pt x="550773" y="3822"/>
                    </a:lnTo>
                    <a:lnTo>
                      <a:pt x="539165" y="2832"/>
                    </a:lnTo>
                    <a:lnTo>
                      <a:pt x="539165" y="254952"/>
                    </a:lnTo>
                    <a:lnTo>
                      <a:pt x="539165" y="286435"/>
                    </a:lnTo>
                    <a:lnTo>
                      <a:pt x="537908" y="351739"/>
                    </a:lnTo>
                    <a:lnTo>
                      <a:pt x="533069" y="391604"/>
                    </a:lnTo>
                    <a:lnTo>
                      <a:pt x="523024" y="411492"/>
                    </a:lnTo>
                    <a:lnTo>
                      <a:pt x="506171" y="416902"/>
                    </a:lnTo>
                    <a:lnTo>
                      <a:pt x="489305" y="411492"/>
                    </a:lnTo>
                    <a:lnTo>
                      <a:pt x="479259" y="391604"/>
                    </a:lnTo>
                    <a:lnTo>
                      <a:pt x="474421" y="351739"/>
                    </a:lnTo>
                    <a:lnTo>
                      <a:pt x="473176" y="286435"/>
                    </a:lnTo>
                    <a:lnTo>
                      <a:pt x="473176" y="254952"/>
                    </a:lnTo>
                    <a:lnTo>
                      <a:pt x="474421" y="189649"/>
                    </a:lnTo>
                    <a:lnTo>
                      <a:pt x="479259" y="149783"/>
                    </a:lnTo>
                    <a:lnTo>
                      <a:pt x="489305" y="129895"/>
                    </a:lnTo>
                    <a:lnTo>
                      <a:pt x="506171" y="124485"/>
                    </a:lnTo>
                    <a:lnTo>
                      <a:pt x="523024" y="129895"/>
                    </a:lnTo>
                    <a:lnTo>
                      <a:pt x="533069" y="149783"/>
                    </a:lnTo>
                    <a:lnTo>
                      <a:pt x="537908" y="189649"/>
                    </a:lnTo>
                    <a:lnTo>
                      <a:pt x="539165" y="254952"/>
                    </a:lnTo>
                    <a:lnTo>
                      <a:pt x="539165" y="2832"/>
                    </a:lnTo>
                    <a:lnTo>
                      <a:pt x="461835" y="3822"/>
                    </a:lnTo>
                    <a:lnTo>
                      <a:pt x="424040" y="16052"/>
                    </a:lnTo>
                    <a:lnTo>
                      <a:pt x="368465" y="70345"/>
                    </a:lnTo>
                    <a:lnTo>
                      <a:pt x="350888" y="114719"/>
                    </a:lnTo>
                    <a:lnTo>
                      <a:pt x="340271" y="172123"/>
                    </a:lnTo>
                    <a:lnTo>
                      <a:pt x="336702" y="243700"/>
                    </a:lnTo>
                    <a:lnTo>
                      <a:pt x="336702" y="297688"/>
                    </a:lnTo>
                    <a:lnTo>
                      <a:pt x="340271" y="369265"/>
                    </a:lnTo>
                    <a:lnTo>
                      <a:pt x="350888" y="426656"/>
                    </a:lnTo>
                    <a:lnTo>
                      <a:pt x="368465" y="471030"/>
                    </a:lnTo>
                    <a:lnTo>
                      <a:pt x="392887" y="503542"/>
                    </a:lnTo>
                    <a:lnTo>
                      <a:pt x="461835" y="537552"/>
                    </a:lnTo>
                    <a:lnTo>
                      <a:pt x="506171" y="541375"/>
                    </a:lnTo>
                    <a:lnTo>
                      <a:pt x="550773" y="537552"/>
                    </a:lnTo>
                    <a:lnTo>
                      <a:pt x="588772" y="525322"/>
                    </a:lnTo>
                    <a:lnTo>
                      <a:pt x="620064" y="503542"/>
                    </a:lnTo>
                    <a:lnTo>
                      <a:pt x="644563" y="471030"/>
                    </a:lnTo>
                    <a:lnTo>
                      <a:pt x="662178" y="426656"/>
                    </a:lnTo>
                    <a:lnTo>
                      <a:pt x="663981" y="416902"/>
                    </a:lnTo>
                    <a:lnTo>
                      <a:pt x="672807" y="369265"/>
                    </a:lnTo>
                    <a:lnTo>
                      <a:pt x="676376" y="297688"/>
                    </a:lnTo>
                    <a:lnTo>
                      <a:pt x="676376" y="243700"/>
                    </a:lnTo>
                    <a:close/>
                  </a:path>
                  <a:path w="1249045" h="541654">
                    <a:moveTo>
                      <a:pt x="915606" y="8255"/>
                    </a:moveTo>
                    <a:lnTo>
                      <a:pt x="776884" y="8255"/>
                    </a:lnTo>
                    <a:lnTo>
                      <a:pt x="702652" y="35255"/>
                    </a:lnTo>
                    <a:lnTo>
                      <a:pt x="702652" y="140982"/>
                    </a:lnTo>
                    <a:lnTo>
                      <a:pt x="776884" y="122974"/>
                    </a:lnTo>
                    <a:lnTo>
                      <a:pt x="776884" y="533120"/>
                    </a:lnTo>
                    <a:lnTo>
                      <a:pt x="915606" y="533120"/>
                    </a:lnTo>
                    <a:lnTo>
                      <a:pt x="915606" y="8255"/>
                    </a:lnTo>
                    <a:close/>
                  </a:path>
                  <a:path w="1249045" h="541654">
                    <a:moveTo>
                      <a:pt x="1248549" y="8255"/>
                    </a:moveTo>
                    <a:lnTo>
                      <a:pt x="953122" y="8255"/>
                    </a:lnTo>
                    <a:lnTo>
                      <a:pt x="953122" y="122974"/>
                    </a:lnTo>
                    <a:lnTo>
                      <a:pt x="1115822" y="122974"/>
                    </a:lnTo>
                    <a:lnTo>
                      <a:pt x="1090803" y="167462"/>
                    </a:lnTo>
                    <a:lnTo>
                      <a:pt x="1069111" y="212763"/>
                    </a:lnTo>
                    <a:lnTo>
                      <a:pt x="1050569" y="258648"/>
                    </a:lnTo>
                    <a:lnTo>
                      <a:pt x="1034999" y="304876"/>
                    </a:lnTo>
                    <a:lnTo>
                      <a:pt x="1022248" y="351231"/>
                    </a:lnTo>
                    <a:lnTo>
                      <a:pt x="1012126" y="397471"/>
                    </a:lnTo>
                    <a:lnTo>
                      <a:pt x="1004468" y="443344"/>
                    </a:lnTo>
                    <a:lnTo>
                      <a:pt x="999096" y="488645"/>
                    </a:lnTo>
                    <a:lnTo>
                      <a:pt x="995845" y="533120"/>
                    </a:lnTo>
                    <a:lnTo>
                      <a:pt x="1134567" y="533120"/>
                    </a:lnTo>
                    <a:lnTo>
                      <a:pt x="1135989" y="490969"/>
                    </a:lnTo>
                    <a:lnTo>
                      <a:pt x="1140231" y="446036"/>
                    </a:lnTo>
                    <a:lnTo>
                      <a:pt x="1147292" y="399135"/>
                    </a:lnTo>
                    <a:lnTo>
                      <a:pt x="1157160" y="351104"/>
                    </a:lnTo>
                    <a:lnTo>
                      <a:pt x="1169847" y="302780"/>
                    </a:lnTo>
                    <a:lnTo>
                      <a:pt x="1185341" y="254977"/>
                    </a:lnTo>
                    <a:lnTo>
                      <a:pt x="1203617" y="208521"/>
                    </a:lnTo>
                    <a:lnTo>
                      <a:pt x="1224686" y="164249"/>
                    </a:lnTo>
                    <a:lnTo>
                      <a:pt x="1248549" y="122974"/>
                    </a:lnTo>
                    <a:lnTo>
                      <a:pt x="1248549" y="8255"/>
                    </a:lnTo>
                    <a:close/>
                  </a:path>
                </a:pathLst>
              </a:custGeom>
              <a:solidFill>
                <a:srgbClr val="8BB81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3" name="object 33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554197" y="5413071"/>
                <a:ext cx="3717886" cy="3708400"/>
              </a:xfrm>
              <a:prstGeom prst="rect">
                <a:avLst/>
              </a:prstGeom>
            </p:spPr>
          </p:pic>
        </p:grpSp>
      </p:grpSp>
      <p:pic>
        <p:nvPicPr>
          <p:cNvPr id="38" name="object 3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3813" y="9880625"/>
            <a:ext cx="1369681" cy="1192341"/>
          </a:xfrm>
          <a:prstGeom prst="rect">
            <a:avLst/>
          </a:prstGeom>
        </p:spPr>
      </p:pic>
      <p:grpSp>
        <p:nvGrpSpPr>
          <p:cNvPr id="54" name="Grupo 53">
            <a:extLst>
              <a:ext uri="{FF2B5EF4-FFF2-40B4-BE49-F238E27FC236}">
                <a16:creationId xmlns:a16="http://schemas.microsoft.com/office/drawing/2014/main" id="{9C751BD5-531F-E3BD-A24C-522F034D5ABF}"/>
              </a:ext>
            </a:extLst>
          </p:cNvPr>
          <p:cNvGrpSpPr/>
          <p:nvPr/>
        </p:nvGrpSpPr>
        <p:grpSpPr>
          <a:xfrm>
            <a:off x="598209" y="7179624"/>
            <a:ext cx="2783935" cy="1979299"/>
            <a:chOff x="11713369" y="1943438"/>
            <a:chExt cx="2783935" cy="1979299"/>
          </a:xfrm>
        </p:grpSpPr>
        <p:sp>
          <p:nvSpPr>
            <p:cNvPr id="25" name="object 25"/>
            <p:cNvSpPr/>
            <p:nvPr/>
          </p:nvSpPr>
          <p:spPr>
            <a:xfrm>
              <a:off x="13233654" y="1993131"/>
              <a:ext cx="1263650" cy="541655"/>
            </a:xfrm>
            <a:custGeom>
              <a:avLst/>
              <a:gdLst/>
              <a:ahLst/>
              <a:cxnLst/>
              <a:rect l="l" t="t" r="r" b="b"/>
              <a:pathLst>
                <a:path w="1263650" h="541655">
                  <a:moveTo>
                    <a:pt x="306679" y="418401"/>
                  </a:moveTo>
                  <a:lnTo>
                    <a:pt x="160464" y="418401"/>
                  </a:lnTo>
                  <a:lnTo>
                    <a:pt x="189052" y="383908"/>
                  </a:lnTo>
                  <a:lnTo>
                    <a:pt x="216928" y="346011"/>
                  </a:lnTo>
                  <a:lnTo>
                    <a:pt x="242671" y="305536"/>
                  </a:lnTo>
                  <a:lnTo>
                    <a:pt x="264896" y="263372"/>
                  </a:lnTo>
                  <a:lnTo>
                    <a:pt x="282206" y="220357"/>
                  </a:lnTo>
                  <a:lnTo>
                    <a:pt x="293217" y="177355"/>
                  </a:lnTo>
                  <a:lnTo>
                    <a:pt x="296519" y="135216"/>
                  </a:lnTo>
                  <a:lnTo>
                    <a:pt x="290728" y="94805"/>
                  </a:lnTo>
                  <a:lnTo>
                    <a:pt x="274434" y="56984"/>
                  </a:lnTo>
                  <a:lnTo>
                    <a:pt x="222605" y="14160"/>
                  </a:lnTo>
                  <a:lnTo>
                    <a:pt x="184277" y="3530"/>
                  </a:lnTo>
                  <a:lnTo>
                    <a:pt x="138722" y="0"/>
                  </a:lnTo>
                  <a:lnTo>
                    <a:pt x="97015" y="469"/>
                  </a:lnTo>
                  <a:lnTo>
                    <a:pt x="69367" y="3759"/>
                  </a:lnTo>
                  <a:lnTo>
                    <a:pt x="43408" y="12661"/>
                  </a:lnTo>
                  <a:lnTo>
                    <a:pt x="6743" y="29997"/>
                  </a:lnTo>
                  <a:lnTo>
                    <a:pt x="6743" y="145478"/>
                  </a:lnTo>
                  <a:lnTo>
                    <a:pt x="13220" y="141732"/>
                  </a:lnTo>
                  <a:lnTo>
                    <a:pt x="30378" y="133477"/>
                  </a:lnTo>
                  <a:lnTo>
                    <a:pt x="54838" y="125222"/>
                  </a:lnTo>
                  <a:lnTo>
                    <a:pt x="83235" y="121475"/>
                  </a:lnTo>
                  <a:lnTo>
                    <a:pt x="113576" y="127419"/>
                  </a:lnTo>
                  <a:lnTo>
                    <a:pt x="131978" y="144259"/>
                  </a:lnTo>
                  <a:lnTo>
                    <a:pt x="139128" y="170510"/>
                  </a:lnTo>
                  <a:lnTo>
                    <a:pt x="135724" y="204711"/>
                  </a:lnTo>
                  <a:lnTo>
                    <a:pt x="122186" y="245859"/>
                  </a:lnTo>
                  <a:lnTo>
                    <a:pt x="99936" y="288671"/>
                  </a:lnTo>
                  <a:lnTo>
                    <a:pt x="70891" y="332282"/>
                  </a:lnTo>
                  <a:lnTo>
                    <a:pt x="36944" y="375805"/>
                  </a:lnTo>
                  <a:lnTo>
                    <a:pt x="0" y="418401"/>
                  </a:lnTo>
                  <a:lnTo>
                    <a:pt x="0" y="533133"/>
                  </a:lnTo>
                  <a:lnTo>
                    <a:pt x="306679" y="533133"/>
                  </a:lnTo>
                  <a:lnTo>
                    <a:pt x="306679" y="418401"/>
                  </a:lnTo>
                  <a:close/>
                </a:path>
                <a:path w="1263650" h="541655">
                  <a:moveTo>
                    <a:pt x="676376" y="243700"/>
                  </a:moveTo>
                  <a:lnTo>
                    <a:pt x="672807" y="172123"/>
                  </a:lnTo>
                  <a:lnTo>
                    <a:pt x="663981" y="124472"/>
                  </a:lnTo>
                  <a:lnTo>
                    <a:pt x="662178" y="114719"/>
                  </a:lnTo>
                  <a:lnTo>
                    <a:pt x="644563" y="70345"/>
                  </a:lnTo>
                  <a:lnTo>
                    <a:pt x="620064" y="37833"/>
                  </a:lnTo>
                  <a:lnTo>
                    <a:pt x="588772" y="16052"/>
                  </a:lnTo>
                  <a:lnTo>
                    <a:pt x="550773" y="3822"/>
                  </a:lnTo>
                  <a:lnTo>
                    <a:pt x="539165" y="2832"/>
                  </a:lnTo>
                  <a:lnTo>
                    <a:pt x="539165" y="254939"/>
                  </a:lnTo>
                  <a:lnTo>
                    <a:pt x="539165" y="286435"/>
                  </a:lnTo>
                  <a:lnTo>
                    <a:pt x="537908" y="351739"/>
                  </a:lnTo>
                  <a:lnTo>
                    <a:pt x="533069" y="391591"/>
                  </a:lnTo>
                  <a:lnTo>
                    <a:pt x="523024" y="411492"/>
                  </a:lnTo>
                  <a:lnTo>
                    <a:pt x="506171" y="416902"/>
                  </a:lnTo>
                  <a:lnTo>
                    <a:pt x="489305" y="411492"/>
                  </a:lnTo>
                  <a:lnTo>
                    <a:pt x="479272" y="391591"/>
                  </a:lnTo>
                  <a:lnTo>
                    <a:pt x="474433" y="351739"/>
                  </a:lnTo>
                  <a:lnTo>
                    <a:pt x="473176" y="286435"/>
                  </a:lnTo>
                  <a:lnTo>
                    <a:pt x="473176" y="254939"/>
                  </a:lnTo>
                  <a:lnTo>
                    <a:pt x="474433" y="189636"/>
                  </a:lnTo>
                  <a:lnTo>
                    <a:pt x="479272" y="149783"/>
                  </a:lnTo>
                  <a:lnTo>
                    <a:pt x="489305" y="129895"/>
                  </a:lnTo>
                  <a:lnTo>
                    <a:pt x="506171" y="124472"/>
                  </a:lnTo>
                  <a:lnTo>
                    <a:pt x="523024" y="129895"/>
                  </a:lnTo>
                  <a:lnTo>
                    <a:pt x="533069" y="149783"/>
                  </a:lnTo>
                  <a:lnTo>
                    <a:pt x="537908" y="189636"/>
                  </a:lnTo>
                  <a:lnTo>
                    <a:pt x="539165" y="254939"/>
                  </a:lnTo>
                  <a:lnTo>
                    <a:pt x="539165" y="2832"/>
                  </a:lnTo>
                  <a:lnTo>
                    <a:pt x="461835" y="3822"/>
                  </a:lnTo>
                  <a:lnTo>
                    <a:pt x="424040" y="16052"/>
                  </a:lnTo>
                  <a:lnTo>
                    <a:pt x="368465" y="70345"/>
                  </a:lnTo>
                  <a:lnTo>
                    <a:pt x="350888" y="114719"/>
                  </a:lnTo>
                  <a:lnTo>
                    <a:pt x="340271" y="172123"/>
                  </a:lnTo>
                  <a:lnTo>
                    <a:pt x="336702" y="243700"/>
                  </a:lnTo>
                  <a:lnTo>
                    <a:pt x="336702" y="297688"/>
                  </a:lnTo>
                  <a:lnTo>
                    <a:pt x="340271" y="369265"/>
                  </a:lnTo>
                  <a:lnTo>
                    <a:pt x="350888" y="426656"/>
                  </a:lnTo>
                  <a:lnTo>
                    <a:pt x="368465" y="471030"/>
                  </a:lnTo>
                  <a:lnTo>
                    <a:pt x="392887" y="503529"/>
                  </a:lnTo>
                  <a:lnTo>
                    <a:pt x="461835" y="537552"/>
                  </a:lnTo>
                  <a:lnTo>
                    <a:pt x="506171" y="541362"/>
                  </a:lnTo>
                  <a:lnTo>
                    <a:pt x="550773" y="537552"/>
                  </a:lnTo>
                  <a:lnTo>
                    <a:pt x="588772" y="525322"/>
                  </a:lnTo>
                  <a:lnTo>
                    <a:pt x="620064" y="503529"/>
                  </a:lnTo>
                  <a:lnTo>
                    <a:pt x="644563" y="471030"/>
                  </a:lnTo>
                  <a:lnTo>
                    <a:pt x="662178" y="426656"/>
                  </a:lnTo>
                  <a:lnTo>
                    <a:pt x="663981" y="416902"/>
                  </a:lnTo>
                  <a:lnTo>
                    <a:pt x="672807" y="369265"/>
                  </a:lnTo>
                  <a:lnTo>
                    <a:pt x="676376" y="297688"/>
                  </a:lnTo>
                  <a:lnTo>
                    <a:pt x="676376" y="243700"/>
                  </a:lnTo>
                  <a:close/>
                </a:path>
                <a:path w="1263650" h="541655">
                  <a:moveTo>
                    <a:pt x="915606" y="8255"/>
                  </a:moveTo>
                  <a:lnTo>
                    <a:pt x="776884" y="8255"/>
                  </a:lnTo>
                  <a:lnTo>
                    <a:pt x="702652" y="35255"/>
                  </a:lnTo>
                  <a:lnTo>
                    <a:pt x="702652" y="140970"/>
                  </a:lnTo>
                  <a:lnTo>
                    <a:pt x="776884" y="122974"/>
                  </a:lnTo>
                  <a:lnTo>
                    <a:pt x="776884" y="533120"/>
                  </a:lnTo>
                  <a:lnTo>
                    <a:pt x="915606" y="533120"/>
                  </a:lnTo>
                  <a:lnTo>
                    <a:pt x="915606" y="8255"/>
                  </a:lnTo>
                  <a:close/>
                </a:path>
                <a:path w="1263650" h="541655">
                  <a:moveTo>
                    <a:pt x="1263535" y="418401"/>
                  </a:moveTo>
                  <a:lnTo>
                    <a:pt x="1117320" y="418401"/>
                  </a:lnTo>
                  <a:lnTo>
                    <a:pt x="1145921" y="383908"/>
                  </a:lnTo>
                  <a:lnTo>
                    <a:pt x="1173784" y="346011"/>
                  </a:lnTo>
                  <a:lnTo>
                    <a:pt x="1199527" y="305536"/>
                  </a:lnTo>
                  <a:lnTo>
                    <a:pt x="1221752" y="263372"/>
                  </a:lnTo>
                  <a:lnTo>
                    <a:pt x="1239062" y="220357"/>
                  </a:lnTo>
                  <a:lnTo>
                    <a:pt x="1250073" y="177355"/>
                  </a:lnTo>
                  <a:lnTo>
                    <a:pt x="1253375" y="135216"/>
                  </a:lnTo>
                  <a:lnTo>
                    <a:pt x="1247584" y="94805"/>
                  </a:lnTo>
                  <a:lnTo>
                    <a:pt x="1231290" y="56984"/>
                  </a:lnTo>
                  <a:lnTo>
                    <a:pt x="1179461" y="14160"/>
                  </a:lnTo>
                  <a:lnTo>
                    <a:pt x="1141145" y="3530"/>
                  </a:lnTo>
                  <a:lnTo>
                    <a:pt x="1095578" y="0"/>
                  </a:lnTo>
                  <a:lnTo>
                    <a:pt x="1053871" y="469"/>
                  </a:lnTo>
                  <a:lnTo>
                    <a:pt x="1026223" y="3759"/>
                  </a:lnTo>
                  <a:lnTo>
                    <a:pt x="1000264" y="12661"/>
                  </a:lnTo>
                  <a:lnTo>
                    <a:pt x="963612" y="29997"/>
                  </a:lnTo>
                  <a:lnTo>
                    <a:pt x="963612" y="145478"/>
                  </a:lnTo>
                  <a:lnTo>
                    <a:pt x="970076" y="141732"/>
                  </a:lnTo>
                  <a:lnTo>
                    <a:pt x="987234" y="133477"/>
                  </a:lnTo>
                  <a:lnTo>
                    <a:pt x="1011694" y="125222"/>
                  </a:lnTo>
                  <a:lnTo>
                    <a:pt x="1040091" y="121475"/>
                  </a:lnTo>
                  <a:lnTo>
                    <a:pt x="1070444" y="127419"/>
                  </a:lnTo>
                  <a:lnTo>
                    <a:pt x="1088834" y="144259"/>
                  </a:lnTo>
                  <a:lnTo>
                    <a:pt x="1095984" y="170510"/>
                  </a:lnTo>
                  <a:lnTo>
                    <a:pt x="1092593" y="204711"/>
                  </a:lnTo>
                  <a:lnTo>
                    <a:pt x="1079042" y="245859"/>
                  </a:lnTo>
                  <a:lnTo>
                    <a:pt x="1056805" y="288671"/>
                  </a:lnTo>
                  <a:lnTo>
                    <a:pt x="1027747" y="332282"/>
                  </a:lnTo>
                  <a:lnTo>
                    <a:pt x="993800" y="375805"/>
                  </a:lnTo>
                  <a:lnTo>
                    <a:pt x="956868" y="418401"/>
                  </a:lnTo>
                  <a:lnTo>
                    <a:pt x="956868" y="533133"/>
                  </a:lnTo>
                  <a:lnTo>
                    <a:pt x="1263535" y="533133"/>
                  </a:lnTo>
                  <a:lnTo>
                    <a:pt x="1263535" y="418401"/>
                  </a:lnTo>
                  <a:close/>
                </a:path>
              </a:pathLst>
            </a:custGeom>
            <a:solidFill>
              <a:srgbClr val="8BB8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50" name="Picture 2" descr="Almacenes La 14 | Logopedia | Fandom">
              <a:extLst>
                <a:ext uri="{FF2B5EF4-FFF2-40B4-BE49-F238E27FC236}">
                  <a16:creationId xmlns:a16="http://schemas.microsoft.com/office/drawing/2014/main" id="{DEACD6EA-DAF4-20FC-2368-95524360D3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13369" y="1943438"/>
              <a:ext cx="1031880" cy="19792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748E7986-9EC8-43D2-E7D1-DB9C82DCAD2A}"/>
              </a:ext>
            </a:extLst>
          </p:cNvPr>
          <p:cNvGrpSpPr/>
          <p:nvPr/>
        </p:nvGrpSpPr>
        <p:grpSpPr>
          <a:xfrm>
            <a:off x="10654886" y="1358897"/>
            <a:ext cx="7263558" cy="3855085"/>
            <a:chOff x="11413926" y="4484878"/>
            <a:chExt cx="7263558" cy="3855085"/>
          </a:xfrm>
        </p:grpSpPr>
        <p:sp>
          <p:nvSpPr>
            <p:cNvPr id="27" name="object 27"/>
            <p:cNvSpPr/>
            <p:nvPr/>
          </p:nvSpPr>
          <p:spPr>
            <a:xfrm>
              <a:off x="12922136" y="5353538"/>
              <a:ext cx="1245235" cy="541655"/>
            </a:xfrm>
            <a:custGeom>
              <a:avLst/>
              <a:gdLst/>
              <a:ahLst/>
              <a:cxnLst/>
              <a:rect l="l" t="t" r="r" b="b"/>
              <a:pathLst>
                <a:path w="1245234" h="541654">
                  <a:moveTo>
                    <a:pt x="306666" y="418401"/>
                  </a:moveTo>
                  <a:lnTo>
                    <a:pt x="160451" y="418401"/>
                  </a:lnTo>
                  <a:lnTo>
                    <a:pt x="189039" y="383908"/>
                  </a:lnTo>
                  <a:lnTo>
                    <a:pt x="216916" y="346011"/>
                  </a:lnTo>
                  <a:lnTo>
                    <a:pt x="242658" y="305536"/>
                  </a:lnTo>
                  <a:lnTo>
                    <a:pt x="264883" y="263372"/>
                  </a:lnTo>
                  <a:lnTo>
                    <a:pt x="282194" y="220357"/>
                  </a:lnTo>
                  <a:lnTo>
                    <a:pt x="293204" y="177355"/>
                  </a:lnTo>
                  <a:lnTo>
                    <a:pt x="296506" y="135216"/>
                  </a:lnTo>
                  <a:lnTo>
                    <a:pt x="290715" y="94805"/>
                  </a:lnTo>
                  <a:lnTo>
                    <a:pt x="274421" y="56984"/>
                  </a:lnTo>
                  <a:lnTo>
                    <a:pt x="222592" y="14160"/>
                  </a:lnTo>
                  <a:lnTo>
                    <a:pt x="184277" y="3530"/>
                  </a:lnTo>
                  <a:lnTo>
                    <a:pt x="138709" y="0"/>
                  </a:lnTo>
                  <a:lnTo>
                    <a:pt x="97002" y="469"/>
                  </a:lnTo>
                  <a:lnTo>
                    <a:pt x="69354" y="3759"/>
                  </a:lnTo>
                  <a:lnTo>
                    <a:pt x="43395" y="12661"/>
                  </a:lnTo>
                  <a:lnTo>
                    <a:pt x="6743" y="29997"/>
                  </a:lnTo>
                  <a:lnTo>
                    <a:pt x="6743" y="145478"/>
                  </a:lnTo>
                  <a:lnTo>
                    <a:pt x="13208" y="141732"/>
                  </a:lnTo>
                  <a:lnTo>
                    <a:pt x="30365" y="133477"/>
                  </a:lnTo>
                  <a:lnTo>
                    <a:pt x="54825" y="125222"/>
                  </a:lnTo>
                  <a:lnTo>
                    <a:pt x="83223" y="121475"/>
                  </a:lnTo>
                  <a:lnTo>
                    <a:pt x="113563" y="127419"/>
                  </a:lnTo>
                  <a:lnTo>
                    <a:pt x="131965" y="144259"/>
                  </a:lnTo>
                  <a:lnTo>
                    <a:pt x="139115" y="170510"/>
                  </a:lnTo>
                  <a:lnTo>
                    <a:pt x="135712" y="204711"/>
                  </a:lnTo>
                  <a:lnTo>
                    <a:pt x="122174" y="245859"/>
                  </a:lnTo>
                  <a:lnTo>
                    <a:pt x="99923" y="288671"/>
                  </a:lnTo>
                  <a:lnTo>
                    <a:pt x="70878" y="332282"/>
                  </a:lnTo>
                  <a:lnTo>
                    <a:pt x="36931" y="375805"/>
                  </a:lnTo>
                  <a:lnTo>
                    <a:pt x="0" y="418401"/>
                  </a:lnTo>
                  <a:lnTo>
                    <a:pt x="0" y="533133"/>
                  </a:lnTo>
                  <a:lnTo>
                    <a:pt x="306666" y="533133"/>
                  </a:lnTo>
                  <a:lnTo>
                    <a:pt x="306666" y="418401"/>
                  </a:lnTo>
                  <a:close/>
                </a:path>
                <a:path w="1245234" h="541654">
                  <a:moveTo>
                    <a:pt x="676363" y="243700"/>
                  </a:moveTo>
                  <a:lnTo>
                    <a:pt x="672795" y="172123"/>
                  </a:lnTo>
                  <a:lnTo>
                    <a:pt x="663968" y="124472"/>
                  </a:lnTo>
                  <a:lnTo>
                    <a:pt x="662165" y="114719"/>
                  </a:lnTo>
                  <a:lnTo>
                    <a:pt x="644550" y="70345"/>
                  </a:lnTo>
                  <a:lnTo>
                    <a:pt x="620052" y="37833"/>
                  </a:lnTo>
                  <a:lnTo>
                    <a:pt x="588759" y="16052"/>
                  </a:lnTo>
                  <a:lnTo>
                    <a:pt x="550760" y="3822"/>
                  </a:lnTo>
                  <a:lnTo>
                    <a:pt x="539153" y="2832"/>
                  </a:lnTo>
                  <a:lnTo>
                    <a:pt x="539153" y="254939"/>
                  </a:lnTo>
                  <a:lnTo>
                    <a:pt x="539153" y="286435"/>
                  </a:lnTo>
                  <a:lnTo>
                    <a:pt x="537895" y="351739"/>
                  </a:lnTo>
                  <a:lnTo>
                    <a:pt x="533057" y="391591"/>
                  </a:lnTo>
                  <a:lnTo>
                    <a:pt x="523011" y="411492"/>
                  </a:lnTo>
                  <a:lnTo>
                    <a:pt x="506158" y="416902"/>
                  </a:lnTo>
                  <a:lnTo>
                    <a:pt x="489292" y="411492"/>
                  </a:lnTo>
                  <a:lnTo>
                    <a:pt x="479259" y="391591"/>
                  </a:lnTo>
                  <a:lnTo>
                    <a:pt x="474421" y="351739"/>
                  </a:lnTo>
                  <a:lnTo>
                    <a:pt x="473163" y="286435"/>
                  </a:lnTo>
                  <a:lnTo>
                    <a:pt x="473163" y="254939"/>
                  </a:lnTo>
                  <a:lnTo>
                    <a:pt x="474421" y="189636"/>
                  </a:lnTo>
                  <a:lnTo>
                    <a:pt x="479259" y="149783"/>
                  </a:lnTo>
                  <a:lnTo>
                    <a:pt x="489292" y="129895"/>
                  </a:lnTo>
                  <a:lnTo>
                    <a:pt x="506158" y="124472"/>
                  </a:lnTo>
                  <a:lnTo>
                    <a:pt x="523011" y="129895"/>
                  </a:lnTo>
                  <a:lnTo>
                    <a:pt x="533057" y="149783"/>
                  </a:lnTo>
                  <a:lnTo>
                    <a:pt x="537895" y="189636"/>
                  </a:lnTo>
                  <a:lnTo>
                    <a:pt x="539153" y="254939"/>
                  </a:lnTo>
                  <a:lnTo>
                    <a:pt x="539153" y="2832"/>
                  </a:lnTo>
                  <a:lnTo>
                    <a:pt x="461835" y="3822"/>
                  </a:lnTo>
                  <a:lnTo>
                    <a:pt x="424040" y="16052"/>
                  </a:lnTo>
                  <a:lnTo>
                    <a:pt x="368452" y="70345"/>
                  </a:lnTo>
                  <a:lnTo>
                    <a:pt x="350888" y="114719"/>
                  </a:lnTo>
                  <a:lnTo>
                    <a:pt x="340258" y="172123"/>
                  </a:lnTo>
                  <a:lnTo>
                    <a:pt x="336702" y="243700"/>
                  </a:lnTo>
                  <a:lnTo>
                    <a:pt x="336702" y="297688"/>
                  </a:lnTo>
                  <a:lnTo>
                    <a:pt x="340258" y="369265"/>
                  </a:lnTo>
                  <a:lnTo>
                    <a:pt x="350888" y="426656"/>
                  </a:lnTo>
                  <a:lnTo>
                    <a:pt x="368452" y="471030"/>
                  </a:lnTo>
                  <a:lnTo>
                    <a:pt x="392874" y="503529"/>
                  </a:lnTo>
                  <a:lnTo>
                    <a:pt x="461835" y="537552"/>
                  </a:lnTo>
                  <a:lnTo>
                    <a:pt x="506158" y="541362"/>
                  </a:lnTo>
                  <a:lnTo>
                    <a:pt x="550760" y="537552"/>
                  </a:lnTo>
                  <a:lnTo>
                    <a:pt x="588759" y="525322"/>
                  </a:lnTo>
                  <a:lnTo>
                    <a:pt x="620052" y="503529"/>
                  </a:lnTo>
                  <a:lnTo>
                    <a:pt x="644550" y="471030"/>
                  </a:lnTo>
                  <a:lnTo>
                    <a:pt x="662165" y="426656"/>
                  </a:lnTo>
                  <a:lnTo>
                    <a:pt x="663968" y="416902"/>
                  </a:lnTo>
                  <a:lnTo>
                    <a:pt x="672795" y="369265"/>
                  </a:lnTo>
                  <a:lnTo>
                    <a:pt x="676363" y="297688"/>
                  </a:lnTo>
                  <a:lnTo>
                    <a:pt x="676363" y="243700"/>
                  </a:lnTo>
                  <a:close/>
                </a:path>
                <a:path w="1245234" h="541654">
                  <a:moveTo>
                    <a:pt x="1013066" y="418401"/>
                  </a:moveTo>
                  <a:lnTo>
                    <a:pt x="866851" y="418401"/>
                  </a:lnTo>
                  <a:lnTo>
                    <a:pt x="895438" y="383908"/>
                  </a:lnTo>
                  <a:lnTo>
                    <a:pt x="923302" y="346011"/>
                  </a:lnTo>
                  <a:lnTo>
                    <a:pt x="949058" y="305536"/>
                  </a:lnTo>
                  <a:lnTo>
                    <a:pt x="971283" y="263372"/>
                  </a:lnTo>
                  <a:lnTo>
                    <a:pt x="988593" y="220357"/>
                  </a:lnTo>
                  <a:lnTo>
                    <a:pt x="999591" y="177355"/>
                  </a:lnTo>
                  <a:lnTo>
                    <a:pt x="1002906" y="135216"/>
                  </a:lnTo>
                  <a:lnTo>
                    <a:pt x="997102" y="94805"/>
                  </a:lnTo>
                  <a:lnTo>
                    <a:pt x="980821" y="56984"/>
                  </a:lnTo>
                  <a:lnTo>
                    <a:pt x="928992" y="14160"/>
                  </a:lnTo>
                  <a:lnTo>
                    <a:pt x="890663" y="3530"/>
                  </a:lnTo>
                  <a:lnTo>
                    <a:pt x="845108" y="0"/>
                  </a:lnTo>
                  <a:lnTo>
                    <a:pt x="803402" y="469"/>
                  </a:lnTo>
                  <a:lnTo>
                    <a:pt x="775754" y="3759"/>
                  </a:lnTo>
                  <a:lnTo>
                    <a:pt x="749782" y="12661"/>
                  </a:lnTo>
                  <a:lnTo>
                    <a:pt x="713130" y="29997"/>
                  </a:lnTo>
                  <a:lnTo>
                    <a:pt x="713130" y="145478"/>
                  </a:lnTo>
                  <a:lnTo>
                    <a:pt x="719607" y="141732"/>
                  </a:lnTo>
                  <a:lnTo>
                    <a:pt x="736765" y="133477"/>
                  </a:lnTo>
                  <a:lnTo>
                    <a:pt x="761225" y="125222"/>
                  </a:lnTo>
                  <a:lnTo>
                    <a:pt x="789622" y="121475"/>
                  </a:lnTo>
                  <a:lnTo>
                    <a:pt x="819962" y="127419"/>
                  </a:lnTo>
                  <a:lnTo>
                    <a:pt x="838365" y="144259"/>
                  </a:lnTo>
                  <a:lnTo>
                    <a:pt x="845515" y="170510"/>
                  </a:lnTo>
                  <a:lnTo>
                    <a:pt x="842111" y="204711"/>
                  </a:lnTo>
                  <a:lnTo>
                    <a:pt x="828573" y="245859"/>
                  </a:lnTo>
                  <a:lnTo>
                    <a:pt x="806323" y="288671"/>
                  </a:lnTo>
                  <a:lnTo>
                    <a:pt x="777278" y="332282"/>
                  </a:lnTo>
                  <a:lnTo>
                    <a:pt x="743331" y="375805"/>
                  </a:lnTo>
                  <a:lnTo>
                    <a:pt x="706386" y="418401"/>
                  </a:lnTo>
                  <a:lnTo>
                    <a:pt x="706386" y="533133"/>
                  </a:lnTo>
                  <a:lnTo>
                    <a:pt x="1013066" y="533133"/>
                  </a:lnTo>
                  <a:lnTo>
                    <a:pt x="1013066" y="418401"/>
                  </a:lnTo>
                  <a:close/>
                </a:path>
                <a:path w="1245234" h="541654">
                  <a:moveTo>
                    <a:pt x="1244803" y="8255"/>
                  </a:moveTo>
                  <a:lnTo>
                    <a:pt x="1106081" y="8255"/>
                  </a:lnTo>
                  <a:lnTo>
                    <a:pt x="1031862" y="35255"/>
                  </a:lnTo>
                  <a:lnTo>
                    <a:pt x="1031862" y="140970"/>
                  </a:lnTo>
                  <a:lnTo>
                    <a:pt x="1106081" y="122974"/>
                  </a:lnTo>
                  <a:lnTo>
                    <a:pt x="1106081" y="533120"/>
                  </a:lnTo>
                  <a:lnTo>
                    <a:pt x="1244803" y="533120"/>
                  </a:lnTo>
                  <a:lnTo>
                    <a:pt x="1244803" y="8255"/>
                  </a:lnTo>
                  <a:close/>
                </a:path>
              </a:pathLst>
            </a:custGeom>
            <a:solidFill>
              <a:srgbClr val="8BB8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34" name="object 34"/>
            <p:cNvGrpSpPr/>
            <p:nvPr/>
          </p:nvGrpSpPr>
          <p:grpSpPr>
            <a:xfrm>
              <a:off x="14563955" y="4484878"/>
              <a:ext cx="4113529" cy="3855085"/>
              <a:chOff x="14563955" y="4484878"/>
              <a:chExt cx="4113529" cy="3855085"/>
            </a:xfrm>
          </p:grpSpPr>
          <p:sp>
            <p:nvSpPr>
              <p:cNvPr id="35" name="object 35"/>
              <p:cNvSpPr/>
              <p:nvPr/>
            </p:nvSpPr>
            <p:spPr>
              <a:xfrm>
                <a:off x="14563955" y="4484878"/>
                <a:ext cx="2447925" cy="2447925"/>
              </a:xfrm>
              <a:custGeom>
                <a:avLst/>
                <a:gdLst/>
                <a:ahLst/>
                <a:cxnLst/>
                <a:rect l="l" t="t" r="r" b="b"/>
                <a:pathLst>
                  <a:path w="2447925" h="2447925">
                    <a:moveTo>
                      <a:pt x="1223931" y="0"/>
                    </a:moveTo>
                    <a:lnTo>
                      <a:pt x="1175871" y="926"/>
                    </a:lnTo>
                    <a:lnTo>
                      <a:pt x="1128281" y="3682"/>
                    </a:lnTo>
                    <a:lnTo>
                      <a:pt x="1081195" y="8234"/>
                    </a:lnTo>
                    <a:lnTo>
                      <a:pt x="1034645" y="14548"/>
                    </a:lnTo>
                    <a:lnTo>
                      <a:pt x="988667" y="22589"/>
                    </a:lnTo>
                    <a:lnTo>
                      <a:pt x="943295" y="32325"/>
                    </a:lnTo>
                    <a:lnTo>
                      <a:pt x="898561" y="43720"/>
                    </a:lnTo>
                    <a:lnTo>
                      <a:pt x="854502" y="56741"/>
                    </a:lnTo>
                    <a:lnTo>
                      <a:pt x="811149" y="71354"/>
                    </a:lnTo>
                    <a:lnTo>
                      <a:pt x="768538" y="87525"/>
                    </a:lnTo>
                    <a:lnTo>
                      <a:pt x="726703" y="105219"/>
                    </a:lnTo>
                    <a:lnTo>
                      <a:pt x="685677" y="124403"/>
                    </a:lnTo>
                    <a:lnTo>
                      <a:pt x="645494" y="145043"/>
                    </a:lnTo>
                    <a:lnTo>
                      <a:pt x="606189" y="167105"/>
                    </a:lnTo>
                    <a:lnTo>
                      <a:pt x="567796" y="190554"/>
                    </a:lnTo>
                    <a:lnTo>
                      <a:pt x="530348" y="215357"/>
                    </a:lnTo>
                    <a:lnTo>
                      <a:pt x="493879" y="241479"/>
                    </a:lnTo>
                    <a:lnTo>
                      <a:pt x="458424" y="268888"/>
                    </a:lnTo>
                    <a:lnTo>
                      <a:pt x="424017" y="297547"/>
                    </a:lnTo>
                    <a:lnTo>
                      <a:pt x="390691" y="327425"/>
                    </a:lnTo>
                    <a:lnTo>
                      <a:pt x="358481" y="358486"/>
                    </a:lnTo>
                    <a:lnTo>
                      <a:pt x="327420" y="390697"/>
                    </a:lnTo>
                    <a:lnTo>
                      <a:pt x="297543" y="424023"/>
                    </a:lnTo>
                    <a:lnTo>
                      <a:pt x="268884" y="458431"/>
                    </a:lnTo>
                    <a:lnTo>
                      <a:pt x="241476" y="493886"/>
                    </a:lnTo>
                    <a:lnTo>
                      <a:pt x="215353" y="530355"/>
                    </a:lnTo>
                    <a:lnTo>
                      <a:pt x="190551" y="567803"/>
                    </a:lnTo>
                    <a:lnTo>
                      <a:pt x="167102" y="606197"/>
                    </a:lnTo>
                    <a:lnTo>
                      <a:pt x="145041" y="645502"/>
                    </a:lnTo>
                    <a:lnTo>
                      <a:pt x="124401" y="685685"/>
                    </a:lnTo>
                    <a:lnTo>
                      <a:pt x="105217" y="726712"/>
                    </a:lnTo>
                    <a:lnTo>
                      <a:pt x="87523" y="768547"/>
                    </a:lnTo>
                    <a:lnTo>
                      <a:pt x="71353" y="811159"/>
                    </a:lnTo>
                    <a:lnTo>
                      <a:pt x="56740" y="854511"/>
                    </a:lnTo>
                    <a:lnTo>
                      <a:pt x="43720" y="898571"/>
                    </a:lnTo>
                    <a:lnTo>
                      <a:pt x="32324" y="943305"/>
                    </a:lnTo>
                    <a:lnTo>
                      <a:pt x="22589" y="988677"/>
                    </a:lnTo>
                    <a:lnTo>
                      <a:pt x="14548" y="1034655"/>
                    </a:lnTo>
                    <a:lnTo>
                      <a:pt x="8234" y="1081205"/>
                    </a:lnTo>
                    <a:lnTo>
                      <a:pt x="3682" y="1128292"/>
                    </a:lnTo>
                    <a:lnTo>
                      <a:pt x="926" y="1175882"/>
                    </a:lnTo>
                    <a:lnTo>
                      <a:pt x="0" y="1223941"/>
                    </a:lnTo>
                    <a:lnTo>
                      <a:pt x="926" y="1272001"/>
                    </a:lnTo>
                    <a:lnTo>
                      <a:pt x="3682" y="1319591"/>
                    </a:lnTo>
                    <a:lnTo>
                      <a:pt x="8234" y="1366678"/>
                    </a:lnTo>
                    <a:lnTo>
                      <a:pt x="14548" y="1413227"/>
                    </a:lnTo>
                    <a:lnTo>
                      <a:pt x="22589" y="1459205"/>
                    </a:lnTo>
                    <a:lnTo>
                      <a:pt x="32324" y="1504578"/>
                    </a:lnTo>
                    <a:lnTo>
                      <a:pt x="43720" y="1549311"/>
                    </a:lnTo>
                    <a:lnTo>
                      <a:pt x="56740" y="1593371"/>
                    </a:lnTo>
                    <a:lnTo>
                      <a:pt x="71353" y="1636724"/>
                    </a:lnTo>
                    <a:lnTo>
                      <a:pt x="87523" y="1679335"/>
                    </a:lnTo>
                    <a:lnTo>
                      <a:pt x="105217" y="1721171"/>
                    </a:lnTo>
                    <a:lnTo>
                      <a:pt x="124401" y="1762197"/>
                    </a:lnTo>
                    <a:lnTo>
                      <a:pt x="145041" y="1802380"/>
                    </a:lnTo>
                    <a:lnTo>
                      <a:pt x="167102" y="1841686"/>
                    </a:lnTo>
                    <a:lnTo>
                      <a:pt x="190551" y="1880079"/>
                    </a:lnTo>
                    <a:lnTo>
                      <a:pt x="215353" y="1917528"/>
                    </a:lnTo>
                    <a:lnTo>
                      <a:pt x="241476" y="1953997"/>
                    </a:lnTo>
                    <a:lnTo>
                      <a:pt x="268884" y="1989452"/>
                    </a:lnTo>
                    <a:lnTo>
                      <a:pt x="297543" y="2023860"/>
                    </a:lnTo>
                    <a:lnTo>
                      <a:pt x="327420" y="2057186"/>
                    </a:lnTo>
                    <a:lnTo>
                      <a:pt x="358481" y="2089397"/>
                    </a:lnTo>
                    <a:lnTo>
                      <a:pt x="390691" y="2120458"/>
                    </a:lnTo>
                    <a:lnTo>
                      <a:pt x="424017" y="2150335"/>
                    </a:lnTo>
                    <a:lnTo>
                      <a:pt x="458424" y="2178995"/>
                    </a:lnTo>
                    <a:lnTo>
                      <a:pt x="493879" y="2206403"/>
                    </a:lnTo>
                    <a:lnTo>
                      <a:pt x="530348" y="2232526"/>
                    </a:lnTo>
                    <a:lnTo>
                      <a:pt x="567796" y="2257329"/>
                    </a:lnTo>
                    <a:lnTo>
                      <a:pt x="606189" y="2280778"/>
                    </a:lnTo>
                    <a:lnTo>
                      <a:pt x="645494" y="2302839"/>
                    </a:lnTo>
                    <a:lnTo>
                      <a:pt x="685677" y="2323479"/>
                    </a:lnTo>
                    <a:lnTo>
                      <a:pt x="726703" y="2342663"/>
                    </a:lnTo>
                    <a:lnTo>
                      <a:pt x="768538" y="2360358"/>
                    </a:lnTo>
                    <a:lnTo>
                      <a:pt x="811149" y="2376528"/>
                    </a:lnTo>
                    <a:lnTo>
                      <a:pt x="854502" y="2391141"/>
                    </a:lnTo>
                    <a:lnTo>
                      <a:pt x="898561" y="2404162"/>
                    </a:lnTo>
                    <a:lnTo>
                      <a:pt x="943295" y="2415558"/>
                    </a:lnTo>
                    <a:lnTo>
                      <a:pt x="988667" y="2425293"/>
                    </a:lnTo>
                    <a:lnTo>
                      <a:pt x="1034645" y="2433335"/>
                    </a:lnTo>
                    <a:lnTo>
                      <a:pt x="1081195" y="2439649"/>
                    </a:lnTo>
                    <a:lnTo>
                      <a:pt x="1128281" y="2444201"/>
                    </a:lnTo>
                    <a:lnTo>
                      <a:pt x="1175871" y="2446957"/>
                    </a:lnTo>
                    <a:lnTo>
                      <a:pt x="1223931" y="2447883"/>
                    </a:lnTo>
                    <a:lnTo>
                      <a:pt x="1271991" y="2446957"/>
                    </a:lnTo>
                    <a:lnTo>
                      <a:pt x="1319582" y="2444201"/>
                    </a:lnTo>
                    <a:lnTo>
                      <a:pt x="1366669" y="2439649"/>
                    </a:lnTo>
                    <a:lnTo>
                      <a:pt x="1413219" y="2433335"/>
                    </a:lnTo>
                    <a:lnTo>
                      <a:pt x="1459198" y="2425293"/>
                    </a:lnTo>
                    <a:lnTo>
                      <a:pt x="1504571" y="2415558"/>
                    </a:lnTo>
                    <a:lnTo>
                      <a:pt x="1549305" y="2404162"/>
                    </a:lnTo>
                    <a:lnTo>
                      <a:pt x="1593365" y="2391141"/>
                    </a:lnTo>
                    <a:lnTo>
                      <a:pt x="1636718" y="2376528"/>
                    </a:lnTo>
                    <a:lnTo>
                      <a:pt x="1679329" y="2360358"/>
                    </a:lnTo>
                    <a:lnTo>
                      <a:pt x="1721165" y="2342663"/>
                    </a:lnTo>
                    <a:lnTo>
                      <a:pt x="1762191" y="2323479"/>
                    </a:lnTo>
                    <a:lnTo>
                      <a:pt x="1802374" y="2302839"/>
                    </a:lnTo>
                    <a:lnTo>
                      <a:pt x="1841680" y="2280778"/>
                    </a:lnTo>
                    <a:lnTo>
                      <a:pt x="1880074" y="2257329"/>
                    </a:lnTo>
                    <a:lnTo>
                      <a:pt x="1917522" y="2232526"/>
                    </a:lnTo>
                    <a:lnTo>
                      <a:pt x="1953991" y="2206403"/>
                    </a:lnTo>
                    <a:lnTo>
                      <a:pt x="1989446" y="2178995"/>
                    </a:lnTo>
                    <a:lnTo>
                      <a:pt x="2023854" y="2150335"/>
                    </a:lnTo>
                    <a:lnTo>
                      <a:pt x="2057180" y="2120458"/>
                    </a:lnTo>
                    <a:lnTo>
                      <a:pt x="2089390" y="2089397"/>
                    </a:lnTo>
                    <a:lnTo>
                      <a:pt x="2120451" y="2057186"/>
                    </a:lnTo>
                    <a:lnTo>
                      <a:pt x="2150328" y="2023860"/>
                    </a:lnTo>
                    <a:lnTo>
                      <a:pt x="2178988" y="1989452"/>
                    </a:lnTo>
                    <a:lnTo>
                      <a:pt x="2206396" y="1953997"/>
                    </a:lnTo>
                    <a:lnTo>
                      <a:pt x="2232518" y="1917528"/>
                    </a:lnTo>
                    <a:lnTo>
                      <a:pt x="2257321" y="1880079"/>
                    </a:lnTo>
                    <a:lnTo>
                      <a:pt x="2280770" y="1841686"/>
                    </a:lnTo>
                    <a:lnTo>
                      <a:pt x="2302831" y="1802380"/>
                    </a:lnTo>
                    <a:lnTo>
                      <a:pt x="2323471" y="1762197"/>
                    </a:lnTo>
                    <a:lnTo>
                      <a:pt x="2342654" y="1721171"/>
                    </a:lnTo>
                    <a:lnTo>
                      <a:pt x="2360349" y="1679335"/>
                    </a:lnTo>
                    <a:lnTo>
                      <a:pt x="2376519" y="1636724"/>
                    </a:lnTo>
                    <a:lnTo>
                      <a:pt x="2391132" y="1593371"/>
                    </a:lnTo>
                    <a:lnTo>
                      <a:pt x="2404153" y="1549311"/>
                    </a:lnTo>
                    <a:lnTo>
                      <a:pt x="2415548" y="1504578"/>
                    </a:lnTo>
                    <a:lnTo>
                      <a:pt x="2425283" y="1459205"/>
                    </a:lnTo>
                    <a:lnTo>
                      <a:pt x="2433325" y="1413227"/>
                    </a:lnTo>
                    <a:lnTo>
                      <a:pt x="2439638" y="1366678"/>
                    </a:lnTo>
                    <a:lnTo>
                      <a:pt x="2444190" y="1319591"/>
                    </a:lnTo>
                    <a:lnTo>
                      <a:pt x="2446946" y="1272001"/>
                    </a:lnTo>
                    <a:lnTo>
                      <a:pt x="2447873" y="1223941"/>
                    </a:lnTo>
                    <a:lnTo>
                      <a:pt x="2446946" y="1175882"/>
                    </a:lnTo>
                    <a:lnTo>
                      <a:pt x="2444190" y="1128292"/>
                    </a:lnTo>
                    <a:lnTo>
                      <a:pt x="2439638" y="1081205"/>
                    </a:lnTo>
                    <a:lnTo>
                      <a:pt x="2433325" y="1034655"/>
                    </a:lnTo>
                    <a:lnTo>
                      <a:pt x="2425283" y="988677"/>
                    </a:lnTo>
                    <a:lnTo>
                      <a:pt x="2415548" y="943305"/>
                    </a:lnTo>
                    <a:lnTo>
                      <a:pt x="2404153" y="898571"/>
                    </a:lnTo>
                    <a:lnTo>
                      <a:pt x="2391132" y="854511"/>
                    </a:lnTo>
                    <a:lnTo>
                      <a:pt x="2376519" y="811159"/>
                    </a:lnTo>
                    <a:lnTo>
                      <a:pt x="2360349" y="768547"/>
                    </a:lnTo>
                    <a:lnTo>
                      <a:pt x="2342654" y="726712"/>
                    </a:lnTo>
                    <a:lnTo>
                      <a:pt x="2323471" y="685685"/>
                    </a:lnTo>
                    <a:lnTo>
                      <a:pt x="2302831" y="645502"/>
                    </a:lnTo>
                    <a:lnTo>
                      <a:pt x="2280770" y="606197"/>
                    </a:lnTo>
                    <a:lnTo>
                      <a:pt x="2257321" y="567803"/>
                    </a:lnTo>
                    <a:lnTo>
                      <a:pt x="2232518" y="530355"/>
                    </a:lnTo>
                    <a:lnTo>
                      <a:pt x="2206396" y="493886"/>
                    </a:lnTo>
                    <a:lnTo>
                      <a:pt x="2178988" y="458431"/>
                    </a:lnTo>
                    <a:lnTo>
                      <a:pt x="2150328" y="424023"/>
                    </a:lnTo>
                    <a:lnTo>
                      <a:pt x="2120451" y="390697"/>
                    </a:lnTo>
                    <a:lnTo>
                      <a:pt x="2089390" y="358486"/>
                    </a:lnTo>
                    <a:lnTo>
                      <a:pt x="2057180" y="327425"/>
                    </a:lnTo>
                    <a:lnTo>
                      <a:pt x="2023854" y="297547"/>
                    </a:lnTo>
                    <a:lnTo>
                      <a:pt x="1989446" y="268888"/>
                    </a:lnTo>
                    <a:lnTo>
                      <a:pt x="1953991" y="241479"/>
                    </a:lnTo>
                    <a:lnTo>
                      <a:pt x="1917522" y="215357"/>
                    </a:lnTo>
                    <a:lnTo>
                      <a:pt x="1880074" y="190554"/>
                    </a:lnTo>
                    <a:lnTo>
                      <a:pt x="1841680" y="167105"/>
                    </a:lnTo>
                    <a:lnTo>
                      <a:pt x="1802374" y="145043"/>
                    </a:lnTo>
                    <a:lnTo>
                      <a:pt x="1762191" y="124403"/>
                    </a:lnTo>
                    <a:lnTo>
                      <a:pt x="1721165" y="105219"/>
                    </a:lnTo>
                    <a:lnTo>
                      <a:pt x="1679329" y="87525"/>
                    </a:lnTo>
                    <a:lnTo>
                      <a:pt x="1636718" y="71354"/>
                    </a:lnTo>
                    <a:lnTo>
                      <a:pt x="1593365" y="56741"/>
                    </a:lnTo>
                    <a:lnTo>
                      <a:pt x="1549305" y="43720"/>
                    </a:lnTo>
                    <a:lnTo>
                      <a:pt x="1504571" y="32325"/>
                    </a:lnTo>
                    <a:lnTo>
                      <a:pt x="1459198" y="22589"/>
                    </a:lnTo>
                    <a:lnTo>
                      <a:pt x="1413219" y="14548"/>
                    </a:lnTo>
                    <a:lnTo>
                      <a:pt x="1366669" y="8234"/>
                    </a:lnTo>
                    <a:lnTo>
                      <a:pt x="1319582" y="3682"/>
                    </a:lnTo>
                    <a:lnTo>
                      <a:pt x="1271991" y="926"/>
                    </a:lnTo>
                    <a:lnTo>
                      <a:pt x="1223931" y="0"/>
                    </a:lnTo>
                    <a:close/>
                  </a:path>
                </a:pathLst>
              </a:custGeom>
              <a:solidFill>
                <a:srgbClr val="8BB81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36"/>
              <p:cNvSpPr/>
              <p:nvPr/>
            </p:nvSpPr>
            <p:spPr>
              <a:xfrm>
                <a:off x="16865324" y="6480835"/>
                <a:ext cx="1784985" cy="1784985"/>
              </a:xfrm>
              <a:custGeom>
                <a:avLst/>
                <a:gdLst/>
                <a:ahLst/>
                <a:cxnLst/>
                <a:rect l="l" t="t" r="r" b="b"/>
                <a:pathLst>
                  <a:path w="1784984" h="1784984">
                    <a:moveTo>
                      <a:pt x="892318" y="0"/>
                    </a:moveTo>
                    <a:lnTo>
                      <a:pt x="844928" y="1236"/>
                    </a:lnTo>
                    <a:lnTo>
                      <a:pt x="798182" y="4906"/>
                    </a:lnTo>
                    <a:lnTo>
                      <a:pt x="752142" y="10946"/>
                    </a:lnTo>
                    <a:lnTo>
                      <a:pt x="706870" y="19296"/>
                    </a:lnTo>
                    <a:lnTo>
                      <a:pt x="662427" y="29893"/>
                    </a:lnTo>
                    <a:lnTo>
                      <a:pt x="618875" y="42676"/>
                    </a:lnTo>
                    <a:lnTo>
                      <a:pt x="576275" y="57583"/>
                    </a:lnTo>
                    <a:lnTo>
                      <a:pt x="534690" y="74553"/>
                    </a:lnTo>
                    <a:lnTo>
                      <a:pt x="494181" y="93524"/>
                    </a:lnTo>
                    <a:lnTo>
                      <a:pt x="454809" y="114434"/>
                    </a:lnTo>
                    <a:lnTo>
                      <a:pt x="416636" y="137222"/>
                    </a:lnTo>
                    <a:lnTo>
                      <a:pt x="379725" y="161826"/>
                    </a:lnTo>
                    <a:lnTo>
                      <a:pt x="344136" y="188184"/>
                    </a:lnTo>
                    <a:lnTo>
                      <a:pt x="309931" y="216234"/>
                    </a:lnTo>
                    <a:lnTo>
                      <a:pt x="277172" y="245916"/>
                    </a:lnTo>
                    <a:lnTo>
                      <a:pt x="245921" y="277167"/>
                    </a:lnTo>
                    <a:lnTo>
                      <a:pt x="216239" y="309925"/>
                    </a:lnTo>
                    <a:lnTo>
                      <a:pt x="188188" y="344129"/>
                    </a:lnTo>
                    <a:lnTo>
                      <a:pt x="161829" y="379718"/>
                    </a:lnTo>
                    <a:lnTo>
                      <a:pt x="137225" y="416629"/>
                    </a:lnTo>
                    <a:lnTo>
                      <a:pt x="114437" y="454801"/>
                    </a:lnTo>
                    <a:lnTo>
                      <a:pt x="93526" y="494172"/>
                    </a:lnTo>
                    <a:lnTo>
                      <a:pt x="74555" y="534681"/>
                    </a:lnTo>
                    <a:lnTo>
                      <a:pt x="57585" y="576266"/>
                    </a:lnTo>
                    <a:lnTo>
                      <a:pt x="42677" y="618866"/>
                    </a:lnTo>
                    <a:lnTo>
                      <a:pt x="29894" y="662417"/>
                    </a:lnTo>
                    <a:lnTo>
                      <a:pt x="19296" y="706860"/>
                    </a:lnTo>
                    <a:lnTo>
                      <a:pt x="10946" y="752132"/>
                    </a:lnTo>
                    <a:lnTo>
                      <a:pt x="4906" y="798172"/>
                    </a:lnTo>
                    <a:lnTo>
                      <a:pt x="1236" y="844917"/>
                    </a:lnTo>
                    <a:lnTo>
                      <a:pt x="0" y="892307"/>
                    </a:lnTo>
                    <a:lnTo>
                      <a:pt x="1236" y="939697"/>
                    </a:lnTo>
                    <a:lnTo>
                      <a:pt x="4906" y="986443"/>
                    </a:lnTo>
                    <a:lnTo>
                      <a:pt x="10946" y="1032483"/>
                    </a:lnTo>
                    <a:lnTo>
                      <a:pt x="19296" y="1077755"/>
                    </a:lnTo>
                    <a:lnTo>
                      <a:pt x="29894" y="1122197"/>
                    </a:lnTo>
                    <a:lnTo>
                      <a:pt x="42677" y="1165749"/>
                    </a:lnTo>
                    <a:lnTo>
                      <a:pt x="57585" y="1208349"/>
                    </a:lnTo>
                    <a:lnTo>
                      <a:pt x="74555" y="1249933"/>
                    </a:lnTo>
                    <a:lnTo>
                      <a:pt x="93526" y="1290442"/>
                    </a:lnTo>
                    <a:lnTo>
                      <a:pt x="114437" y="1329814"/>
                    </a:lnTo>
                    <a:lnTo>
                      <a:pt x="137225" y="1367986"/>
                    </a:lnTo>
                    <a:lnTo>
                      <a:pt x="161829" y="1404897"/>
                    </a:lnTo>
                    <a:lnTo>
                      <a:pt x="188188" y="1440486"/>
                    </a:lnTo>
                    <a:lnTo>
                      <a:pt x="216239" y="1474690"/>
                    </a:lnTo>
                    <a:lnTo>
                      <a:pt x="245921" y="1507448"/>
                    </a:lnTo>
                    <a:lnTo>
                      <a:pt x="277172" y="1538699"/>
                    </a:lnTo>
                    <a:lnTo>
                      <a:pt x="309931" y="1568380"/>
                    </a:lnTo>
                    <a:lnTo>
                      <a:pt x="344136" y="1596431"/>
                    </a:lnTo>
                    <a:lnTo>
                      <a:pt x="379725" y="1622789"/>
                    </a:lnTo>
                    <a:lnTo>
                      <a:pt x="416636" y="1647393"/>
                    </a:lnTo>
                    <a:lnTo>
                      <a:pt x="454809" y="1670180"/>
                    </a:lnTo>
                    <a:lnTo>
                      <a:pt x="494181" y="1691091"/>
                    </a:lnTo>
                    <a:lnTo>
                      <a:pt x="534690" y="1710061"/>
                    </a:lnTo>
                    <a:lnTo>
                      <a:pt x="576275" y="1727031"/>
                    </a:lnTo>
                    <a:lnTo>
                      <a:pt x="618875" y="1741939"/>
                    </a:lnTo>
                    <a:lnTo>
                      <a:pt x="662427" y="1754722"/>
                    </a:lnTo>
                    <a:lnTo>
                      <a:pt x="706870" y="1765319"/>
                    </a:lnTo>
                    <a:lnTo>
                      <a:pt x="752142" y="1773669"/>
                    </a:lnTo>
                    <a:lnTo>
                      <a:pt x="798182" y="1779709"/>
                    </a:lnTo>
                    <a:lnTo>
                      <a:pt x="844928" y="1783378"/>
                    </a:lnTo>
                    <a:lnTo>
                      <a:pt x="892318" y="1784615"/>
                    </a:lnTo>
                    <a:lnTo>
                      <a:pt x="939708" y="1783378"/>
                    </a:lnTo>
                    <a:lnTo>
                      <a:pt x="986453" y="1779709"/>
                    </a:lnTo>
                    <a:lnTo>
                      <a:pt x="1032493" y="1773669"/>
                    </a:lnTo>
                    <a:lnTo>
                      <a:pt x="1077765" y="1765319"/>
                    </a:lnTo>
                    <a:lnTo>
                      <a:pt x="1122208" y="1754722"/>
                    </a:lnTo>
                    <a:lnTo>
                      <a:pt x="1165760" y="1741939"/>
                    </a:lnTo>
                    <a:lnTo>
                      <a:pt x="1208359" y="1727031"/>
                    </a:lnTo>
                    <a:lnTo>
                      <a:pt x="1249944" y="1710061"/>
                    </a:lnTo>
                    <a:lnTo>
                      <a:pt x="1290453" y="1691091"/>
                    </a:lnTo>
                    <a:lnTo>
                      <a:pt x="1329824" y="1670180"/>
                    </a:lnTo>
                    <a:lnTo>
                      <a:pt x="1367996" y="1647393"/>
                    </a:lnTo>
                    <a:lnTo>
                      <a:pt x="1404908" y="1622789"/>
                    </a:lnTo>
                    <a:lnTo>
                      <a:pt x="1440496" y="1596431"/>
                    </a:lnTo>
                    <a:lnTo>
                      <a:pt x="1474700" y="1568380"/>
                    </a:lnTo>
                    <a:lnTo>
                      <a:pt x="1507459" y="1538699"/>
                    </a:lnTo>
                    <a:lnTo>
                      <a:pt x="1538709" y="1507448"/>
                    </a:lnTo>
                    <a:lnTo>
                      <a:pt x="1568391" y="1474690"/>
                    </a:lnTo>
                    <a:lnTo>
                      <a:pt x="1596442" y="1440486"/>
                    </a:lnTo>
                    <a:lnTo>
                      <a:pt x="1622799" y="1404897"/>
                    </a:lnTo>
                    <a:lnTo>
                      <a:pt x="1647403" y="1367986"/>
                    </a:lnTo>
                    <a:lnTo>
                      <a:pt x="1670191" y="1329814"/>
                    </a:lnTo>
                    <a:lnTo>
                      <a:pt x="1691101" y="1290442"/>
                    </a:lnTo>
                    <a:lnTo>
                      <a:pt x="1710072" y="1249933"/>
                    </a:lnTo>
                    <a:lnTo>
                      <a:pt x="1727042" y="1208349"/>
                    </a:lnTo>
                    <a:lnTo>
                      <a:pt x="1741949" y="1165749"/>
                    </a:lnTo>
                    <a:lnTo>
                      <a:pt x="1754732" y="1122197"/>
                    </a:lnTo>
                    <a:lnTo>
                      <a:pt x="1765330" y="1077755"/>
                    </a:lnTo>
                    <a:lnTo>
                      <a:pt x="1773679" y="1032483"/>
                    </a:lnTo>
                    <a:lnTo>
                      <a:pt x="1779720" y="986443"/>
                    </a:lnTo>
                    <a:lnTo>
                      <a:pt x="1783389" y="939697"/>
                    </a:lnTo>
                    <a:lnTo>
                      <a:pt x="1784626" y="892307"/>
                    </a:lnTo>
                    <a:lnTo>
                      <a:pt x="1783389" y="844917"/>
                    </a:lnTo>
                    <a:lnTo>
                      <a:pt x="1779720" y="798172"/>
                    </a:lnTo>
                    <a:lnTo>
                      <a:pt x="1773679" y="752132"/>
                    </a:lnTo>
                    <a:lnTo>
                      <a:pt x="1765330" y="706860"/>
                    </a:lnTo>
                    <a:lnTo>
                      <a:pt x="1754732" y="662417"/>
                    </a:lnTo>
                    <a:lnTo>
                      <a:pt x="1741949" y="618866"/>
                    </a:lnTo>
                    <a:lnTo>
                      <a:pt x="1727042" y="576266"/>
                    </a:lnTo>
                    <a:lnTo>
                      <a:pt x="1710072" y="534681"/>
                    </a:lnTo>
                    <a:lnTo>
                      <a:pt x="1691101" y="494172"/>
                    </a:lnTo>
                    <a:lnTo>
                      <a:pt x="1670191" y="454801"/>
                    </a:lnTo>
                    <a:lnTo>
                      <a:pt x="1647403" y="416629"/>
                    </a:lnTo>
                    <a:lnTo>
                      <a:pt x="1622799" y="379718"/>
                    </a:lnTo>
                    <a:lnTo>
                      <a:pt x="1596442" y="344129"/>
                    </a:lnTo>
                    <a:lnTo>
                      <a:pt x="1568391" y="309925"/>
                    </a:lnTo>
                    <a:lnTo>
                      <a:pt x="1538709" y="277167"/>
                    </a:lnTo>
                    <a:lnTo>
                      <a:pt x="1507459" y="245916"/>
                    </a:lnTo>
                    <a:lnTo>
                      <a:pt x="1474700" y="216234"/>
                    </a:lnTo>
                    <a:lnTo>
                      <a:pt x="1440496" y="188184"/>
                    </a:lnTo>
                    <a:lnTo>
                      <a:pt x="1404908" y="161826"/>
                    </a:lnTo>
                    <a:lnTo>
                      <a:pt x="1367996" y="137222"/>
                    </a:lnTo>
                    <a:lnTo>
                      <a:pt x="1329824" y="114434"/>
                    </a:lnTo>
                    <a:lnTo>
                      <a:pt x="1290453" y="93524"/>
                    </a:lnTo>
                    <a:lnTo>
                      <a:pt x="1249944" y="74553"/>
                    </a:lnTo>
                    <a:lnTo>
                      <a:pt x="1208359" y="57583"/>
                    </a:lnTo>
                    <a:lnTo>
                      <a:pt x="1165760" y="42676"/>
                    </a:lnTo>
                    <a:lnTo>
                      <a:pt x="1122208" y="29893"/>
                    </a:lnTo>
                    <a:lnTo>
                      <a:pt x="1077765" y="19296"/>
                    </a:lnTo>
                    <a:lnTo>
                      <a:pt x="1032493" y="10946"/>
                    </a:lnTo>
                    <a:lnTo>
                      <a:pt x="986453" y="4906"/>
                    </a:lnTo>
                    <a:lnTo>
                      <a:pt x="939708" y="1236"/>
                    </a:lnTo>
                    <a:lnTo>
                      <a:pt x="892318" y="0"/>
                    </a:lnTo>
                    <a:close/>
                  </a:path>
                </a:pathLst>
              </a:custGeom>
              <a:solidFill>
                <a:srgbClr val="8BB81F">
                  <a:alpha val="50000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7" name="object 37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4959261" y="4631377"/>
                <a:ext cx="3717886" cy="3708400"/>
              </a:xfrm>
              <a:prstGeom prst="rect">
                <a:avLst/>
              </a:prstGeom>
            </p:spPr>
          </p:pic>
        </p:grpSp>
        <p:sp>
          <p:nvSpPr>
            <p:cNvPr id="41" name="object 24">
              <a:extLst>
                <a:ext uri="{FF2B5EF4-FFF2-40B4-BE49-F238E27FC236}">
                  <a16:creationId xmlns:a16="http://schemas.microsoft.com/office/drawing/2014/main" id="{7B365B97-F5F4-F5A4-8330-600E49495DCE}"/>
                </a:ext>
              </a:extLst>
            </p:cNvPr>
            <p:cNvSpPr txBox="1">
              <a:spLocks/>
            </p:cNvSpPr>
            <p:nvPr/>
          </p:nvSpPr>
          <p:spPr>
            <a:xfrm>
              <a:off x="11413926" y="6099654"/>
              <a:ext cx="3150029" cy="611706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>
              <a:lvl1pPr>
                <a:defRPr sz="3900" b="0" i="0">
                  <a:solidFill>
                    <a:schemeClr val="tx1"/>
                  </a:solidFill>
                  <a:latin typeface="Trebuchet MS"/>
                  <a:ea typeface="+mj-ea"/>
                  <a:cs typeface="Trebuchet MS"/>
                </a:defRPr>
              </a:lvl1pPr>
            </a:lstStyle>
            <a:p>
              <a:pPr marL="12700" marR="5080">
                <a:spcBef>
                  <a:spcPts val="90"/>
                </a:spcBef>
              </a:pPr>
              <a:r>
                <a:rPr lang="es-ES" kern="0" spc="-380" dirty="0"/>
                <a:t>Llegada al ÉXITO</a:t>
              </a:r>
              <a:endParaRPr lang="es-ES" kern="0" spc="-370" dirty="0"/>
            </a:p>
          </p:txBody>
        </p:sp>
      </p:grpSp>
      <p:pic>
        <p:nvPicPr>
          <p:cNvPr id="42" name="Google Shape;106;p15">
            <a:extLst>
              <a:ext uri="{FF2B5EF4-FFF2-40B4-BE49-F238E27FC236}">
                <a16:creationId xmlns:a16="http://schemas.microsoft.com/office/drawing/2014/main" id="{DA38C815-3A49-5C2C-745B-DB019D0BE490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011880" y="8869349"/>
            <a:ext cx="3120307" cy="2491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F2BA0EC6-3090-DEDF-98D8-593730AE2FB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8444" y="292387"/>
            <a:ext cx="2083406" cy="9426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upo 52">
            <a:extLst>
              <a:ext uri="{FF2B5EF4-FFF2-40B4-BE49-F238E27FC236}">
                <a16:creationId xmlns:a16="http://schemas.microsoft.com/office/drawing/2014/main" id="{6658A106-9054-AF2D-E5E0-96249C5CC786}"/>
              </a:ext>
            </a:extLst>
          </p:cNvPr>
          <p:cNvGrpSpPr/>
          <p:nvPr/>
        </p:nvGrpSpPr>
        <p:grpSpPr>
          <a:xfrm>
            <a:off x="6573413" y="3152610"/>
            <a:ext cx="4197965" cy="3747828"/>
            <a:chOff x="816353" y="1830054"/>
            <a:chExt cx="4197965" cy="3747828"/>
          </a:xfrm>
        </p:grpSpPr>
        <p:sp>
          <p:nvSpPr>
            <p:cNvPr id="3" name="object 3"/>
            <p:cNvSpPr/>
            <p:nvPr/>
          </p:nvSpPr>
          <p:spPr>
            <a:xfrm>
              <a:off x="816353" y="1830054"/>
              <a:ext cx="2447925" cy="2447925"/>
            </a:xfrm>
            <a:custGeom>
              <a:avLst/>
              <a:gdLst/>
              <a:ahLst/>
              <a:cxnLst/>
              <a:rect l="l" t="t" r="r" b="b"/>
              <a:pathLst>
                <a:path w="2447925" h="2447925">
                  <a:moveTo>
                    <a:pt x="1223931" y="0"/>
                  </a:moveTo>
                  <a:lnTo>
                    <a:pt x="1175871" y="926"/>
                  </a:lnTo>
                  <a:lnTo>
                    <a:pt x="1128281" y="3682"/>
                  </a:lnTo>
                  <a:lnTo>
                    <a:pt x="1081195" y="8234"/>
                  </a:lnTo>
                  <a:lnTo>
                    <a:pt x="1034645" y="14548"/>
                  </a:lnTo>
                  <a:lnTo>
                    <a:pt x="988667" y="22589"/>
                  </a:lnTo>
                  <a:lnTo>
                    <a:pt x="943295" y="32325"/>
                  </a:lnTo>
                  <a:lnTo>
                    <a:pt x="898561" y="43720"/>
                  </a:lnTo>
                  <a:lnTo>
                    <a:pt x="854502" y="56741"/>
                  </a:lnTo>
                  <a:lnTo>
                    <a:pt x="811149" y="71354"/>
                  </a:lnTo>
                  <a:lnTo>
                    <a:pt x="768538" y="87525"/>
                  </a:lnTo>
                  <a:lnTo>
                    <a:pt x="726703" y="105219"/>
                  </a:lnTo>
                  <a:lnTo>
                    <a:pt x="685677" y="124403"/>
                  </a:lnTo>
                  <a:lnTo>
                    <a:pt x="645494" y="145043"/>
                  </a:lnTo>
                  <a:lnTo>
                    <a:pt x="606189" y="167105"/>
                  </a:lnTo>
                  <a:lnTo>
                    <a:pt x="567796" y="190554"/>
                  </a:lnTo>
                  <a:lnTo>
                    <a:pt x="530348" y="215357"/>
                  </a:lnTo>
                  <a:lnTo>
                    <a:pt x="493879" y="241479"/>
                  </a:lnTo>
                  <a:lnTo>
                    <a:pt x="458424" y="268888"/>
                  </a:lnTo>
                  <a:lnTo>
                    <a:pt x="424017" y="297547"/>
                  </a:lnTo>
                  <a:lnTo>
                    <a:pt x="390691" y="327425"/>
                  </a:lnTo>
                  <a:lnTo>
                    <a:pt x="358481" y="358486"/>
                  </a:lnTo>
                  <a:lnTo>
                    <a:pt x="327420" y="390697"/>
                  </a:lnTo>
                  <a:lnTo>
                    <a:pt x="297543" y="424023"/>
                  </a:lnTo>
                  <a:lnTo>
                    <a:pt x="268884" y="458431"/>
                  </a:lnTo>
                  <a:lnTo>
                    <a:pt x="241476" y="493886"/>
                  </a:lnTo>
                  <a:lnTo>
                    <a:pt x="215353" y="530355"/>
                  </a:lnTo>
                  <a:lnTo>
                    <a:pt x="190551" y="567803"/>
                  </a:lnTo>
                  <a:lnTo>
                    <a:pt x="167102" y="606197"/>
                  </a:lnTo>
                  <a:lnTo>
                    <a:pt x="145041" y="645502"/>
                  </a:lnTo>
                  <a:lnTo>
                    <a:pt x="124401" y="685685"/>
                  </a:lnTo>
                  <a:lnTo>
                    <a:pt x="105217" y="726712"/>
                  </a:lnTo>
                  <a:lnTo>
                    <a:pt x="87523" y="768547"/>
                  </a:lnTo>
                  <a:lnTo>
                    <a:pt x="71353" y="811159"/>
                  </a:lnTo>
                  <a:lnTo>
                    <a:pt x="56740" y="854511"/>
                  </a:lnTo>
                  <a:lnTo>
                    <a:pt x="43720" y="898571"/>
                  </a:lnTo>
                  <a:lnTo>
                    <a:pt x="32324" y="943305"/>
                  </a:lnTo>
                  <a:lnTo>
                    <a:pt x="22589" y="988677"/>
                  </a:lnTo>
                  <a:lnTo>
                    <a:pt x="14548" y="1034655"/>
                  </a:lnTo>
                  <a:lnTo>
                    <a:pt x="8234" y="1081205"/>
                  </a:lnTo>
                  <a:lnTo>
                    <a:pt x="3682" y="1128292"/>
                  </a:lnTo>
                  <a:lnTo>
                    <a:pt x="926" y="1175882"/>
                  </a:lnTo>
                  <a:lnTo>
                    <a:pt x="0" y="1223941"/>
                  </a:lnTo>
                  <a:lnTo>
                    <a:pt x="926" y="1272001"/>
                  </a:lnTo>
                  <a:lnTo>
                    <a:pt x="3682" y="1319591"/>
                  </a:lnTo>
                  <a:lnTo>
                    <a:pt x="8234" y="1366678"/>
                  </a:lnTo>
                  <a:lnTo>
                    <a:pt x="14548" y="1413227"/>
                  </a:lnTo>
                  <a:lnTo>
                    <a:pt x="22589" y="1459205"/>
                  </a:lnTo>
                  <a:lnTo>
                    <a:pt x="32324" y="1504578"/>
                  </a:lnTo>
                  <a:lnTo>
                    <a:pt x="43720" y="1549311"/>
                  </a:lnTo>
                  <a:lnTo>
                    <a:pt x="56740" y="1593371"/>
                  </a:lnTo>
                  <a:lnTo>
                    <a:pt x="71353" y="1636724"/>
                  </a:lnTo>
                  <a:lnTo>
                    <a:pt x="87523" y="1679335"/>
                  </a:lnTo>
                  <a:lnTo>
                    <a:pt x="105217" y="1721171"/>
                  </a:lnTo>
                  <a:lnTo>
                    <a:pt x="124401" y="1762197"/>
                  </a:lnTo>
                  <a:lnTo>
                    <a:pt x="145041" y="1802380"/>
                  </a:lnTo>
                  <a:lnTo>
                    <a:pt x="167102" y="1841686"/>
                  </a:lnTo>
                  <a:lnTo>
                    <a:pt x="190551" y="1880079"/>
                  </a:lnTo>
                  <a:lnTo>
                    <a:pt x="215353" y="1917528"/>
                  </a:lnTo>
                  <a:lnTo>
                    <a:pt x="241476" y="1953997"/>
                  </a:lnTo>
                  <a:lnTo>
                    <a:pt x="268884" y="1989452"/>
                  </a:lnTo>
                  <a:lnTo>
                    <a:pt x="297543" y="2023860"/>
                  </a:lnTo>
                  <a:lnTo>
                    <a:pt x="327420" y="2057186"/>
                  </a:lnTo>
                  <a:lnTo>
                    <a:pt x="358481" y="2089397"/>
                  </a:lnTo>
                  <a:lnTo>
                    <a:pt x="390691" y="2120458"/>
                  </a:lnTo>
                  <a:lnTo>
                    <a:pt x="424017" y="2150335"/>
                  </a:lnTo>
                  <a:lnTo>
                    <a:pt x="458424" y="2178995"/>
                  </a:lnTo>
                  <a:lnTo>
                    <a:pt x="493879" y="2206403"/>
                  </a:lnTo>
                  <a:lnTo>
                    <a:pt x="530348" y="2232526"/>
                  </a:lnTo>
                  <a:lnTo>
                    <a:pt x="567796" y="2257329"/>
                  </a:lnTo>
                  <a:lnTo>
                    <a:pt x="606189" y="2280778"/>
                  </a:lnTo>
                  <a:lnTo>
                    <a:pt x="645494" y="2302839"/>
                  </a:lnTo>
                  <a:lnTo>
                    <a:pt x="685677" y="2323479"/>
                  </a:lnTo>
                  <a:lnTo>
                    <a:pt x="726703" y="2342663"/>
                  </a:lnTo>
                  <a:lnTo>
                    <a:pt x="768538" y="2360358"/>
                  </a:lnTo>
                  <a:lnTo>
                    <a:pt x="811149" y="2376528"/>
                  </a:lnTo>
                  <a:lnTo>
                    <a:pt x="854502" y="2391141"/>
                  </a:lnTo>
                  <a:lnTo>
                    <a:pt x="898561" y="2404162"/>
                  </a:lnTo>
                  <a:lnTo>
                    <a:pt x="943295" y="2415558"/>
                  </a:lnTo>
                  <a:lnTo>
                    <a:pt x="988667" y="2425293"/>
                  </a:lnTo>
                  <a:lnTo>
                    <a:pt x="1034645" y="2433335"/>
                  </a:lnTo>
                  <a:lnTo>
                    <a:pt x="1081195" y="2439649"/>
                  </a:lnTo>
                  <a:lnTo>
                    <a:pt x="1128281" y="2444201"/>
                  </a:lnTo>
                  <a:lnTo>
                    <a:pt x="1175871" y="2446957"/>
                  </a:lnTo>
                  <a:lnTo>
                    <a:pt x="1223931" y="2447883"/>
                  </a:lnTo>
                  <a:lnTo>
                    <a:pt x="1271991" y="2446957"/>
                  </a:lnTo>
                  <a:lnTo>
                    <a:pt x="1319582" y="2444201"/>
                  </a:lnTo>
                  <a:lnTo>
                    <a:pt x="1366669" y="2439649"/>
                  </a:lnTo>
                  <a:lnTo>
                    <a:pt x="1413219" y="2433335"/>
                  </a:lnTo>
                  <a:lnTo>
                    <a:pt x="1459198" y="2425293"/>
                  </a:lnTo>
                  <a:lnTo>
                    <a:pt x="1504571" y="2415558"/>
                  </a:lnTo>
                  <a:lnTo>
                    <a:pt x="1549305" y="2404162"/>
                  </a:lnTo>
                  <a:lnTo>
                    <a:pt x="1593365" y="2391141"/>
                  </a:lnTo>
                  <a:lnTo>
                    <a:pt x="1636718" y="2376528"/>
                  </a:lnTo>
                  <a:lnTo>
                    <a:pt x="1679329" y="2360358"/>
                  </a:lnTo>
                  <a:lnTo>
                    <a:pt x="1721165" y="2342663"/>
                  </a:lnTo>
                  <a:lnTo>
                    <a:pt x="1762191" y="2323479"/>
                  </a:lnTo>
                  <a:lnTo>
                    <a:pt x="1802374" y="2302839"/>
                  </a:lnTo>
                  <a:lnTo>
                    <a:pt x="1841680" y="2280778"/>
                  </a:lnTo>
                  <a:lnTo>
                    <a:pt x="1880074" y="2257329"/>
                  </a:lnTo>
                  <a:lnTo>
                    <a:pt x="1917522" y="2232526"/>
                  </a:lnTo>
                  <a:lnTo>
                    <a:pt x="1953991" y="2206403"/>
                  </a:lnTo>
                  <a:lnTo>
                    <a:pt x="1989446" y="2178995"/>
                  </a:lnTo>
                  <a:lnTo>
                    <a:pt x="2023854" y="2150335"/>
                  </a:lnTo>
                  <a:lnTo>
                    <a:pt x="2057180" y="2120458"/>
                  </a:lnTo>
                  <a:lnTo>
                    <a:pt x="2089390" y="2089397"/>
                  </a:lnTo>
                  <a:lnTo>
                    <a:pt x="2120451" y="2057186"/>
                  </a:lnTo>
                  <a:lnTo>
                    <a:pt x="2150328" y="2023860"/>
                  </a:lnTo>
                  <a:lnTo>
                    <a:pt x="2178988" y="1989452"/>
                  </a:lnTo>
                  <a:lnTo>
                    <a:pt x="2206396" y="1953997"/>
                  </a:lnTo>
                  <a:lnTo>
                    <a:pt x="2232518" y="1917528"/>
                  </a:lnTo>
                  <a:lnTo>
                    <a:pt x="2257321" y="1880079"/>
                  </a:lnTo>
                  <a:lnTo>
                    <a:pt x="2280770" y="1841686"/>
                  </a:lnTo>
                  <a:lnTo>
                    <a:pt x="2302831" y="1802380"/>
                  </a:lnTo>
                  <a:lnTo>
                    <a:pt x="2323471" y="1762197"/>
                  </a:lnTo>
                  <a:lnTo>
                    <a:pt x="2342654" y="1721171"/>
                  </a:lnTo>
                  <a:lnTo>
                    <a:pt x="2360349" y="1679335"/>
                  </a:lnTo>
                  <a:lnTo>
                    <a:pt x="2376519" y="1636724"/>
                  </a:lnTo>
                  <a:lnTo>
                    <a:pt x="2391132" y="1593371"/>
                  </a:lnTo>
                  <a:lnTo>
                    <a:pt x="2404153" y="1549311"/>
                  </a:lnTo>
                  <a:lnTo>
                    <a:pt x="2415548" y="1504578"/>
                  </a:lnTo>
                  <a:lnTo>
                    <a:pt x="2425283" y="1459205"/>
                  </a:lnTo>
                  <a:lnTo>
                    <a:pt x="2433325" y="1413227"/>
                  </a:lnTo>
                  <a:lnTo>
                    <a:pt x="2439638" y="1366678"/>
                  </a:lnTo>
                  <a:lnTo>
                    <a:pt x="2444190" y="1319591"/>
                  </a:lnTo>
                  <a:lnTo>
                    <a:pt x="2446946" y="1272001"/>
                  </a:lnTo>
                  <a:lnTo>
                    <a:pt x="2447873" y="1223941"/>
                  </a:lnTo>
                  <a:lnTo>
                    <a:pt x="2446946" y="1175882"/>
                  </a:lnTo>
                  <a:lnTo>
                    <a:pt x="2444190" y="1128292"/>
                  </a:lnTo>
                  <a:lnTo>
                    <a:pt x="2439638" y="1081205"/>
                  </a:lnTo>
                  <a:lnTo>
                    <a:pt x="2433325" y="1034655"/>
                  </a:lnTo>
                  <a:lnTo>
                    <a:pt x="2425283" y="988677"/>
                  </a:lnTo>
                  <a:lnTo>
                    <a:pt x="2415548" y="943305"/>
                  </a:lnTo>
                  <a:lnTo>
                    <a:pt x="2404153" y="898571"/>
                  </a:lnTo>
                  <a:lnTo>
                    <a:pt x="2391132" y="854511"/>
                  </a:lnTo>
                  <a:lnTo>
                    <a:pt x="2376519" y="811159"/>
                  </a:lnTo>
                  <a:lnTo>
                    <a:pt x="2360349" y="768547"/>
                  </a:lnTo>
                  <a:lnTo>
                    <a:pt x="2342654" y="726712"/>
                  </a:lnTo>
                  <a:lnTo>
                    <a:pt x="2323471" y="685685"/>
                  </a:lnTo>
                  <a:lnTo>
                    <a:pt x="2302831" y="645502"/>
                  </a:lnTo>
                  <a:lnTo>
                    <a:pt x="2280770" y="606197"/>
                  </a:lnTo>
                  <a:lnTo>
                    <a:pt x="2257321" y="567803"/>
                  </a:lnTo>
                  <a:lnTo>
                    <a:pt x="2232518" y="530355"/>
                  </a:lnTo>
                  <a:lnTo>
                    <a:pt x="2206396" y="493886"/>
                  </a:lnTo>
                  <a:lnTo>
                    <a:pt x="2178988" y="458431"/>
                  </a:lnTo>
                  <a:lnTo>
                    <a:pt x="2150328" y="424023"/>
                  </a:lnTo>
                  <a:lnTo>
                    <a:pt x="2120451" y="390697"/>
                  </a:lnTo>
                  <a:lnTo>
                    <a:pt x="2089390" y="358486"/>
                  </a:lnTo>
                  <a:lnTo>
                    <a:pt x="2057180" y="327425"/>
                  </a:lnTo>
                  <a:lnTo>
                    <a:pt x="2023854" y="297547"/>
                  </a:lnTo>
                  <a:lnTo>
                    <a:pt x="1989446" y="268888"/>
                  </a:lnTo>
                  <a:lnTo>
                    <a:pt x="1953991" y="241479"/>
                  </a:lnTo>
                  <a:lnTo>
                    <a:pt x="1917522" y="215357"/>
                  </a:lnTo>
                  <a:lnTo>
                    <a:pt x="1880074" y="190554"/>
                  </a:lnTo>
                  <a:lnTo>
                    <a:pt x="1841680" y="167105"/>
                  </a:lnTo>
                  <a:lnTo>
                    <a:pt x="1802374" y="145043"/>
                  </a:lnTo>
                  <a:lnTo>
                    <a:pt x="1762191" y="124403"/>
                  </a:lnTo>
                  <a:lnTo>
                    <a:pt x="1721165" y="105219"/>
                  </a:lnTo>
                  <a:lnTo>
                    <a:pt x="1679329" y="87525"/>
                  </a:lnTo>
                  <a:lnTo>
                    <a:pt x="1636718" y="71354"/>
                  </a:lnTo>
                  <a:lnTo>
                    <a:pt x="1593365" y="56741"/>
                  </a:lnTo>
                  <a:lnTo>
                    <a:pt x="1549305" y="43720"/>
                  </a:lnTo>
                  <a:lnTo>
                    <a:pt x="1504571" y="32325"/>
                  </a:lnTo>
                  <a:lnTo>
                    <a:pt x="1459198" y="22589"/>
                  </a:lnTo>
                  <a:lnTo>
                    <a:pt x="1413219" y="14548"/>
                  </a:lnTo>
                  <a:lnTo>
                    <a:pt x="1366669" y="8234"/>
                  </a:lnTo>
                  <a:lnTo>
                    <a:pt x="1319582" y="3682"/>
                  </a:lnTo>
                  <a:lnTo>
                    <a:pt x="1271991" y="926"/>
                  </a:lnTo>
                  <a:lnTo>
                    <a:pt x="1223931" y="0"/>
                  </a:lnTo>
                  <a:close/>
                </a:path>
              </a:pathLst>
            </a:custGeom>
            <a:solidFill>
              <a:srgbClr val="8BB8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29333" y="3792897"/>
              <a:ext cx="1784985" cy="1784985"/>
            </a:xfrm>
            <a:custGeom>
              <a:avLst/>
              <a:gdLst/>
              <a:ahLst/>
              <a:cxnLst/>
              <a:rect l="l" t="t" r="r" b="b"/>
              <a:pathLst>
                <a:path w="1784985" h="1784985">
                  <a:moveTo>
                    <a:pt x="892318" y="0"/>
                  </a:moveTo>
                  <a:lnTo>
                    <a:pt x="844928" y="1236"/>
                  </a:lnTo>
                  <a:lnTo>
                    <a:pt x="798182" y="4906"/>
                  </a:lnTo>
                  <a:lnTo>
                    <a:pt x="752142" y="10946"/>
                  </a:lnTo>
                  <a:lnTo>
                    <a:pt x="706870" y="19296"/>
                  </a:lnTo>
                  <a:lnTo>
                    <a:pt x="662427" y="29893"/>
                  </a:lnTo>
                  <a:lnTo>
                    <a:pt x="618875" y="42676"/>
                  </a:lnTo>
                  <a:lnTo>
                    <a:pt x="576275" y="57583"/>
                  </a:lnTo>
                  <a:lnTo>
                    <a:pt x="534690" y="74553"/>
                  </a:lnTo>
                  <a:lnTo>
                    <a:pt x="494181" y="93524"/>
                  </a:lnTo>
                  <a:lnTo>
                    <a:pt x="454809" y="114434"/>
                  </a:lnTo>
                  <a:lnTo>
                    <a:pt x="416636" y="137222"/>
                  </a:lnTo>
                  <a:lnTo>
                    <a:pt x="379725" y="161826"/>
                  </a:lnTo>
                  <a:lnTo>
                    <a:pt x="344136" y="188184"/>
                  </a:lnTo>
                  <a:lnTo>
                    <a:pt x="309931" y="216234"/>
                  </a:lnTo>
                  <a:lnTo>
                    <a:pt x="277172" y="245916"/>
                  </a:lnTo>
                  <a:lnTo>
                    <a:pt x="245921" y="277167"/>
                  </a:lnTo>
                  <a:lnTo>
                    <a:pt x="216239" y="309925"/>
                  </a:lnTo>
                  <a:lnTo>
                    <a:pt x="188188" y="344129"/>
                  </a:lnTo>
                  <a:lnTo>
                    <a:pt x="161829" y="379718"/>
                  </a:lnTo>
                  <a:lnTo>
                    <a:pt x="137225" y="416629"/>
                  </a:lnTo>
                  <a:lnTo>
                    <a:pt x="114437" y="454801"/>
                  </a:lnTo>
                  <a:lnTo>
                    <a:pt x="93526" y="494172"/>
                  </a:lnTo>
                  <a:lnTo>
                    <a:pt x="74555" y="534681"/>
                  </a:lnTo>
                  <a:lnTo>
                    <a:pt x="57585" y="576266"/>
                  </a:lnTo>
                  <a:lnTo>
                    <a:pt x="42677" y="618866"/>
                  </a:lnTo>
                  <a:lnTo>
                    <a:pt x="29894" y="662417"/>
                  </a:lnTo>
                  <a:lnTo>
                    <a:pt x="19296" y="706860"/>
                  </a:lnTo>
                  <a:lnTo>
                    <a:pt x="10946" y="752132"/>
                  </a:lnTo>
                  <a:lnTo>
                    <a:pt x="4906" y="798172"/>
                  </a:lnTo>
                  <a:lnTo>
                    <a:pt x="1236" y="844917"/>
                  </a:lnTo>
                  <a:lnTo>
                    <a:pt x="0" y="892307"/>
                  </a:lnTo>
                  <a:lnTo>
                    <a:pt x="1236" y="939697"/>
                  </a:lnTo>
                  <a:lnTo>
                    <a:pt x="4906" y="986443"/>
                  </a:lnTo>
                  <a:lnTo>
                    <a:pt x="10946" y="1032483"/>
                  </a:lnTo>
                  <a:lnTo>
                    <a:pt x="19296" y="1077755"/>
                  </a:lnTo>
                  <a:lnTo>
                    <a:pt x="29894" y="1122197"/>
                  </a:lnTo>
                  <a:lnTo>
                    <a:pt x="42677" y="1165749"/>
                  </a:lnTo>
                  <a:lnTo>
                    <a:pt x="57585" y="1208349"/>
                  </a:lnTo>
                  <a:lnTo>
                    <a:pt x="74555" y="1249933"/>
                  </a:lnTo>
                  <a:lnTo>
                    <a:pt x="93526" y="1290442"/>
                  </a:lnTo>
                  <a:lnTo>
                    <a:pt x="114437" y="1329814"/>
                  </a:lnTo>
                  <a:lnTo>
                    <a:pt x="137225" y="1367986"/>
                  </a:lnTo>
                  <a:lnTo>
                    <a:pt x="161829" y="1404897"/>
                  </a:lnTo>
                  <a:lnTo>
                    <a:pt x="188188" y="1440486"/>
                  </a:lnTo>
                  <a:lnTo>
                    <a:pt x="216239" y="1474690"/>
                  </a:lnTo>
                  <a:lnTo>
                    <a:pt x="245921" y="1507448"/>
                  </a:lnTo>
                  <a:lnTo>
                    <a:pt x="277172" y="1538699"/>
                  </a:lnTo>
                  <a:lnTo>
                    <a:pt x="309931" y="1568380"/>
                  </a:lnTo>
                  <a:lnTo>
                    <a:pt x="344136" y="1596431"/>
                  </a:lnTo>
                  <a:lnTo>
                    <a:pt x="379725" y="1622789"/>
                  </a:lnTo>
                  <a:lnTo>
                    <a:pt x="416636" y="1647393"/>
                  </a:lnTo>
                  <a:lnTo>
                    <a:pt x="454809" y="1670180"/>
                  </a:lnTo>
                  <a:lnTo>
                    <a:pt x="494181" y="1691091"/>
                  </a:lnTo>
                  <a:lnTo>
                    <a:pt x="534690" y="1710061"/>
                  </a:lnTo>
                  <a:lnTo>
                    <a:pt x="576275" y="1727031"/>
                  </a:lnTo>
                  <a:lnTo>
                    <a:pt x="618875" y="1741939"/>
                  </a:lnTo>
                  <a:lnTo>
                    <a:pt x="662427" y="1754722"/>
                  </a:lnTo>
                  <a:lnTo>
                    <a:pt x="706870" y="1765319"/>
                  </a:lnTo>
                  <a:lnTo>
                    <a:pt x="752142" y="1773669"/>
                  </a:lnTo>
                  <a:lnTo>
                    <a:pt x="798182" y="1779709"/>
                  </a:lnTo>
                  <a:lnTo>
                    <a:pt x="844928" y="1783378"/>
                  </a:lnTo>
                  <a:lnTo>
                    <a:pt x="892318" y="1784615"/>
                  </a:lnTo>
                  <a:lnTo>
                    <a:pt x="939707" y="1783378"/>
                  </a:lnTo>
                  <a:lnTo>
                    <a:pt x="986452" y="1779709"/>
                  </a:lnTo>
                  <a:lnTo>
                    <a:pt x="1032491" y="1773669"/>
                  </a:lnTo>
                  <a:lnTo>
                    <a:pt x="1077762" y="1765319"/>
                  </a:lnTo>
                  <a:lnTo>
                    <a:pt x="1122204" y="1754722"/>
                  </a:lnTo>
                  <a:lnTo>
                    <a:pt x="1165756" y="1741939"/>
                  </a:lnTo>
                  <a:lnTo>
                    <a:pt x="1208355" y="1727031"/>
                  </a:lnTo>
                  <a:lnTo>
                    <a:pt x="1249939" y="1710061"/>
                  </a:lnTo>
                  <a:lnTo>
                    <a:pt x="1290448" y="1691091"/>
                  </a:lnTo>
                  <a:lnTo>
                    <a:pt x="1329820" y="1670180"/>
                  </a:lnTo>
                  <a:lnTo>
                    <a:pt x="1367992" y="1647393"/>
                  </a:lnTo>
                  <a:lnTo>
                    <a:pt x="1404903" y="1622789"/>
                  </a:lnTo>
                  <a:lnTo>
                    <a:pt x="1440492" y="1596431"/>
                  </a:lnTo>
                  <a:lnTo>
                    <a:pt x="1474696" y="1568380"/>
                  </a:lnTo>
                  <a:lnTo>
                    <a:pt x="1507455" y="1538699"/>
                  </a:lnTo>
                  <a:lnTo>
                    <a:pt x="1538706" y="1507448"/>
                  </a:lnTo>
                  <a:lnTo>
                    <a:pt x="1568387" y="1474690"/>
                  </a:lnTo>
                  <a:lnTo>
                    <a:pt x="1596438" y="1440486"/>
                  </a:lnTo>
                  <a:lnTo>
                    <a:pt x="1622797" y="1404897"/>
                  </a:lnTo>
                  <a:lnTo>
                    <a:pt x="1647401" y="1367986"/>
                  </a:lnTo>
                  <a:lnTo>
                    <a:pt x="1670189" y="1329814"/>
                  </a:lnTo>
                  <a:lnTo>
                    <a:pt x="1691099" y="1290442"/>
                  </a:lnTo>
                  <a:lnTo>
                    <a:pt x="1710070" y="1249933"/>
                  </a:lnTo>
                  <a:lnTo>
                    <a:pt x="1727041" y="1208349"/>
                  </a:lnTo>
                  <a:lnTo>
                    <a:pt x="1741948" y="1165749"/>
                  </a:lnTo>
                  <a:lnTo>
                    <a:pt x="1754732" y="1122197"/>
                  </a:lnTo>
                  <a:lnTo>
                    <a:pt x="1765329" y="1077755"/>
                  </a:lnTo>
                  <a:lnTo>
                    <a:pt x="1773679" y="1032483"/>
                  </a:lnTo>
                  <a:lnTo>
                    <a:pt x="1779719" y="986443"/>
                  </a:lnTo>
                  <a:lnTo>
                    <a:pt x="1783389" y="939697"/>
                  </a:lnTo>
                  <a:lnTo>
                    <a:pt x="1784626" y="892307"/>
                  </a:lnTo>
                  <a:lnTo>
                    <a:pt x="1783389" y="844917"/>
                  </a:lnTo>
                  <a:lnTo>
                    <a:pt x="1779719" y="798172"/>
                  </a:lnTo>
                  <a:lnTo>
                    <a:pt x="1773679" y="752132"/>
                  </a:lnTo>
                  <a:lnTo>
                    <a:pt x="1765329" y="706860"/>
                  </a:lnTo>
                  <a:lnTo>
                    <a:pt x="1754732" y="662417"/>
                  </a:lnTo>
                  <a:lnTo>
                    <a:pt x="1741948" y="618866"/>
                  </a:lnTo>
                  <a:lnTo>
                    <a:pt x="1727041" y="576266"/>
                  </a:lnTo>
                  <a:lnTo>
                    <a:pt x="1710070" y="534681"/>
                  </a:lnTo>
                  <a:lnTo>
                    <a:pt x="1691099" y="494172"/>
                  </a:lnTo>
                  <a:lnTo>
                    <a:pt x="1670189" y="454801"/>
                  </a:lnTo>
                  <a:lnTo>
                    <a:pt x="1647401" y="416629"/>
                  </a:lnTo>
                  <a:lnTo>
                    <a:pt x="1622797" y="379718"/>
                  </a:lnTo>
                  <a:lnTo>
                    <a:pt x="1596438" y="344129"/>
                  </a:lnTo>
                  <a:lnTo>
                    <a:pt x="1568387" y="309925"/>
                  </a:lnTo>
                  <a:lnTo>
                    <a:pt x="1538706" y="277167"/>
                  </a:lnTo>
                  <a:lnTo>
                    <a:pt x="1507455" y="245916"/>
                  </a:lnTo>
                  <a:lnTo>
                    <a:pt x="1474696" y="216234"/>
                  </a:lnTo>
                  <a:lnTo>
                    <a:pt x="1440492" y="188184"/>
                  </a:lnTo>
                  <a:lnTo>
                    <a:pt x="1404903" y="161826"/>
                  </a:lnTo>
                  <a:lnTo>
                    <a:pt x="1367992" y="137222"/>
                  </a:lnTo>
                  <a:lnTo>
                    <a:pt x="1329820" y="114434"/>
                  </a:lnTo>
                  <a:lnTo>
                    <a:pt x="1290448" y="93524"/>
                  </a:lnTo>
                  <a:lnTo>
                    <a:pt x="1249939" y="74553"/>
                  </a:lnTo>
                  <a:lnTo>
                    <a:pt x="1208355" y="57583"/>
                  </a:lnTo>
                  <a:lnTo>
                    <a:pt x="1165756" y="42676"/>
                  </a:lnTo>
                  <a:lnTo>
                    <a:pt x="1122204" y="29893"/>
                  </a:lnTo>
                  <a:lnTo>
                    <a:pt x="1077762" y="19296"/>
                  </a:lnTo>
                  <a:lnTo>
                    <a:pt x="1032491" y="10946"/>
                  </a:lnTo>
                  <a:lnTo>
                    <a:pt x="986452" y="4906"/>
                  </a:lnTo>
                  <a:lnTo>
                    <a:pt x="939707" y="1236"/>
                  </a:lnTo>
                  <a:lnTo>
                    <a:pt x="892318" y="0"/>
                  </a:lnTo>
                  <a:close/>
                </a:path>
              </a:pathLst>
            </a:custGeom>
            <a:solidFill>
              <a:srgbClr val="8BB81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8" name="object 3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13" y="9880625"/>
            <a:ext cx="1369681" cy="1192341"/>
          </a:xfrm>
          <a:prstGeom prst="rect">
            <a:avLst/>
          </a:prstGeom>
        </p:spPr>
      </p:pic>
      <p:pic>
        <p:nvPicPr>
          <p:cNvPr id="42" name="Google Shape;106;p15">
            <a:extLst>
              <a:ext uri="{FF2B5EF4-FFF2-40B4-BE49-F238E27FC236}">
                <a16:creationId xmlns:a16="http://schemas.microsoft.com/office/drawing/2014/main" id="{DA38C815-3A49-5C2C-745B-DB019D0BE4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11880" y="8869349"/>
            <a:ext cx="3120307" cy="2491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F2BA0EC6-3090-DEDF-98D8-593730AE2F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8444" y="292387"/>
            <a:ext cx="2083406" cy="942688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B090622E-3113-60C6-CF77-544491C66A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83" y="2767355"/>
            <a:ext cx="9444566" cy="708342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32" name="Grupo 31">
            <a:extLst>
              <a:ext uri="{FF2B5EF4-FFF2-40B4-BE49-F238E27FC236}">
                <a16:creationId xmlns:a16="http://schemas.microsoft.com/office/drawing/2014/main" id="{18B6A229-43F8-1AF5-DDD4-D8474994B6CF}"/>
              </a:ext>
            </a:extLst>
          </p:cNvPr>
          <p:cNvGrpSpPr/>
          <p:nvPr/>
        </p:nvGrpSpPr>
        <p:grpSpPr>
          <a:xfrm>
            <a:off x="6902631" y="-92692"/>
            <a:ext cx="6590385" cy="2601246"/>
            <a:chOff x="6782463" y="131545"/>
            <a:chExt cx="6590385" cy="2601246"/>
          </a:xfrm>
        </p:grpSpPr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436F732D-0EED-EFFD-E321-A4BD41A5559F}"/>
                </a:ext>
              </a:extLst>
            </p:cNvPr>
            <p:cNvSpPr txBox="1"/>
            <p:nvPr/>
          </p:nvSpPr>
          <p:spPr>
            <a:xfrm>
              <a:off x="6782463" y="131545"/>
              <a:ext cx="6539173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800" b="1" spc="-150" dirty="0">
                  <a:latin typeface="Trebuchet MS" panose="020B0603020202020204" pitchFamily="34" charset="0"/>
                  <a:cs typeface="Aharoni" panose="02010803020104030203" pitchFamily="2" charset="-79"/>
                </a:rPr>
                <a:t>PLANTA</a:t>
              </a:r>
              <a:endParaRPr lang="es-CO" sz="8800" b="1" spc="-150" dirty="0">
                <a:latin typeface="Trebuchet MS" panose="020B0603020202020204" pitchFamily="34" charset="0"/>
                <a:cs typeface="Aharoni" panose="02010803020104030203" pitchFamily="2" charset="-79"/>
              </a:endParaRP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1665E84A-9676-589B-1A40-5351D046A213}"/>
                </a:ext>
              </a:extLst>
            </p:cNvPr>
            <p:cNvSpPr txBox="1"/>
            <p:nvPr/>
          </p:nvSpPr>
          <p:spPr>
            <a:xfrm>
              <a:off x="6833675" y="1624795"/>
              <a:ext cx="6539173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6600" b="1" spc="-150" dirty="0">
                  <a:solidFill>
                    <a:srgbClr val="8BB81F"/>
                  </a:solidFill>
                  <a:latin typeface="Trebuchet MS" panose="020B0603020202020204" pitchFamily="34" charset="0"/>
                  <a:cs typeface="Aharoni" panose="02010803020104030203" pitchFamily="2" charset="-79"/>
                </a:rPr>
                <a:t>DE PRODUCCIÓN</a:t>
              </a:r>
              <a:endParaRPr lang="es-CO" sz="7200" b="1" spc="-150" dirty="0">
                <a:solidFill>
                  <a:srgbClr val="8BB81F"/>
                </a:solidFill>
                <a:latin typeface="Trebuchet MS" panose="020B0603020202020204" pitchFamily="34" charset="0"/>
                <a:cs typeface="Aharoni" panose="02010803020104030203" pitchFamily="2" charset="-79"/>
              </a:endParaRPr>
            </a:p>
          </p:txBody>
        </p:sp>
      </p:grpSp>
      <p:sp>
        <p:nvSpPr>
          <p:cNvPr id="33" name="object 20">
            <a:extLst>
              <a:ext uri="{FF2B5EF4-FFF2-40B4-BE49-F238E27FC236}">
                <a16:creationId xmlns:a16="http://schemas.microsoft.com/office/drawing/2014/main" id="{CC786455-3E47-824F-55F1-724B75789FEC}"/>
              </a:ext>
            </a:extLst>
          </p:cNvPr>
          <p:cNvSpPr txBox="1"/>
          <p:nvPr/>
        </p:nvSpPr>
        <p:spPr>
          <a:xfrm>
            <a:off x="10710262" y="2826723"/>
            <a:ext cx="8805672" cy="7316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s-ES" sz="3900" spc="-409" dirty="0">
                <a:latin typeface="Trebuchet MS"/>
                <a:cs typeface="Trebuchet MS"/>
              </a:rPr>
              <a:t>Contamos con un lote de 600 metros cuadrados</a:t>
            </a:r>
          </a:p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endParaRPr lang="es-ES" sz="3900" spc="-409" dirty="0">
              <a:latin typeface="Trebuchet MS"/>
              <a:cs typeface="Trebuchet MS"/>
            </a:endParaRPr>
          </a:p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s-ES" sz="3900" spc="-409" dirty="0">
                <a:latin typeface="Trebuchet MS"/>
                <a:cs typeface="Trebuchet MS"/>
              </a:rPr>
              <a:t>Área construida de 450 metros cuadrados</a:t>
            </a:r>
          </a:p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endParaRPr lang="es-ES" sz="3900" spc="-409" dirty="0">
              <a:latin typeface="Trebuchet MS"/>
              <a:cs typeface="Trebuchet MS"/>
            </a:endParaRPr>
          </a:p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s-ES" sz="3900" spc="-409" dirty="0">
                <a:latin typeface="Trebuchet MS"/>
                <a:cs typeface="Trebuchet MS"/>
              </a:rPr>
              <a:t>Planta de producción propia con 3 años de construcción</a:t>
            </a:r>
          </a:p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endParaRPr lang="es-ES" sz="3900" spc="-409" dirty="0">
              <a:latin typeface="Trebuchet MS"/>
              <a:cs typeface="Trebuchet MS"/>
            </a:endParaRPr>
          </a:p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s-ES" sz="3900" spc="-409" dirty="0">
                <a:latin typeface="Trebuchet MS"/>
                <a:cs typeface="Trebuchet MS"/>
              </a:rPr>
              <a:t>Construida desde cero con todos los requerimientos para elaboración de alimentos.</a:t>
            </a:r>
          </a:p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endParaRPr lang="es-ES" sz="3900" spc="-409" dirty="0">
              <a:latin typeface="Trebuchet MS"/>
              <a:cs typeface="Trebuchet MS"/>
            </a:endParaRPr>
          </a:p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endParaRPr lang="es-ES" sz="3900" spc="-409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>
            <a:extLst>
              <a:ext uri="{FF2B5EF4-FFF2-40B4-BE49-F238E27FC236}">
                <a16:creationId xmlns:a16="http://schemas.microsoft.com/office/drawing/2014/main" id="{C2B2A0B5-0692-F643-6EEA-B6050196CC5C}"/>
              </a:ext>
            </a:extLst>
          </p:cNvPr>
          <p:cNvSpPr txBox="1"/>
          <p:nvPr/>
        </p:nvSpPr>
        <p:spPr>
          <a:xfrm>
            <a:off x="2736850" y="-45473"/>
            <a:ext cx="103632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800" b="1" spc="-150" dirty="0">
                <a:latin typeface="Trebuchet MS" panose="020B0603020202020204" pitchFamily="34" charset="0"/>
                <a:cs typeface="Aharoni" panose="02010803020104030203" pitchFamily="2" charset="-79"/>
              </a:rPr>
              <a:t>MAQUINARIA</a:t>
            </a:r>
            <a:r>
              <a:rPr lang="es-ES" sz="11500" b="1" spc="-150" dirty="0">
                <a:latin typeface="Trebuchet MS" panose="020B0603020202020204" pitchFamily="34" charset="0"/>
                <a:cs typeface="Aharoni" panose="02010803020104030203" pitchFamily="2" charset="-79"/>
              </a:rPr>
              <a:t> 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47A98A70-B65D-7F38-0AFB-C929E5B5B5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2050" y="10023300"/>
            <a:ext cx="2083406" cy="94268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8165BCD-0A76-F34E-DEE6-4518CE48A9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1835" y="2606674"/>
            <a:ext cx="5877948" cy="538609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F0ED4E4-6759-21F0-5667-92251DF3CA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76" y="2537460"/>
            <a:ext cx="5559725" cy="552451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BEFE271-77ED-A1C4-CA20-DA757AF849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445" y="2530475"/>
            <a:ext cx="5429060" cy="552451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E61EDA7-2BB2-83BA-CC6C-16A687AA7FC9}"/>
              </a:ext>
            </a:extLst>
          </p:cNvPr>
          <p:cNvSpPr txBox="1"/>
          <p:nvPr/>
        </p:nvSpPr>
        <p:spPr>
          <a:xfrm>
            <a:off x="7537450" y="1514812"/>
            <a:ext cx="72590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0" b="1" spc="-150" dirty="0">
                <a:solidFill>
                  <a:srgbClr val="8BB81F"/>
                </a:solidFill>
                <a:latin typeface="Trebuchet MS" panose="020B0603020202020204" pitchFamily="34" charset="0"/>
                <a:cs typeface="Aharoni" panose="02010803020104030203" pitchFamily="2" charset="-79"/>
              </a:rPr>
              <a:t>FRITURA Y EMPAQUE</a:t>
            </a:r>
            <a:endParaRPr lang="es-CO" sz="6600" b="1" spc="-150" dirty="0">
              <a:solidFill>
                <a:srgbClr val="8BB81F"/>
              </a:solidFill>
              <a:latin typeface="Trebuchet MS" panose="020B06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11" name="object 20">
            <a:extLst>
              <a:ext uri="{FF2B5EF4-FFF2-40B4-BE49-F238E27FC236}">
                <a16:creationId xmlns:a16="http://schemas.microsoft.com/office/drawing/2014/main" id="{71B69689-B5B9-D010-CC82-C8D6DD922139}"/>
              </a:ext>
            </a:extLst>
          </p:cNvPr>
          <p:cNvSpPr txBox="1"/>
          <p:nvPr/>
        </p:nvSpPr>
        <p:spPr>
          <a:xfrm>
            <a:off x="371996" y="8203250"/>
            <a:ext cx="5989284" cy="183768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0"/>
              </a:spcBef>
            </a:pPr>
            <a:r>
              <a:rPr lang="es-ES" sz="3900" spc="-409" dirty="0">
                <a:latin typeface="Trebuchet MS"/>
                <a:cs typeface="Trebuchet MS"/>
              </a:rPr>
              <a:t>Freidor por baches para garantizar</a:t>
            </a:r>
          </a:p>
          <a:p>
            <a:pPr marL="12700" marR="5080" algn="ctr">
              <a:lnSpc>
                <a:spcPct val="100000"/>
              </a:lnSpc>
              <a:spcBef>
                <a:spcPts val="90"/>
              </a:spcBef>
            </a:pPr>
            <a:r>
              <a:rPr lang="es-ES" sz="3900" spc="-409" dirty="0">
                <a:latin typeface="Trebuchet MS"/>
                <a:cs typeface="Trebuchet MS"/>
              </a:rPr>
              <a:t>La estandarización y mantener la </a:t>
            </a:r>
          </a:p>
          <a:p>
            <a:pPr marL="12700" marR="5080" algn="ctr">
              <a:lnSpc>
                <a:spcPct val="100000"/>
              </a:lnSpc>
              <a:spcBef>
                <a:spcPts val="90"/>
              </a:spcBef>
            </a:pPr>
            <a:r>
              <a:rPr lang="es-ES" sz="3900" spc="-409" dirty="0">
                <a:latin typeface="Trebuchet MS"/>
                <a:cs typeface="Trebuchet MS"/>
              </a:rPr>
              <a:t>Receta casera</a:t>
            </a:r>
          </a:p>
        </p:txBody>
      </p:sp>
      <p:sp>
        <p:nvSpPr>
          <p:cNvPr id="12" name="object 20">
            <a:extLst>
              <a:ext uri="{FF2B5EF4-FFF2-40B4-BE49-F238E27FC236}">
                <a16:creationId xmlns:a16="http://schemas.microsoft.com/office/drawing/2014/main" id="{92C6D173-8EB7-6A78-89AD-200E49A78817}"/>
              </a:ext>
            </a:extLst>
          </p:cNvPr>
          <p:cNvSpPr txBox="1"/>
          <p:nvPr/>
        </p:nvSpPr>
        <p:spPr>
          <a:xfrm>
            <a:off x="6513623" y="8153974"/>
            <a:ext cx="5989284" cy="18120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0"/>
              </a:spcBef>
            </a:pPr>
            <a:r>
              <a:rPr lang="es-ES" sz="3900" spc="-409" dirty="0">
                <a:latin typeface="Trebuchet MS"/>
                <a:cs typeface="Trebuchet MS"/>
              </a:rPr>
              <a:t>Pesadora multicabezal (10  cabezales) con precisión +/- 1g para lograr peso exacto</a:t>
            </a:r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881A7ECA-0ACF-B723-3792-1E0ED55BA285}"/>
              </a:ext>
            </a:extLst>
          </p:cNvPr>
          <p:cNvSpPr txBox="1"/>
          <p:nvPr/>
        </p:nvSpPr>
        <p:spPr>
          <a:xfrm>
            <a:off x="12255842" y="8153974"/>
            <a:ext cx="7016408" cy="18120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0"/>
              </a:spcBef>
            </a:pPr>
            <a:r>
              <a:rPr lang="es-ES" sz="3900" spc="-409" dirty="0">
                <a:latin typeface="Trebuchet MS"/>
                <a:cs typeface="Trebuchet MS"/>
              </a:rPr>
              <a:t>Empacadora </a:t>
            </a:r>
            <a:r>
              <a:rPr lang="es-ES" sz="3900" spc="-409" dirty="0" err="1">
                <a:latin typeface="Trebuchet MS"/>
                <a:cs typeface="Trebuchet MS"/>
              </a:rPr>
              <a:t>flowpack</a:t>
            </a:r>
            <a:r>
              <a:rPr lang="es-ES" sz="3900" spc="-409" dirty="0">
                <a:latin typeface="Trebuchet MS"/>
                <a:cs typeface="Trebuchet MS"/>
              </a:rPr>
              <a:t> con velocidad hasta de 60 bolsas x minuto para garantizar gran capacidad de empaque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099" y="-63579"/>
            <a:ext cx="974725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995650" y="9356583"/>
            <a:ext cx="4108808" cy="1952464"/>
          </a:xfrm>
          <a:custGeom>
            <a:avLst/>
            <a:gdLst/>
            <a:ahLst/>
            <a:cxnLst/>
            <a:rect l="l" t="t" r="r" b="b"/>
            <a:pathLst>
              <a:path w="4924425" h="2565400">
                <a:moveTo>
                  <a:pt x="3243235" y="0"/>
                </a:moveTo>
                <a:lnTo>
                  <a:pt x="3191346" y="284"/>
                </a:lnTo>
                <a:lnTo>
                  <a:pt x="3138004" y="2165"/>
                </a:lnTo>
                <a:lnTo>
                  <a:pt x="3083161" y="5662"/>
                </a:lnTo>
                <a:lnTo>
                  <a:pt x="3026771" y="10798"/>
                </a:lnTo>
                <a:lnTo>
                  <a:pt x="2968786" y="17593"/>
                </a:lnTo>
                <a:lnTo>
                  <a:pt x="2909160" y="26067"/>
                </a:lnTo>
                <a:lnTo>
                  <a:pt x="2847847" y="36243"/>
                </a:lnTo>
                <a:lnTo>
                  <a:pt x="2793881" y="46911"/>
                </a:lnTo>
                <a:lnTo>
                  <a:pt x="2741885" y="59391"/>
                </a:lnTo>
                <a:lnTo>
                  <a:pt x="2691822" y="73656"/>
                </a:lnTo>
                <a:lnTo>
                  <a:pt x="2643656" y="89682"/>
                </a:lnTo>
                <a:lnTo>
                  <a:pt x="2597349" y="107442"/>
                </a:lnTo>
                <a:lnTo>
                  <a:pt x="2552866" y="126910"/>
                </a:lnTo>
                <a:lnTo>
                  <a:pt x="2510169" y="148060"/>
                </a:lnTo>
                <a:lnTo>
                  <a:pt x="2469222" y="170866"/>
                </a:lnTo>
                <a:lnTo>
                  <a:pt x="2429864" y="195388"/>
                </a:lnTo>
                <a:lnTo>
                  <a:pt x="2392431" y="221341"/>
                </a:lnTo>
                <a:lnTo>
                  <a:pt x="2356513" y="248958"/>
                </a:lnTo>
                <a:lnTo>
                  <a:pt x="2322199" y="278127"/>
                </a:lnTo>
                <a:lnTo>
                  <a:pt x="2289451" y="308821"/>
                </a:lnTo>
                <a:lnTo>
                  <a:pt x="2258233" y="341016"/>
                </a:lnTo>
                <a:lnTo>
                  <a:pt x="2228509" y="374684"/>
                </a:lnTo>
                <a:lnTo>
                  <a:pt x="2200241" y="409799"/>
                </a:lnTo>
                <a:lnTo>
                  <a:pt x="2173392" y="446336"/>
                </a:lnTo>
                <a:lnTo>
                  <a:pt x="2147928" y="484269"/>
                </a:lnTo>
                <a:lnTo>
                  <a:pt x="2123809" y="523571"/>
                </a:lnTo>
                <a:lnTo>
                  <a:pt x="2101001" y="564216"/>
                </a:lnTo>
                <a:lnTo>
                  <a:pt x="2079466" y="606179"/>
                </a:lnTo>
                <a:lnTo>
                  <a:pt x="2059167" y="649434"/>
                </a:lnTo>
                <a:lnTo>
                  <a:pt x="2040069" y="693953"/>
                </a:lnTo>
                <a:lnTo>
                  <a:pt x="2022134" y="739712"/>
                </a:lnTo>
                <a:lnTo>
                  <a:pt x="2005325" y="786685"/>
                </a:lnTo>
                <a:lnTo>
                  <a:pt x="1989606" y="834844"/>
                </a:lnTo>
                <a:lnTo>
                  <a:pt x="1974941" y="884165"/>
                </a:lnTo>
                <a:lnTo>
                  <a:pt x="1963360" y="926193"/>
                </a:lnTo>
                <a:lnTo>
                  <a:pt x="1952042" y="969287"/>
                </a:lnTo>
                <a:lnTo>
                  <a:pt x="1940866" y="1013278"/>
                </a:lnTo>
                <a:lnTo>
                  <a:pt x="1929713" y="1057995"/>
                </a:lnTo>
                <a:lnTo>
                  <a:pt x="1918460" y="1103267"/>
                </a:lnTo>
                <a:lnTo>
                  <a:pt x="1906989" y="1148924"/>
                </a:lnTo>
                <a:lnTo>
                  <a:pt x="1895177" y="1194795"/>
                </a:lnTo>
                <a:lnTo>
                  <a:pt x="1882905" y="1240711"/>
                </a:lnTo>
                <a:lnTo>
                  <a:pt x="1870052" y="1286499"/>
                </a:lnTo>
                <a:lnTo>
                  <a:pt x="1856498" y="1331991"/>
                </a:lnTo>
                <a:lnTo>
                  <a:pt x="1842122" y="1377015"/>
                </a:lnTo>
                <a:lnTo>
                  <a:pt x="1826802" y="1421401"/>
                </a:lnTo>
                <a:lnTo>
                  <a:pt x="1810420" y="1464979"/>
                </a:lnTo>
                <a:lnTo>
                  <a:pt x="1792854" y="1507578"/>
                </a:lnTo>
                <a:lnTo>
                  <a:pt x="1773983" y="1549027"/>
                </a:lnTo>
                <a:lnTo>
                  <a:pt x="1753688" y="1589157"/>
                </a:lnTo>
                <a:lnTo>
                  <a:pt x="1731847" y="1627796"/>
                </a:lnTo>
                <a:lnTo>
                  <a:pt x="1708339" y="1664775"/>
                </a:lnTo>
                <a:lnTo>
                  <a:pt x="1683046" y="1699922"/>
                </a:lnTo>
                <a:lnTo>
                  <a:pt x="1655844" y="1733068"/>
                </a:lnTo>
                <a:lnTo>
                  <a:pt x="1626616" y="1764041"/>
                </a:lnTo>
                <a:lnTo>
                  <a:pt x="1595238" y="1792672"/>
                </a:lnTo>
                <a:lnTo>
                  <a:pt x="1561592" y="1818790"/>
                </a:lnTo>
                <a:lnTo>
                  <a:pt x="1525556" y="1842224"/>
                </a:lnTo>
                <a:lnTo>
                  <a:pt x="1487010" y="1862804"/>
                </a:lnTo>
                <a:lnTo>
                  <a:pt x="1445834" y="1880359"/>
                </a:lnTo>
                <a:lnTo>
                  <a:pt x="1401906" y="1894720"/>
                </a:lnTo>
                <a:lnTo>
                  <a:pt x="1355107" y="1905715"/>
                </a:lnTo>
                <a:lnTo>
                  <a:pt x="1279892" y="1916861"/>
                </a:lnTo>
                <a:lnTo>
                  <a:pt x="1239334" y="1920823"/>
                </a:lnTo>
                <a:lnTo>
                  <a:pt x="1197045" y="1923913"/>
                </a:lnTo>
                <a:lnTo>
                  <a:pt x="1153201" y="1926284"/>
                </a:lnTo>
                <a:lnTo>
                  <a:pt x="1107979" y="1928087"/>
                </a:lnTo>
                <a:lnTo>
                  <a:pt x="867400" y="1933883"/>
                </a:lnTo>
                <a:lnTo>
                  <a:pt x="767719" y="1937532"/>
                </a:lnTo>
                <a:lnTo>
                  <a:pt x="717846" y="1940248"/>
                </a:lnTo>
                <a:lnTo>
                  <a:pt x="668189" y="1943760"/>
                </a:lnTo>
                <a:lnTo>
                  <a:pt x="618923" y="1948221"/>
                </a:lnTo>
                <a:lnTo>
                  <a:pt x="570226" y="1953782"/>
                </a:lnTo>
                <a:lnTo>
                  <a:pt x="522275" y="1960594"/>
                </a:lnTo>
                <a:lnTo>
                  <a:pt x="475247" y="1968810"/>
                </a:lnTo>
                <a:lnTo>
                  <a:pt x="429317" y="1978580"/>
                </a:lnTo>
                <a:lnTo>
                  <a:pt x="384665" y="1990057"/>
                </a:lnTo>
                <a:lnTo>
                  <a:pt x="341466" y="2003392"/>
                </a:lnTo>
                <a:lnTo>
                  <a:pt x="299897" y="2018738"/>
                </a:lnTo>
                <a:lnTo>
                  <a:pt x="260136" y="2036244"/>
                </a:lnTo>
                <a:lnTo>
                  <a:pt x="222358" y="2056064"/>
                </a:lnTo>
                <a:lnTo>
                  <a:pt x="186742" y="2078348"/>
                </a:lnTo>
                <a:lnTo>
                  <a:pt x="153464" y="2103249"/>
                </a:lnTo>
                <a:lnTo>
                  <a:pt x="122701" y="2130918"/>
                </a:lnTo>
                <a:lnTo>
                  <a:pt x="94630" y="2161507"/>
                </a:lnTo>
                <a:lnTo>
                  <a:pt x="69428" y="2195167"/>
                </a:lnTo>
                <a:lnTo>
                  <a:pt x="47272" y="2232050"/>
                </a:lnTo>
                <a:lnTo>
                  <a:pt x="28446" y="2272796"/>
                </a:lnTo>
                <a:lnTo>
                  <a:pt x="14581" y="2314757"/>
                </a:lnTo>
                <a:lnTo>
                  <a:pt x="5402" y="2357787"/>
                </a:lnTo>
                <a:lnTo>
                  <a:pt x="634" y="2401739"/>
                </a:lnTo>
                <a:lnTo>
                  <a:pt x="0" y="2446470"/>
                </a:lnTo>
                <a:lnTo>
                  <a:pt x="3223" y="2491831"/>
                </a:lnTo>
                <a:lnTo>
                  <a:pt x="10029" y="2537679"/>
                </a:lnTo>
                <a:lnTo>
                  <a:pt x="15991" y="2564908"/>
                </a:lnTo>
                <a:lnTo>
                  <a:pt x="4924054" y="2564908"/>
                </a:lnTo>
                <a:lnTo>
                  <a:pt x="4924054" y="1415283"/>
                </a:lnTo>
                <a:lnTo>
                  <a:pt x="4508431" y="832507"/>
                </a:lnTo>
                <a:lnTo>
                  <a:pt x="4477837" y="790149"/>
                </a:lnTo>
                <a:lnTo>
                  <a:pt x="4447433" y="748654"/>
                </a:lnTo>
                <a:lnTo>
                  <a:pt x="4417172" y="708041"/>
                </a:lnTo>
                <a:lnTo>
                  <a:pt x="4387007" y="668332"/>
                </a:lnTo>
                <a:lnTo>
                  <a:pt x="4356890" y="629547"/>
                </a:lnTo>
                <a:lnTo>
                  <a:pt x="4326775" y="591708"/>
                </a:lnTo>
                <a:lnTo>
                  <a:pt x="4296615" y="554835"/>
                </a:lnTo>
                <a:lnTo>
                  <a:pt x="4266364" y="518949"/>
                </a:lnTo>
                <a:lnTo>
                  <a:pt x="4235973" y="484073"/>
                </a:lnTo>
                <a:lnTo>
                  <a:pt x="4205396" y="450225"/>
                </a:lnTo>
                <a:lnTo>
                  <a:pt x="4174586" y="417428"/>
                </a:lnTo>
                <a:lnTo>
                  <a:pt x="4143497" y="385703"/>
                </a:lnTo>
                <a:lnTo>
                  <a:pt x="4112081" y="355070"/>
                </a:lnTo>
                <a:lnTo>
                  <a:pt x="4080291" y="325550"/>
                </a:lnTo>
                <a:lnTo>
                  <a:pt x="4048080" y="297165"/>
                </a:lnTo>
                <a:lnTo>
                  <a:pt x="4015402" y="269935"/>
                </a:lnTo>
                <a:lnTo>
                  <a:pt x="3982209" y="243882"/>
                </a:lnTo>
                <a:lnTo>
                  <a:pt x="3948455" y="219026"/>
                </a:lnTo>
                <a:lnTo>
                  <a:pt x="3914093" y="195388"/>
                </a:lnTo>
                <a:lnTo>
                  <a:pt x="3879075" y="172989"/>
                </a:lnTo>
                <a:lnTo>
                  <a:pt x="3843354" y="151851"/>
                </a:lnTo>
                <a:lnTo>
                  <a:pt x="3806885" y="131994"/>
                </a:lnTo>
                <a:lnTo>
                  <a:pt x="3769619" y="113439"/>
                </a:lnTo>
                <a:lnTo>
                  <a:pt x="3731510" y="96208"/>
                </a:lnTo>
                <a:lnTo>
                  <a:pt x="3692511" y="80321"/>
                </a:lnTo>
                <a:lnTo>
                  <a:pt x="3652575" y="65799"/>
                </a:lnTo>
                <a:lnTo>
                  <a:pt x="3611654" y="52663"/>
                </a:lnTo>
                <a:lnTo>
                  <a:pt x="3569703" y="40935"/>
                </a:lnTo>
                <a:lnTo>
                  <a:pt x="3526674" y="30635"/>
                </a:lnTo>
                <a:lnTo>
                  <a:pt x="3482520" y="21783"/>
                </a:lnTo>
                <a:lnTo>
                  <a:pt x="3437195" y="14402"/>
                </a:lnTo>
                <a:lnTo>
                  <a:pt x="3390650" y="8512"/>
                </a:lnTo>
                <a:lnTo>
                  <a:pt x="3342840" y="4135"/>
                </a:lnTo>
                <a:lnTo>
                  <a:pt x="3293717" y="1290"/>
                </a:lnTo>
                <a:lnTo>
                  <a:pt x="32432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0408081" y="7561868"/>
            <a:ext cx="8305672" cy="19838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0" marR="5080" indent="-457200" algn="just">
              <a:lnSpc>
                <a:spcPct val="101499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s-ES" sz="3200" spc="-210" dirty="0">
                <a:latin typeface="Trebuchet MS"/>
                <a:cs typeface="Trebuchet MS"/>
              </a:rPr>
              <a:t>Tablet de control de mando de empaque con las diferentes presentaciones, variaciones y velocidades.</a:t>
            </a:r>
          </a:p>
          <a:p>
            <a:pPr marL="469900" marR="5080" indent="-457200" algn="just">
              <a:lnSpc>
                <a:spcPct val="101499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s-ES" sz="3200" spc="-210" dirty="0">
                <a:latin typeface="Trebuchet MS"/>
                <a:cs typeface="Trebuchet MS"/>
              </a:rPr>
              <a:t>Equipo de control español con gran exactitud</a:t>
            </a:r>
            <a:endParaRPr sz="3200" dirty="0">
              <a:latin typeface="Trebuchet MS"/>
              <a:cs typeface="Trebuchet MS"/>
            </a:endParaRPr>
          </a:p>
        </p:txBody>
      </p:sp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753787"/>
            <a:ext cx="1208908" cy="556940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3F0C383A-6D21-5BBC-639F-073CD9DC33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2050" y="9998075"/>
            <a:ext cx="2083406" cy="94268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A3A3E8E-2094-4C18-D13E-C0066D838D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551" y="566173"/>
            <a:ext cx="8837391" cy="662804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53A7FEC-7559-42CE-B9B9-E133228E1E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452959" y="3515146"/>
            <a:ext cx="6012657" cy="80168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object 20">
            <a:extLst>
              <a:ext uri="{FF2B5EF4-FFF2-40B4-BE49-F238E27FC236}">
                <a16:creationId xmlns:a16="http://schemas.microsoft.com/office/drawing/2014/main" id="{179FB1EB-85CC-8ED0-48E1-A0F92E55C71B}"/>
              </a:ext>
            </a:extLst>
          </p:cNvPr>
          <p:cNvSpPr txBox="1"/>
          <p:nvPr/>
        </p:nvSpPr>
        <p:spPr>
          <a:xfrm>
            <a:off x="758888" y="2503802"/>
            <a:ext cx="8305672" cy="19709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0" marR="5080" indent="-457200" algn="just">
              <a:lnSpc>
                <a:spcPct val="101499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s-ES" sz="3200" spc="-210" dirty="0">
                <a:latin typeface="Trebuchet MS"/>
                <a:cs typeface="Trebuchet MS"/>
              </a:rPr>
              <a:t>Codificador de lote y fecha de cinta térmica incrustado en la maquina </a:t>
            </a:r>
            <a:r>
              <a:rPr lang="es-ES" sz="3200" spc="-210" dirty="0" err="1">
                <a:latin typeface="Trebuchet MS"/>
                <a:cs typeface="Trebuchet MS"/>
              </a:rPr>
              <a:t>flowpack</a:t>
            </a:r>
            <a:r>
              <a:rPr lang="es-ES" sz="3200" spc="-210" dirty="0">
                <a:latin typeface="Trebuchet MS"/>
                <a:cs typeface="Trebuchet MS"/>
              </a:rPr>
              <a:t> para garantizar que todos los empaques tengan marcación. 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F1170E5-F51E-3191-19FF-65F9EC798EFA}"/>
              </a:ext>
            </a:extLst>
          </p:cNvPr>
          <p:cNvSpPr txBox="1"/>
          <p:nvPr/>
        </p:nvSpPr>
        <p:spPr>
          <a:xfrm>
            <a:off x="746301" y="64849"/>
            <a:ext cx="103632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500" b="1" spc="-150" dirty="0">
                <a:latin typeface="Trebuchet MS" panose="020B0603020202020204" pitchFamily="34" charset="0"/>
                <a:cs typeface="Aharoni" panose="02010803020104030203" pitchFamily="2" charset="-79"/>
              </a:rPr>
              <a:t>CONTROLES</a:t>
            </a:r>
            <a:r>
              <a:rPr lang="es-ES" sz="9600" b="1" spc="-150" dirty="0">
                <a:latin typeface="Trebuchet MS" panose="020B0603020202020204" pitchFamily="34" charset="0"/>
                <a:cs typeface="Aharoni" panose="02010803020104030203" pitchFamily="2" charset="-79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510145" cy="11308715"/>
            <a:chOff x="0" y="0"/>
            <a:chExt cx="7510145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959600" cy="11308715"/>
            </a:xfrm>
            <a:custGeom>
              <a:avLst/>
              <a:gdLst/>
              <a:ahLst/>
              <a:cxnLst/>
              <a:rect l="l" t="t" r="r" b="b"/>
              <a:pathLst>
                <a:path w="6959600" h="11308715">
                  <a:moveTo>
                    <a:pt x="0" y="11308556"/>
                  </a:moveTo>
                  <a:lnTo>
                    <a:pt x="6959191" y="11308556"/>
                  </a:lnTo>
                  <a:lnTo>
                    <a:pt x="6959191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99B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59191" y="0"/>
              <a:ext cx="551180" cy="11308715"/>
            </a:xfrm>
            <a:custGeom>
              <a:avLst/>
              <a:gdLst/>
              <a:ahLst/>
              <a:cxnLst/>
              <a:rect l="l" t="t" r="r" b="b"/>
              <a:pathLst>
                <a:path w="551179" h="11308715">
                  <a:moveTo>
                    <a:pt x="550663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550663" y="11308556"/>
                  </a:lnTo>
                  <a:lnTo>
                    <a:pt x="550663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Imagen 22">
            <a:extLst>
              <a:ext uri="{FF2B5EF4-FFF2-40B4-BE49-F238E27FC236}">
                <a16:creationId xmlns:a16="http://schemas.microsoft.com/office/drawing/2014/main" id="{83B3A5A9-45B7-F79C-5AE2-14CC279822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7415" y="320675"/>
            <a:ext cx="2083406" cy="94268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FA2590C1-91DF-12E9-74BD-D551C6F30D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051" y="483746"/>
            <a:ext cx="11456244" cy="1069069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4" name="Google Shape;106;p15">
            <a:extLst>
              <a:ext uri="{FF2B5EF4-FFF2-40B4-BE49-F238E27FC236}">
                <a16:creationId xmlns:a16="http://schemas.microsoft.com/office/drawing/2014/main" id="{7A291114-1AC1-4659-5237-66012FDC905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70693" y="8755346"/>
            <a:ext cx="2796577" cy="22333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rupo 24">
            <a:extLst>
              <a:ext uri="{FF2B5EF4-FFF2-40B4-BE49-F238E27FC236}">
                <a16:creationId xmlns:a16="http://schemas.microsoft.com/office/drawing/2014/main" id="{54B3AFAB-7543-5297-E9B7-A6B1654AD06C}"/>
              </a:ext>
            </a:extLst>
          </p:cNvPr>
          <p:cNvGrpSpPr/>
          <p:nvPr/>
        </p:nvGrpSpPr>
        <p:grpSpPr>
          <a:xfrm>
            <a:off x="984250" y="320675"/>
            <a:ext cx="4824957" cy="1862047"/>
            <a:chOff x="6062762" y="793946"/>
            <a:chExt cx="4346480" cy="1862047"/>
          </a:xfrm>
        </p:grpSpPr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7BE4DD04-E692-B746-C665-2FC4A17D8ED0}"/>
                </a:ext>
              </a:extLst>
            </p:cNvPr>
            <p:cNvSpPr txBox="1"/>
            <p:nvPr/>
          </p:nvSpPr>
          <p:spPr>
            <a:xfrm>
              <a:off x="6068483" y="793946"/>
              <a:ext cx="434075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600" b="1" spc="-150" dirty="0">
                  <a:latin typeface="Trebuchet MS" panose="020B0603020202020204" pitchFamily="34" charset="0"/>
                  <a:cs typeface="Aharoni" panose="02010803020104030203" pitchFamily="2" charset="-79"/>
                </a:rPr>
                <a:t>BODEGA</a:t>
              </a:r>
              <a:endParaRPr lang="es-CO" sz="4800" b="1" spc="-150" dirty="0">
                <a:latin typeface="Trebuchet MS" panose="020B0603020202020204" pitchFamily="34" charset="0"/>
                <a:cs typeface="Aharoni" panose="02010803020104030203" pitchFamily="2" charset="-79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8314A1C8-F937-0579-3036-07C4CD05A3A7}"/>
                </a:ext>
              </a:extLst>
            </p:cNvPr>
            <p:cNvSpPr txBox="1"/>
            <p:nvPr/>
          </p:nvSpPr>
          <p:spPr>
            <a:xfrm>
              <a:off x="6062762" y="2071218"/>
              <a:ext cx="434076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200" b="1" spc="-150" dirty="0">
                  <a:solidFill>
                    <a:schemeClr val="bg1"/>
                  </a:solidFill>
                  <a:latin typeface="Trebuchet MS" panose="020B0603020202020204" pitchFamily="34" charset="0"/>
                  <a:cs typeface="Aharoni" panose="02010803020104030203" pitchFamily="2" charset="-79"/>
                </a:rPr>
                <a:t>DE PRODUCTO TERMINADO</a:t>
              </a:r>
              <a:endParaRPr lang="es-CO" sz="3600" b="1" spc="-150" dirty="0">
                <a:solidFill>
                  <a:schemeClr val="bg1"/>
                </a:solidFill>
                <a:latin typeface="Trebuchet MS" panose="020B0603020202020204" pitchFamily="34" charset="0"/>
                <a:cs typeface="Aharoni" panose="02010803020104030203" pitchFamily="2" charset="-79"/>
              </a:endParaRPr>
            </a:p>
          </p:txBody>
        </p:sp>
      </p:grpSp>
      <p:sp>
        <p:nvSpPr>
          <p:cNvPr id="28" name="object 20">
            <a:extLst>
              <a:ext uri="{FF2B5EF4-FFF2-40B4-BE49-F238E27FC236}">
                <a16:creationId xmlns:a16="http://schemas.microsoft.com/office/drawing/2014/main" id="{F03D5EE8-6447-A35F-EA02-E62345D2B4E4}"/>
              </a:ext>
            </a:extLst>
          </p:cNvPr>
          <p:cNvSpPr txBox="1"/>
          <p:nvPr/>
        </p:nvSpPr>
        <p:spPr>
          <a:xfrm>
            <a:off x="298450" y="2378075"/>
            <a:ext cx="6196766" cy="849078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s-ES" sz="3900" spc="-409" dirty="0">
                <a:latin typeface="Trebuchet MS"/>
                <a:cs typeface="Trebuchet MS"/>
              </a:rPr>
              <a:t>Método de almacenamiento FIFO (primeros en entrar, primeros en salir).</a:t>
            </a:r>
          </a:p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endParaRPr lang="es-ES" sz="3900" spc="-409" dirty="0">
              <a:latin typeface="Trebuchet MS"/>
              <a:cs typeface="Trebuchet MS"/>
            </a:endParaRPr>
          </a:p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s-ES" sz="3900" spc="-409" dirty="0">
                <a:latin typeface="Trebuchet MS"/>
                <a:cs typeface="Trebuchet MS"/>
              </a:rPr>
              <a:t>Todo el producto terminado es almacenado en cajas corrugadas sobre estibas para garantizar la inocuidad.</a:t>
            </a:r>
          </a:p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endParaRPr lang="es-ES" sz="3900" spc="-409" dirty="0">
              <a:latin typeface="Trebuchet MS"/>
              <a:cs typeface="Trebuchet MS"/>
            </a:endParaRPr>
          </a:p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s-ES" sz="3900" spc="-409" dirty="0">
                <a:latin typeface="Trebuchet MS"/>
                <a:cs typeface="Trebuchet MS"/>
              </a:rPr>
              <a:t>Contamos con gato hidráulico para movimiento de estibas.</a:t>
            </a:r>
          </a:p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endParaRPr lang="es-ES" sz="3900" spc="-409" dirty="0">
              <a:latin typeface="Trebuchet MS"/>
              <a:cs typeface="Trebuchet MS"/>
            </a:endParaRPr>
          </a:p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s-ES" sz="3900" spc="-409" dirty="0">
                <a:latin typeface="Trebuchet MS"/>
                <a:cs typeface="Trebuchet MS"/>
              </a:rPr>
              <a:t>Tenemos gran capacidad de almacenamiento: 1.500 cajas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n 34">
            <a:extLst>
              <a:ext uri="{FF2B5EF4-FFF2-40B4-BE49-F238E27FC236}">
                <a16:creationId xmlns:a16="http://schemas.microsoft.com/office/drawing/2014/main" id="{92C7384C-1D9E-5A58-7201-E3CBA3F85D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6378" y="190925"/>
            <a:ext cx="2083406" cy="942688"/>
          </a:xfrm>
          <a:prstGeom prst="rect">
            <a:avLst/>
          </a:prstGeom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F6A06BC2-E812-6333-3A06-114B14F68F14}"/>
              </a:ext>
            </a:extLst>
          </p:cNvPr>
          <p:cNvSpPr txBox="1"/>
          <p:nvPr/>
        </p:nvSpPr>
        <p:spPr>
          <a:xfrm>
            <a:off x="736494" y="631124"/>
            <a:ext cx="66739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600" b="1" spc="-150" dirty="0">
                <a:latin typeface="Trebuchet MS" panose="020B0603020202020204" pitchFamily="34" charset="0"/>
                <a:cs typeface="Aharoni" panose="02010803020104030203" pitchFamily="2" charset="-79"/>
              </a:rPr>
              <a:t>UBICACIÓN</a:t>
            </a:r>
            <a:endParaRPr lang="es-ES" sz="8800" b="1" spc="-150" dirty="0">
              <a:latin typeface="Trebuchet MS" panose="020B06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37" name="object 2">
            <a:extLst>
              <a:ext uri="{FF2B5EF4-FFF2-40B4-BE49-F238E27FC236}">
                <a16:creationId xmlns:a16="http://schemas.microsoft.com/office/drawing/2014/main" id="{F24CD1B1-56C3-DB14-1CAF-4BC5F497DC47}"/>
              </a:ext>
            </a:extLst>
          </p:cNvPr>
          <p:cNvSpPr/>
          <p:nvPr/>
        </p:nvSpPr>
        <p:spPr>
          <a:xfrm rot="10800000">
            <a:off x="374648" y="2606675"/>
            <a:ext cx="7035765" cy="8686800"/>
          </a:xfrm>
          <a:custGeom>
            <a:avLst/>
            <a:gdLst/>
            <a:ahLst/>
            <a:cxnLst/>
            <a:rect l="l" t="t" r="r" b="b"/>
            <a:pathLst>
              <a:path w="8620760" h="6942455">
                <a:moveTo>
                  <a:pt x="8620187" y="0"/>
                </a:moveTo>
                <a:lnTo>
                  <a:pt x="0" y="0"/>
                </a:lnTo>
                <a:lnTo>
                  <a:pt x="0" y="4649628"/>
                </a:lnTo>
                <a:lnTo>
                  <a:pt x="504" y="4698203"/>
                </a:lnTo>
                <a:lnTo>
                  <a:pt x="2011" y="4746531"/>
                </a:lnTo>
                <a:lnTo>
                  <a:pt x="4509" y="4794602"/>
                </a:lnTo>
                <a:lnTo>
                  <a:pt x="7991" y="4842407"/>
                </a:lnTo>
                <a:lnTo>
                  <a:pt x="12444" y="4889937"/>
                </a:lnTo>
                <a:lnTo>
                  <a:pt x="17860" y="4937180"/>
                </a:lnTo>
                <a:lnTo>
                  <a:pt x="24229" y="4984126"/>
                </a:lnTo>
                <a:lnTo>
                  <a:pt x="31540" y="5030767"/>
                </a:lnTo>
                <a:lnTo>
                  <a:pt x="39784" y="5077092"/>
                </a:lnTo>
                <a:lnTo>
                  <a:pt x="48950" y="5123091"/>
                </a:lnTo>
                <a:lnTo>
                  <a:pt x="59029" y="5168754"/>
                </a:lnTo>
                <a:lnTo>
                  <a:pt x="70011" y="5214072"/>
                </a:lnTo>
                <a:lnTo>
                  <a:pt x="81886" y="5259033"/>
                </a:lnTo>
                <a:lnTo>
                  <a:pt x="94643" y="5303629"/>
                </a:lnTo>
                <a:lnTo>
                  <a:pt x="108274" y="5347850"/>
                </a:lnTo>
                <a:lnTo>
                  <a:pt x="122767" y="5391684"/>
                </a:lnTo>
                <a:lnTo>
                  <a:pt x="138113" y="5435124"/>
                </a:lnTo>
                <a:lnTo>
                  <a:pt x="154303" y="5478157"/>
                </a:lnTo>
                <a:lnTo>
                  <a:pt x="171326" y="5520776"/>
                </a:lnTo>
                <a:lnTo>
                  <a:pt x="189172" y="5562968"/>
                </a:lnTo>
                <a:lnTo>
                  <a:pt x="207831" y="5604726"/>
                </a:lnTo>
                <a:lnTo>
                  <a:pt x="227293" y="5646038"/>
                </a:lnTo>
                <a:lnTo>
                  <a:pt x="247549" y="5686895"/>
                </a:lnTo>
                <a:lnTo>
                  <a:pt x="268588" y="5727287"/>
                </a:lnTo>
                <a:lnTo>
                  <a:pt x="290401" y="5767204"/>
                </a:lnTo>
                <a:lnTo>
                  <a:pt x="312977" y="5806636"/>
                </a:lnTo>
                <a:lnTo>
                  <a:pt x="336307" y="5845573"/>
                </a:lnTo>
                <a:lnTo>
                  <a:pt x="360380" y="5884005"/>
                </a:lnTo>
                <a:lnTo>
                  <a:pt x="385187" y="5921922"/>
                </a:lnTo>
                <a:lnTo>
                  <a:pt x="410718" y="5959314"/>
                </a:lnTo>
                <a:lnTo>
                  <a:pt x="436963" y="5996171"/>
                </a:lnTo>
                <a:lnTo>
                  <a:pt x="463911" y="6032484"/>
                </a:lnTo>
                <a:lnTo>
                  <a:pt x="491554" y="6068242"/>
                </a:lnTo>
                <a:lnTo>
                  <a:pt x="519880" y="6103436"/>
                </a:lnTo>
                <a:lnTo>
                  <a:pt x="548880" y="6138055"/>
                </a:lnTo>
                <a:lnTo>
                  <a:pt x="578545" y="6172089"/>
                </a:lnTo>
                <a:lnTo>
                  <a:pt x="608863" y="6205529"/>
                </a:lnTo>
                <a:lnTo>
                  <a:pt x="639826" y="6238364"/>
                </a:lnTo>
                <a:lnTo>
                  <a:pt x="671423" y="6270586"/>
                </a:lnTo>
                <a:lnTo>
                  <a:pt x="703644" y="6302183"/>
                </a:lnTo>
                <a:lnTo>
                  <a:pt x="736480" y="6333145"/>
                </a:lnTo>
                <a:lnTo>
                  <a:pt x="769919" y="6363464"/>
                </a:lnTo>
                <a:lnTo>
                  <a:pt x="803954" y="6393128"/>
                </a:lnTo>
                <a:lnTo>
                  <a:pt x="838573" y="6422129"/>
                </a:lnTo>
                <a:lnTo>
                  <a:pt x="873766" y="6450455"/>
                </a:lnTo>
                <a:lnTo>
                  <a:pt x="909524" y="6478097"/>
                </a:lnTo>
                <a:lnTo>
                  <a:pt x="945837" y="6505046"/>
                </a:lnTo>
                <a:lnTo>
                  <a:pt x="982694" y="6531290"/>
                </a:lnTo>
                <a:lnTo>
                  <a:pt x="1020087" y="6556821"/>
                </a:lnTo>
                <a:lnTo>
                  <a:pt x="1058004" y="6581628"/>
                </a:lnTo>
                <a:lnTo>
                  <a:pt x="1096435" y="6605702"/>
                </a:lnTo>
                <a:lnTo>
                  <a:pt x="1135372" y="6629031"/>
                </a:lnTo>
                <a:lnTo>
                  <a:pt x="1174804" y="6651608"/>
                </a:lnTo>
                <a:lnTo>
                  <a:pt x="1214721" y="6673420"/>
                </a:lnTo>
                <a:lnTo>
                  <a:pt x="1255113" y="6694460"/>
                </a:lnTo>
                <a:lnTo>
                  <a:pt x="1295970" y="6714715"/>
                </a:lnTo>
                <a:lnTo>
                  <a:pt x="1337282" y="6734178"/>
                </a:lnTo>
                <a:lnTo>
                  <a:pt x="1379040" y="6752837"/>
                </a:lnTo>
                <a:lnTo>
                  <a:pt x="1421233" y="6770683"/>
                </a:lnTo>
                <a:lnTo>
                  <a:pt x="1463851" y="6787705"/>
                </a:lnTo>
                <a:lnTo>
                  <a:pt x="1506885" y="6803895"/>
                </a:lnTo>
                <a:lnTo>
                  <a:pt x="1550324" y="6819241"/>
                </a:lnTo>
                <a:lnTo>
                  <a:pt x="1594159" y="6833735"/>
                </a:lnTo>
                <a:lnTo>
                  <a:pt x="1638379" y="6847365"/>
                </a:lnTo>
                <a:lnTo>
                  <a:pt x="1682975" y="6860123"/>
                </a:lnTo>
                <a:lnTo>
                  <a:pt x="1727937" y="6871997"/>
                </a:lnTo>
                <a:lnTo>
                  <a:pt x="1773254" y="6882979"/>
                </a:lnTo>
                <a:lnTo>
                  <a:pt x="1818917" y="6893058"/>
                </a:lnTo>
                <a:lnTo>
                  <a:pt x="1864916" y="6902225"/>
                </a:lnTo>
                <a:lnTo>
                  <a:pt x="1911241" y="6910468"/>
                </a:lnTo>
                <a:lnTo>
                  <a:pt x="1957882" y="6917779"/>
                </a:lnTo>
                <a:lnTo>
                  <a:pt x="2004829" y="6924148"/>
                </a:lnTo>
                <a:lnTo>
                  <a:pt x="2052072" y="6929564"/>
                </a:lnTo>
                <a:lnTo>
                  <a:pt x="2099601" y="6934018"/>
                </a:lnTo>
                <a:lnTo>
                  <a:pt x="2147406" y="6937499"/>
                </a:lnTo>
                <a:lnTo>
                  <a:pt x="2195478" y="6939998"/>
                </a:lnTo>
                <a:lnTo>
                  <a:pt x="2243806" y="6941505"/>
                </a:lnTo>
                <a:lnTo>
                  <a:pt x="2292380" y="6942009"/>
                </a:lnTo>
                <a:lnTo>
                  <a:pt x="6327807" y="6942009"/>
                </a:lnTo>
                <a:lnTo>
                  <a:pt x="6376381" y="6941505"/>
                </a:lnTo>
                <a:lnTo>
                  <a:pt x="6424709" y="6939998"/>
                </a:lnTo>
                <a:lnTo>
                  <a:pt x="6472780" y="6937499"/>
                </a:lnTo>
                <a:lnTo>
                  <a:pt x="6520586" y="6934018"/>
                </a:lnTo>
                <a:lnTo>
                  <a:pt x="6568115" y="6929564"/>
                </a:lnTo>
                <a:lnTo>
                  <a:pt x="6615358" y="6924148"/>
                </a:lnTo>
                <a:lnTo>
                  <a:pt x="6662305" y="6917779"/>
                </a:lnTo>
                <a:lnTo>
                  <a:pt x="6708946" y="6910468"/>
                </a:lnTo>
                <a:lnTo>
                  <a:pt x="6755271" y="6902225"/>
                </a:lnTo>
                <a:lnTo>
                  <a:pt x="6801270" y="6893058"/>
                </a:lnTo>
                <a:lnTo>
                  <a:pt x="6846933" y="6882979"/>
                </a:lnTo>
                <a:lnTo>
                  <a:pt x="6892250" y="6871997"/>
                </a:lnTo>
                <a:lnTo>
                  <a:pt x="6937212" y="6860123"/>
                </a:lnTo>
                <a:lnTo>
                  <a:pt x="6981808" y="6847365"/>
                </a:lnTo>
                <a:lnTo>
                  <a:pt x="7026028" y="6833735"/>
                </a:lnTo>
                <a:lnTo>
                  <a:pt x="7069863" y="6819241"/>
                </a:lnTo>
                <a:lnTo>
                  <a:pt x="7113302" y="6803895"/>
                </a:lnTo>
                <a:lnTo>
                  <a:pt x="7156336" y="6787705"/>
                </a:lnTo>
                <a:lnTo>
                  <a:pt x="7198954" y="6770683"/>
                </a:lnTo>
                <a:lnTo>
                  <a:pt x="7241147" y="6752837"/>
                </a:lnTo>
                <a:lnTo>
                  <a:pt x="7282904" y="6734178"/>
                </a:lnTo>
                <a:lnTo>
                  <a:pt x="7324217" y="6714715"/>
                </a:lnTo>
                <a:lnTo>
                  <a:pt x="7365074" y="6694460"/>
                </a:lnTo>
                <a:lnTo>
                  <a:pt x="7405466" y="6673420"/>
                </a:lnTo>
                <a:lnTo>
                  <a:pt x="7445383" y="6651608"/>
                </a:lnTo>
                <a:lnTo>
                  <a:pt x="7484814" y="6629031"/>
                </a:lnTo>
                <a:lnTo>
                  <a:pt x="7523751" y="6605702"/>
                </a:lnTo>
                <a:lnTo>
                  <a:pt x="7562183" y="6581628"/>
                </a:lnTo>
                <a:lnTo>
                  <a:pt x="7600100" y="6556821"/>
                </a:lnTo>
                <a:lnTo>
                  <a:pt x="7637492" y="6531290"/>
                </a:lnTo>
                <a:lnTo>
                  <a:pt x="7674350" y="6505046"/>
                </a:lnTo>
                <a:lnTo>
                  <a:pt x="7710663" y="6478097"/>
                </a:lnTo>
                <a:lnTo>
                  <a:pt x="7746421" y="6450455"/>
                </a:lnTo>
                <a:lnTo>
                  <a:pt x="7781614" y="6422129"/>
                </a:lnTo>
                <a:lnTo>
                  <a:pt x="7816233" y="6393128"/>
                </a:lnTo>
                <a:lnTo>
                  <a:pt x="7850267" y="6363464"/>
                </a:lnTo>
                <a:lnTo>
                  <a:pt x="7883707" y="6333145"/>
                </a:lnTo>
                <a:lnTo>
                  <a:pt x="7916543" y="6302183"/>
                </a:lnTo>
                <a:lnTo>
                  <a:pt x="7948764" y="6270586"/>
                </a:lnTo>
                <a:lnTo>
                  <a:pt x="7980361" y="6238364"/>
                </a:lnTo>
                <a:lnTo>
                  <a:pt x="8011324" y="6205529"/>
                </a:lnTo>
                <a:lnTo>
                  <a:pt x="8041642" y="6172089"/>
                </a:lnTo>
                <a:lnTo>
                  <a:pt x="8071307" y="6138055"/>
                </a:lnTo>
                <a:lnTo>
                  <a:pt x="8100307" y="6103436"/>
                </a:lnTo>
                <a:lnTo>
                  <a:pt x="8128633" y="6068242"/>
                </a:lnTo>
                <a:lnTo>
                  <a:pt x="8156276" y="6032484"/>
                </a:lnTo>
                <a:lnTo>
                  <a:pt x="8183224" y="5996171"/>
                </a:lnTo>
                <a:lnTo>
                  <a:pt x="8209469" y="5959314"/>
                </a:lnTo>
                <a:lnTo>
                  <a:pt x="8235000" y="5921922"/>
                </a:lnTo>
                <a:lnTo>
                  <a:pt x="8259807" y="5884005"/>
                </a:lnTo>
                <a:lnTo>
                  <a:pt x="8283880" y="5845573"/>
                </a:lnTo>
                <a:lnTo>
                  <a:pt x="8307210" y="5806636"/>
                </a:lnTo>
                <a:lnTo>
                  <a:pt x="8329786" y="5767204"/>
                </a:lnTo>
                <a:lnTo>
                  <a:pt x="8351599" y="5727287"/>
                </a:lnTo>
                <a:lnTo>
                  <a:pt x="8372638" y="5686895"/>
                </a:lnTo>
                <a:lnTo>
                  <a:pt x="8392894" y="5646038"/>
                </a:lnTo>
                <a:lnTo>
                  <a:pt x="8412356" y="5604726"/>
                </a:lnTo>
                <a:lnTo>
                  <a:pt x="8431015" y="5562968"/>
                </a:lnTo>
                <a:lnTo>
                  <a:pt x="8448861" y="5520776"/>
                </a:lnTo>
                <a:lnTo>
                  <a:pt x="8465884" y="5478157"/>
                </a:lnTo>
                <a:lnTo>
                  <a:pt x="8482073" y="5435124"/>
                </a:lnTo>
                <a:lnTo>
                  <a:pt x="8497420" y="5391684"/>
                </a:lnTo>
                <a:lnTo>
                  <a:pt x="8511913" y="5347850"/>
                </a:lnTo>
                <a:lnTo>
                  <a:pt x="8525544" y="5303629"/>
                </a:lnTo>
                <a:lnTo>
                  <a:pt x="8538301" y="5259033"/>
                </a:lnTo>
                <a:lnTo>
                  <a:pt x="8550176" y="5214072"/>
                </a:lnTo>
                <a:lnTo>
                  <a:pt x="8561158" y="5168754"/>
                </a:lnTo>
                <a:lnTo>
                  <a:pt x="8571237" y="5123091"/>
                </a:lnTo>
                <a:lnTo>
                  <a:pt x="8580403" y="5077092"/>
                </a:lnTo>
                <a:lnTo>
                  <a:pt x="8588647" y="5030767"/>
                </a:lnTo>
                <a:lnTo>
                  <a:pt x="8595958" y="4984126"/>
                </a:lnTo>
                <a:lnTo>
                  <a:pt x="8602326" y="4937180"/>
                </a:lnTo>
                <a:lnTo>
                  <a:pt x="8607742" y="4889937"/>
                </a:lnTo>
                <a:lnTo>
                  <a:pt x="8612196" y="4842407"/>
                </a:lnTo>
                <a:lnTo>
                  <a:pt x="8615677" y="4794602"/>
                </a:lnTo>
                <a:lnTo>
                  <a:pt x="8618176" y="4746531"/>
                </a:lnTo>
                <a:lnTo>
                  <a:pt x="8619683" y="4698203"/>
                </a:lnTo>
                <a:lnTo>
                  <a:pt x="8620187" y="4649628"/>
                </a:lnTo>
                <a:lnTo>
                  <a:pt x="8620187" y="0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9" name="Google Shape;106;p15">
            <a:extLst>
              <a:ext uri="{FF2B5EF4-FFF2-40B4-BE49-F238E27FC236}">
                <a16:creationId xmlns:a16="http://schemas.microsoft.com/office/drawing/2014/main" id="{B76A5828-735F-F48B-DA93-1E58CBF6ED2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7764" y="1897646"/>
            <a:ext cx="2401016" cy="1917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A3431CA-A7E4-59C4-F0A2-D16ED286DC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522" y="631124"/>
            <a:ext cx="10048084" cy="958680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object 20">
            <a:extLst>
              <a:ext uri="{FF2B5EF4-FFF2-40B4-BE49-F238E27FC236}">
                <a16:creationId xmlns:a16="http://schemas.microsoft.com/office/drawing/2014/main" id="{0D2D9333-B4BB-28AD-E26B-98175B8687EA}"/>
              </a:ext>
            </a:extLst>
          </p:cNvPr>
          <p:cNvSpPr txBox="1"/>
          <p:nvPr/>
        </p:nvSpPr>
        <p:spPr>
          <a:xfrm>
            <a:off x="296282" y="3749675"/>
            <a:ext cx="7035766" cy="7251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s-ES" sz="3900" spc="-409" dirty="0">
                <a:latin typeface="Trebuchet MS"/>
                <a:cs typeface="Trebuchet MS"/>
              </a:rPr>
              <a:t>Estamos ubicados estratégicamente en el municipio de Palmira en el Valle del cauca sobre una vía de acceso nacional.</a:t>
            </a:r>
          </a:p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s-ES" sz="3900" spc="-409" dirty="0">
                <a:latin typeface="Trebuchet MS"/>
                <a:cs typeface="Trebuchet MS"/>
              </a:rPr>
              <a:t>Ubicados en el corregimiento de Rozo con disponibilidad de mano de obra para los diferentes turnos de producción (día y noche)</a:t>
            </a:r>
          </a:p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s-ES" sz="3900" spc="-409" dirty="0">
                <a:latin typeface="Trebuchet MS"/>
                <a:cs typeface="Trebuchet MS"/>
              </a:rPr>
              <a:t>Estamos a 5 minutos del Aeropuerto Alfonso Bonilla Aragón. </a:t>
            </a:r>
          </a:p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s-ES" sz="3900" spc="-409" dirty="0">
                <a:latin typeface="Trebuchet MS"/>
                <a:cs typeface="Trebuchet MS"/>
              </a:rPr>
              <a:t>Entrada de fácil acceso para cargue y descargue de camiones.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n 34">
            <a:extLst>
              <a:ext uri="{FF2B5EF4-FFF2-40B4-BE49-F238E27FC236}">
                <a16:creationId xmlns:a16="http://schemas.microsoft.com/office/drawing/2014/main" id="{92C7384C-1D9E-5A58-7201-E3CBA3F85D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6378" y="190925"/>
            <a:ext cx="2083406" cy="942688"/>
          </a:xfrm>
          <a:prstGeom prst="rect">
            <a:avLst/>
          </a:prstGeom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F6A06BC2-E812-6333-3A06-114B14F68F14}"/>
              </a:ext>
            </a:extLst>
          </p:cNvPr>
          <p:cNvSpPr txBox="1"/>
          <p:nvPr/>
        </p:nvSpPr>
        <p:spPr>
          <a:xfrm>
            <a:off x="658127" y="190925"/>
            <a:ext cx="74105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600" b="1" spc="-150" dirty="0">
                <a:latin typeface="Trebuchet MS" panose="020B0603020202020204" pitchFamily="34" charset="0"/>
                <a:cs typeface="Aharoni" panose="02010803020104030203" pitchFamily="2" charset="-79"/>
              </a:rPr>
              <a:t>AMPLIACIÓN</a:t>
            </a:r>
            <a:endParaRPr lang="es-ES" sz="8800" b="1" spc="-150" dirty="0">
              <a:latin typeface="Trebuchet MS" panose="020B06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37" name="object 2">
            <a:extLst>
              <a:ext uri="{FF2B5EF4-FFF2-40B4-BE49-F238E27FC236}">
                <a16:creationId xmlns:a16="http://schemas.microsoft.com/office/drawing/2014/main" id="{F24CD1B1-56C3-DB14-1CAF-4BC5F497DC47}"/>
              </a:ext>
            </a:extLst>
          </p:cNvPr>
          <p:cNvSpPr/>
          <p:nvPr/>
        </p:nvSpPr>
        <p:spPr>
          <a:xfrm rot="10800000">
            <a:off x="12331838" y="3409188"/>
            <a:ext cx="7135725" cy="6207885"/>
          </a:xfrm>
          <a:custGeom>
            <a:avLst/>
            <a:gdLst/>
            <a:ahLst/>
            <a:cxnLst/>
            <a:rect l="l" t="t" r="r" b="b"/>
            <a:pathLst>
              <a:path w="8620760" h="6942455">
                <a:moveTo>
                  <a:pt x="8620187" y="0"/>
                </a:moveTo>
                <a:lnTo>
                  <a:pt x="0" y="0"/>
                </a:lnTo>
                <a:lnTo>
                  <a:pt x="0" y="4649628"/>
                </a:lnTo>
                <a:lnTo>
                  <a:pt x="504" y="4698203"/>
                </a:lnTo>
                <a:lnTo>
                  <a:pt x="2011" y="4746531"/>
                </a:lnTo>
                <a:lnTo>
                  <a:pt x="4509" y="4794602"/>
                </a:lnTo>
                <a:lnTo>
                  <a:pt x="7991" y="4842407"/>
                </a:lnTo>
                <a:lnTo>
                  <a:pt x="12444" y="4889937"/>
                </a:lnTo>
                <a:lnTo>
                  <a:pt x="17860" y="4937180"/>
                </a:lnTo>
                <a:lnTo>
                  <a:pt x="24229" y="4984126"/>
                </a:lnTo>
                <a:lnTo>
                  <a:pt x="31540" y="5030767"/>
                </a:lnTo>
                <a:lnTo>
                  <a:pt x="39784" y="5077092"/>
                </a:lnTo>
                <a:lnTo>
                  <a:pt x="48950" y="5123091"/>
                </a:lnTo>
                <a:lnTo>
                  <a:pt x="59029" y="5168754"/>
                </a:lnTo>
                <a:lnTo>
                  <a:pt x="70011" y="5214072"/>
                </a:lnTo>
                <a:lnTo>
                  <a:pt x="81886" y="5259033"/>
                </a:lnTo>
                <a:lnTo>
                  <a:pt x="94643" y="5303629"/>
                </a:lnTo>
                <a:lnTo>
                  <a:pt x="108274" y="5347850"/>
                </a:lnTo>
                <a:lnTo>
                  <a:pt x="122767" y="5391684"/>
                </a:lnTo>
                <a:lnTo>
                  <a:pt x="138113" y="5435124"/>
                </a:lnTo>
                <a:lnTo>
                  <a:pt x="154303" y="5478157"/>
                </a:lnTo>
                <a:lnTo>
                  <a:pt x="171326" y="5520776"/>
                </a:lnTo>
                <a:lnTo>
                  <a:pt x="189172" y="5562968"/>
                </a:lnTo>
                <a:lnTo>
                  <a:pt x="207831" y="5604726"/>
                </a:lnTo>
                <a:lnTo>
                  <a:pt x="227293" y="5646038"/>
                </a:lnTo>
                <a:lnTo>
                  <a:pt x="247549" y="5686895"/>
                </a:lnTo>
                <a:lnTo>
                  <a:pt x="268588" y="5727287"/>
                </a:lnTo>
                <a:lnTo>
                  <a:pt x="290401" y="5767204"/>
                </a:lnTo>
                <a:lnTo>
                  <a:pt x="312977" y="5806636"/>
                </a:lnTo>
                <a:lnTo>
                  <a:pt x="336307" y="5845573"/>
                </a:lnTo>
                <a:lnTo>
                  <a:pt x="360380" y="5884005"/>
                </a:lnTo>
                <a:lnTo>
                  <a:pt x="385187" y="5921922"/>
                </a:lnTo>
                <a:lnTo>
                  <a:pt x="410718" y="5959314"/>
                </a:lnTo>
                <a:lnTo>
                  <a:pt x="436963" y="5996171"/>
                </a:lnTo>
                <a:lnTo>
                  <a:pt x="463911" y="6032484"/>
                </a:lnTo>
                <a:lnTo>
                  <a:pt x="491554" y="6068242"/>
                </a:lnTo>
                <a:lnTo>
                  <a:pt x="519880" y="6103436"/>
                </a:lnTo>
                <a:lnTo>
                  <a:pt x="548880" y="6138055"/>
                </a:lnTo>
                <a:lnTo>
                  <a:pt x="578545" y="6172089"/>
                </a:lnTo>
                <a:lnTo>
                  <a:pt x="608863" y="6205529"/>
                </a:lnTo>
                <a:lnTo>
                  <a:pt x="639826" y="6238364"/>
                </a:lnTo>
                <a:lnTo>
                  <a:pt x="671423" y="6270586"/>
                </a:lnTo>
                <a:lnTo>
                  <a:pt x="703644" y="6302183"/>
                </a:lnTo>
                <a:lnTo>
                  <a:pt x="736480" y="6333145"/>
                </a:lnTo>
                <a:lnTo>
                  <a:pt x="769919" y="6363464"/>
                </a:lnTo>
                <a:lnTo>
                  <a:pt x="803954" y="6393128"/>
                </a:lnTo>
                <a:lnTo>
                  <a:pt x="838573" y="6422129"/>
                </a:lnTo>
                <a:lnTo>
                  <a:pt x="873766" y="6450455"/>
                </a:lnTo>
                <a:lnTo>
                  <a:pt x="909524" y="6478097"/>
                </a:lnTo>
                <a:lnTo>
                  <a:pt x="945837" y="6505046"/>
                </a:lnTo>
                <a:lnTo>
                  <a:pt x="982694" y="6531290"/>
                </a:lnTo>
                <a:lnTo>
                  <a:pt x="1020087" y="6556821"/>
                </a:lnTo>
                <a:lnTo>
                  <a:pt x="1058004" y="6581628"/>
                </a:lnTo>
                <a:lnTo>
                  <a:pt x="1096435" y="6605702"/>
                </a:lnTo>
                <a:lnTo>
                  <a:pt x="1135372" y="6629031"/>
                </a:lnTo>
                <a:lnTo>
                  <a:pt x="1174804" y="6651608"/>
                </a:lnTo>
                <a:lnTo>
                  <a:pt x="1214721" y="6673420"/>
                </a:lnTo>
                <a:lnTo>
                  <a:pt x="1255113" y="6694460"/>
                </a:lnTo>
                <a:lnTo>
                  <a:pt x="1295970" y="6714715"/>
                </a:lnTo>
                <a:lnTo>
                  <a:pt x="1337282" y="6734178"/>
                </a:lnTo>
                <a:lnTo>
                  <a:pt x="1379040" y="6752837"/>
                </a:lnTo>
                <a:lnTo>
                  <a:pt x="1421233" y="6770683"/>
                </a:lnTo>
                <a:lnTo>
                  <a:pt x="1463851" y="6787705"/>
                </a:lnTo>
                <a:lnTo>
                  <a:pt x="1506885" y="6803895"/>
                </a:lnTo>
                <a:lnTo>
                  <a:pt x="1550324" y="6819241"/>
                </a:lnTo>
                <a:lnTo>
                  <a:pt x="1594159" y="6833735"/>
                </a:lnTo>
                <a:lnTo>
                  <a:pt x="1638379" y="6847365"/>
                </a:lnTo>
                <a:lnTo>
                  <a:pt x="1682975" y="6860123"/>
                </a:lnTo>
                <a:lnTo>
                  <a:pt x="1727937" y="6871997"/>
                </a:lnTo>
                <a:lnTo>
                  <a:pt x="1773254" y="6882979"/>
                </a:lnTo>
                <a:lnTo>
                  <a:pt x="1818917" y="6893058"/>
                </a:lnTo>
                <a:lnTo>
                  <a:pt x="1864916" y="6902225"/>
                </a:lnTo>
                <a:lnTo>
                  <a:pt x="1911241" y="6910468"/>
                </a:lnTo>
                <a:lnTo>
                  <a:pt x="1957882" y="6917779"/>
                </a:lnTo>
                <a:lnTo>
                  <a:pt x="2004829" y="6924148"/>
                </a:lnTo>
                <a:lnTo>
                  <a:pt x="2052072" y="6929564"/>
                </a:lnTo>
                <a:lnTo>
                  <a:pt x="2099601" y="6934018"/>
                </a:lnTo>
                <a:lnTo>
                  <a:pt x="2147406" y="6937499"/>
                </a:lnTo>
                <a:lnTo>
                  <a:pt x="2195478" y="6939998"/>
                </a:lnTo>
                <a:lnTo>
                  <a:pt x="2243806" y="6941505"/>
                </a:lnTo>
                <a:lnTo>
                  <a:pt x="2292380" y="6942009"/>
                </a:lnTo>
                <a:lnTo>
                  <a:pt x="6327807" y="6942009"/>
                </a:lnTo>
                <a:lnTo>
                  <a:pt x="6376381" y="6941505"/>
                </a:lnTo>
                <a:lnTo>
                  <a:pt x="6424709" y="6939998"/>
                </a:lnTo>
                <a:lnTo>
                  <a:pt x="6472780" y="6937499"/>
                </a:lnTo>
                <a:lnTo>
                  <a:pt x="6520586" y="6934018"/>
                </a:lnTo>
                <a:lnTo>
                  <a:pt x="6568115" y="6929564"/>
                </a:lnTo>
                <a:lnTo>
                  <a:pt x="6615358" y="6924148"/>
                </a:lnTo>
                <a:lnTo>
                  <a:pt x="6662305" y="6917779"/>
                </a:lnTo>
                <a:lnTo>
                  <a:pt x="6708946" y="6910468"/>
                </a:lnTo>
                <a:lnTo>
                  <a:pt x="6755271" y="6902225"/>
                </a:lnTo>
                <a:lnTo>
                  <a:pt x="6801270" y="6893058"/>
                </a:lnTo>
                <a:lnTo>
                  <a:pt x="6846933" y="6882979"/>
                </a:lnTo>
                <a:lnTo>
                  <a:pt x="6892250" y="6871997"/>
                </a:lnTo>
                <a:lnTo>
                  <a:pt x="6937212" y="6860123"/>
                </a:lnTo>
                <a:lnTo>
                  <a:pt x="6981808" y="6847365"/>
                </a:lnTo>
                <a:lnTo>
                  <a:pt x="7026028" y="6833735"/>
                </a:lnTo>
                <a:lnTo>
                  <a:pt x="7069863" y="6819241"/>
                </a:lnTo>
                <a:lnTo>
                  <a:pt x="7113302" y="6803895"/>
                </a:lnTo>
                <a:lnTo>
                  <a:pt x="7156336" y="6787705"/>
                </a:lnTo>
                <a:lnTo>
                  <a:pt x="7198954" y="6770683"/>
                </a:lnTo>
                <a:lnTo>
                  <a:pt x="7241147" y="6752837"/>
                </a:lnTo>
                <a:lnTo>
                  <a:pt x="7282904" y="6734178"/>
                </a:lnTo>
                <a:lnTo>
                  <a:pt x="7324217" y="6714715"/>
                </a:lnTo>
                <a:lnTo>
                  <a:pt x="7365074" y="6694460"/>
                </a:lnTo>
                <a:lnTo>
                  <a:pt x="7405466" y="6673420"/>
                </a:lnTo>
                <a:lnTo>
                  <a:pt x="7445383" y="6651608"/>
                </a:lnTo>
                <a:lnTo>
                  <a:pt x="7484814" y="6629031"/>
                </a:lnTo>
                <a:lnTo>
                  <a:pt x="7523751" y="6605702"/>
                </a:lnTo>
                <a:lnTo>
                  <a:pt x="7562183" y="6581628"/>
                </a:lnTo>
                <a:lnTo>
                  <a:pt x="7600100" y="6556821"/>
                </a:lnTo>
                <a:lnTo>
                  <a:pt x="7637492" y="6531290"/>
                </a:lnTo>
                <a:lnTo>
                  <a:pt x="7674350" y="6505046"/>
                </a:lnTo>
                <a:lnTo>
                  <a:pt x="7710663" y="6478097"/>
                </a:lnTo>
                <a:lnTo>
                  <a:pt x="7746421" y="6450455"/>
                </a:lnTo>
                <a:lnTo>
                  <a:pt x="7781614" y="6422129"/>
                </a:lnTo>
                <a:lnTo>
                  <a:pt x="7816233" y="6393128"/>
                </a:lnTo>
                <a:lnTo>
                  <a:pt x="7850267" y="6363464"/>
                </a:lnTo>
                <a:lnTo>
                  <a:pt x="7883707" y="6333145"/>
                </a:lnTo>
                <a:lnTo>
                  <a:pt x="7916543" y="6302183"/>
                </a:lnTo>
                <a:lnTo>
                  <a:pt x="7948764" y="6270586"/>
                </a:lnTo>
                <a:lnTo>
                  <a:pt x="7980361" y="6238364"/>
                </a:lnTo>
                <a:lnTo>
                  <a:pt x="8011324" y="6205529"/>
                </a:lnTo>
                <a:lnTo>
                  <a:pt x="8041642" y="6172089"/>
                </a:lnTo>
                <a:lnTo>
                  <a:pt x="8071307" y="6138055"/>
                </a:lnTo>
                <a:lnTo>
                  <a:pt x="8100307" y="6103436"/>
                </a:lnTo>
                <a:lnTo>
                  <a:pt x="8128633" y="6068242"/>
                </a:lnTo>
                <a:lnTo>
                  <a:pt x="8156276" y="6032484"/>
                </a:lnTo>
                <a:lnTo>
                  <a:pt x="8183224" y="5996171"/>
                </a:lnTo>
                <a:lnTo>
                  <a:pt x="8209469" y="5959314"/>
                </a:lnTo>
                <a:lnTo>
                  <a:pt x="8235000" y="5921922"/>
                </a:lnTo>
                <a:lnTo>
                  <a:pt x="8259807" y="5884005"/>
                </a:lnTo>
                <a:lnTo>
                  <a:pt x="8283880" y="5845573"/>
                </a:lnTo>
                <a:lnTo>
                  <a:pt x="8307210" y="5806636"/>
                </a:lnTo>
                <a:lnTo>
                  <a:pt x="8329786" y="5767204"/>
                </a:lnTo>
                <a:lnTo>
                  <a:pt x="8351599" y="5727287"/>
                </a:lnTo>
                <a:lnTo>
                  <a:pt x="8372638" y="5686895"/>
                </a:lnTo>
                <a:lnTo>
                  <a:pt x="8392894" y="5646038"/>
                </a:lnTo>
                <a:lnTo>
                  <a:pt x="8412356" y="5604726"/>
                </a:lnTo>
                <a:lnTo>
                  <a:pt x="8431015" y="5562968"/>
                </a:lnTo>
                <a:lnTo>
                  <a:pt x="8448861" y="5520776"/>
                </a:lnTo>
                <a:lnTo>
                  <a:pt x="8465884" y="5478157"/>
                </a:lnTo>
                <a:lnTo>
                  <a:pt x="8482073" y="5435124"/>
                </a:lnTo>
                <a:lnTo>
                  <a:pt x="8497420" y="5391684"/>
                </a:lnTo>
                <a:lnTo>
                  <a:pt x="8511913" y="5347850"/>
                </a:lnTo>
                <a:lnTo>
                  <a:pt x="8525544" y="5303629"/>
                </a:lnTo>
                <a:lnTo>
                  <a:pt x="8538301" y="5259033"/>
                </a:lnTo>
                <a:lnTo>
                  <a:pt x="8550176" y="5214072"/>
                </a:lnTo>
                <a:lnTo>
                  <a:pt x="8561158" y="5168754"/>
                </a:lnTo>
                <a:lnTo>
                  <a:pt x="8571237" y="5123091"/>
                </a:lnTo>
                <a:lnTo>
                  <a:pt x="8580403" y="5077092"/>
                </a:lnTo>
                <a:lnTo>
                  <a:pt x="8588647" y="5030767"/>
                </a:lnTo>
                <a:lnTo>
                  <a:pt x="8595958" y="4984126"/>
                </a:lnTo>
                <a:lnTo>
                  <a:pt x="8602326" y="4937180"/>
                </a:lnTo>
                <a:lnTo>
                  <a:pt x="8607742" y="4889937"/>
                </a:lnTo>
                <a:lnTo>
                  <a:pt x="8612196" y="4842407"/>
                </a:lnTo>
                <a:lnTo>
                  <a:pt x="8615677" y="4794602"/>
                </a:lnTo>
                <a:lnTo>
                  <a:pt x="8618176" y="4746531"/>
                </a:lnTo>
                <a:lnTo>
                  <a:pt x="8619683" y="4698203"/>
                </a:lnTo>
                <a:lnTo>
                  <a:pt x="8620187" y="4649628"/>
                </a:lnTo>
                <a:lnTo>
                  <a:pt x="8620187" y="0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9" name="Google Shape;106;p15">
            <a:extLst>
              <a:ext uri="{FF2B5EF4-FFF2-40B4-BE49-F238E27FC236}">
                <a16:creationId xmlns:a16="http://schemas.microsoft.com/office/drawing/2014/main" id="{B76A5828-735F-F48B-DA93-1E58CBF6ED2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57050" y="2450472"/>
            <a:ext cx="2401016" cy="191743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object 20">
            <a:extLst>
              <a:ext uri="{FF2B5EF4-FFF2-40B4-BE49-F238E27FC236}">
                <a16:creationId xmlns:a16="http://schemas.microsoft.com/office/drawing/2014/main" id="{0D2D9333-B4BB-28AD-E26B-98175B8687EA}"/>
              </a:ext>
            </a:extLst>
          </p:cNvPr>
          <p:cNvSpPr txBox="1"/>
          <p:nvPr/>
        </p:nvSpPr>
        <p:spPr>
          <a:xfrm>
            <a:off x="12431798" y="4435475"/>
            <a:ext cx="7035766" cy="4838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s-ES" sz="3900" spc="-409" dirty="0">
                <a:latin typeface="Trebuchet MS"/>
                <a:cs typeface="Trebuchet MS"/>
              </a:rPr>
              <a:t>Estamos terminando una segunda bodega de 500 metros cuadrados para soportar nuestro crecimiento.</a:t>
            </a:r>
          </a:p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endParaRPr lang="es-ES" sz="3900" spc="-409" dirty="0">
              <a:latin typeface="Trebuchet MS"/>
              <a:cs typeface="Trebuchet MS"/>
            </a:endParaRPr>
          </a:p>
          <a:p>
            <a:pPr marL="584200" marR="5080" indent="-5715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s-ES" sz="3900" spc="-409" dirty="0">
                <a:latin typeface="Trebuchet MS"/>
                <a:cs typeface="Trebuchet MS"/>
              </a:rPr>
              <a:t>La bodega está ubicada justo detrás de la actual para garantizar una eficaz comunicación y adaptación al proceso  de producción actual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A92834D-D427-857E-62A4-55DCBC3BD3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36" y="1760585"/>
            <a:ext cx="9415513" cy="94196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21605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o 34">
            <a:extLst>
              <a:ext uri="{FF2B5EF4-FFF2-40B4-BE49-F238E27FC236}">
                <a16:creationId xmlns:a16="http://schemas.microsoft.com/office/drawing/2014/main" id="{6365FA08-0690-F56B-BF19-972AB1AA2E6B}"/>
              </a:ext>
            </a:extLst>
          </p:cNvPr>
          <p:cNvGrpSpPr/>
          <p:nvPr/>
        </p:nvGrpSpPr>
        <p:grpSpPr>
          <a:xfrm>
            <a:off x="7754863" y="5052139"/>
            <a:ext cx="2417047" cy="1112087"/>
            <a:chOff x="3667292" y="3759322"/>
            <a:chExt cx="2527024" cy="1162688"/>
          </a:xfrm>
        </p:grpSpPr>
        <p:grpSp>
          <p:nvGrpSpPr>
            <p:cNvPr id="3" name="object 3"/>
            <p:cNvGrpSpPr/>
            <p:nvPr/>
          </p:nvGrpSpPr>
          <p:grpSpPr>
            <a:xfrm>
              <a:off x="3667292" y="3776719"/>
              <a:ext cx="1037590" cy="1127760"/>
              <a:chOff x="6716901" y="2645855"/>
              <a:chExt cx="1037590" cy="1127760"/>
            </a:xfrm>
          </p:grpSpPr>
          <p:sp>
            <p:nvSpPr>
              <p:cNvPr id="4" name="object 4"/>
              <p:cNvSpPr/>
              <p:nvPr/>
            </p:nvSpPr>
            <p:spPr>
              <a:xfrm>
                <a:off x="6727372" y="2656326"/>
                <a:ext cx="1017269" cy="1106805"/>
              </a:xfrm>
              <a:custGeom>
                <a:avLst/>
                <a:gdLst/>
                <a:ahLst/>
                <a:cxnLst/>
                <a:rect l="l" t="t" r="r" b="b"/>
                <a:pathLst>
                  <a:path w="1017270" h="1106804">
                    <a:moveTo>
                      <a:pt x="393684" y="883836"/>
                    </a:moveTo>
                    <a:lnTo>
                      <a:pt x="101190" y="883836"/>
                    </a:lnTo>
                    <a:lnTo>
                      <a:pt x="63244" y="1106772"/>
                    </a:lnTo>
                    <a:lnTo>
                      <a:pt x="355737" y="1106772"/>
                    </a:lnTo>
                    <a:lnTo>
                      <a:pt x="393684" y="883836"/>
                    </a:lnTo>
                    <a:close/>
                  </a:path>
                  <a:path w="1017270" h="1106804">
                    <a:moveTo>
                      <a:pt x="795295" y="883836"/>
                    </a:moveTo>
                    <a:lnTo>
                      <a:pt x="502780" y="883836"/>
                    </a:lnTo>
                    <a:lnTo>
                      <a:pt x="464834" y="1106772"/>
                    </a:lnTo>
                    <a:lnTo>
                      <a:pt x="757348" y="1106772"/>
                    </a:lnTo>
                    <a:lnTo>
                      <a:pt x="795295" y="883836"/>
                    </a:lnTo>
                    <a:close/>
                  </a:path>
                  <a:path w="1017270" h="1106804">
                    <a:moveTo>
                      <a:pt x="940746" y="652995"/>
                    </a:moveTo>
                    <a:lnTo>
                      <a:pt x="0" y="652995"/>
                    </a:lnTo>
                    <a:lnTo>
                      <a:pt x="0" y="883836"/>
                    </a:lnTo>
                    <a:lnTo>
                      <a:pt x="940746" y="883836"/>
                    </a:lnTo>
                    <a:lnTo>
                      <a:pt x="940746" y="652995"/>
                    </a:lnTo>
                    <a:close/>
                  </a:path>
                  <a:path w="1017270" h="1106804">
                    <a:moveTo>
                      <a:pt x="468006" y="453776"/>
                    </a:moveTo>
                    <a:lnTo>
                      <a:pt x="175502" y="453776"/>
                    </a:lnTo>
                    <a:lnTo>
                      <a:pt x="140707" y="652995"/>
                    </a:lnTo>
                    <a:lnTo>
                      <a:pt x="433222" y="652995"/>
                    </a:lnTo>
                    <a:lnTo>
                      <a:pt x="468006" y="453776"/>
                    </a:lnTo>
                    <a:close/>
                  </a:path>
                  <a:path w="1017270" h="1106804">
                    <a:moveTo>
                      <a:pt x="869607" y="453776"/>
                    </a:moveTo>
                    <a:lnTo>
                      <a:pt x="577102" y="453776"/>
                    </a:lnTo>
                    <a:lnTo>
                      <a:pt x="542318" y="652995"/>
                    </a:lnTo>
                    <a:lnTo>
                      <a:pt x="834822" y="652995"/>
                    </a:lnTo>
                    <a:lnTo>
                      <a:pt x="869607" y="453776"/>
                    </a:lnTo>
                    <a:close/>
                  </a:path>
                  <a:path w="1017270" h="1106804">
                    <a:moveTo>
                      <a:pt x="1016649" y="222935"/>
                    </a:moveTo>
                    <a:lnTo>
                      <a:pt x="75892" y="222935"/>
                    </a:lnTo>
                    <a:lnTo>
                      <a:pt x="75892" y="453776"/>
                    </a:lnTo>
                    <a:lnTo>
                      <a:pt x="1016649" y="453776"/>
                    </a:lnTo>
                    <a:lnTo>
                      <a:pt x="1016649" y="222935"/>
                    </a:lnTo>
                    <a:close/>
                  </a:path>
                  <a:path w="1017270" h="1106804">
                    <a:moveTo>
                      <a:pt x="547061" y="0"/>
                    </a:moveTo>
                    <a:lnTo>
                      <a:pt x="254547" y="0"/>
                    </a:lnTo>
                    <a:lnTo>
                      <a:pt x="215030" y="222935"/>
                    </a:lnTo>
                    <a:lnTo>
                      <a:pt x="507523" y="222935"/>
                    </a:lnTo>
                    <a:lnTo>
                      <a:pt x="547061" y="0"/>
                    </a:lnTo>
                    <a:close/>
                  </a:path>
                  <a:path w="1017270" h="1106804">
                    <a:moveTo>
                      <a:pt x="948662" y="0"/>
                    </a:moveTo>
                    <a:lnTo>
                      <a:pt x="656158" y="0"/>
                    </a:lnTo>
                    <a:lnTo>
                      <a:pt x="616619" y="222935"/>
                    </a:lnTo>
                    <a:lnTo>
                      <a:pt x="909134" y="222935"/>
                    </a:lnTo>
                    <a:lnTo>
                      <a:pt x="948662" y="0"/>
                    </a:lnTo>
                    <a:close/>
                  </a:path>
                </a:pathLst>
              </a:custGeom>
              <a:solidFill>
                <a:srgbClr val="00663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" name="object 5"/>
              <p:cNvSpPr/>
              <p:nvPr/>
            </p:nvSpPr>
            <p:spPr>
              <a:xfrm>
                <a:off x="6727372" y="2656326"/>
                <a:ext cx="1017269" cy="1106805"/>
              </a:xfrm>
              <a:custGeom>
                <a:avLst/>
                <a:gdLst/>
                <a:ahLst/>
                <a:cxnLst/>
                <a:rect l="l" t="t" r="r" b="b"/>
                <a:pathLst>
                  <a:path w="1017270" h="1106804">
                    <a:moveTo>
                      <a:pt x="577102" y="453776"/>
                    </a:moveTo>
                    <a:lnTo>
                      <a:pt x="468006" y="453776"/>
                    </a:lnTo>
                    <a:lnTo>
                      <a:pt x="433222" y="652995"/>
                    </a:lnTo>
                    <a:lnTo>
                      <a:pt x="542318" y="652995"/>
                    </a:lnTo>
                    <a:lnTo>
                      <a:pt x="577102" y="453776"/>
                    </a:lnTo>
                    <a:close/>
                  </a:path>
                  <a:path w="1017270" h="1106804">
                    <a:moveTo>
                      <a:pt x="869607" y="453776"/>
                    </a:moveTo>
                    <a:lnTo>
                      <a:pt x="834822" y="652995"/>
                    </a:lnTo>
                    <a:lnTo>
                      <a:pt x="940746" y="652995"/>
                    </a:lnTo>
                    <a:lnTo>
                      <a:pt x="940746" y="883836"/>
                    </a:lnTo>
                    <a:lnTo>
                      <a:pt x="795295" y="883836"/>
                    </a:lnTo>
                    <a:lnTo>
                      <a:pt x="757348" y="1106772"/>
                    </a:lnTo>
                    <a:lnTo>
                      <a:pt x="464834" y="1106772"/>
                    </a:lnTo>
                    <a:lnTo>
                      <a:pt x="502780" y="883836"/>
                    </a:lnTo>
                    <a:lnTo>
                      <a:pt x="393684" y="883836"/>
                    </a:lnTo>
                    <a:lnTo>
                      <a:pt x="355737" y="1106772"/>
                    </a:lnTo>
                    <a:lnTo>
                      <a:pt x="63244" y="1106772"/>
                    </a:lnTo>
                    <a:lnTo>
                      <a:pt x="101190" y="883836"/>
                    </a:lnTo>
                    <a:lnTo>
                      <a:pt x="0" y="883836"/>
                    </a:lnTo>
                    <a:lnTo>
                      <a:pt x="0" y="652995"/>
                    </a:lnTo>
                    <a:lnTo>
                      <a:pt x="140707" y="652995"/>
                    </a:lnTo>
                    <a:lnTo>
                      <a:pt x="175502" y="453776"/>
                    </a:lnTo>
                    <a:lnTo>
                      <a:pt x="75892" y="453776"/>
                    </a:lnTo>
                    <a:lnTo>
                      <a:pt x="75892" y="222935"/>
                    </a:lnTo>
                    <a:lnTo>
                      <a:pt x="215030" y="222935"/>
                    </a:lnTo>
                    <a:lnTo>
                      <a:pt x="254547" y="0"/>
                    </a:lnTo>
                    <a:lnTo>
                      <a:pt x="547061" y="0"/>
                    </a:lnTo>
                    <a:lnTo>
                      <a:pt x="507523" y="222935"/>
                    </a:lnTo>
                    <a:lnTo>
                      <a:pt x="616619" y="222935"/>
                    </a:lnTo>
                    <a:lnTo>
                      <a:pt x="656158" y="0"/>
                    </a:lnTo>
                    <a:lnTo>
                      <a:pt x="948662" y="0"/>
                    </a:lnTo>
                    <a:lnTo>
                      <a:pt x="909134" y="222935"/>
                    </a:lnTo>
                    <a:lnTo>
                      <a:pt x="1016649" y="222935"/>
                    </a:lnTo>
                    <a:lnTo>
                      <a:pt x="1016649" y="453776"/>
                    </a:lnTo>
                    <a:lnTo>
                      <a:pt x="869607" y="453776"/>
                    </a:lnTo>
                    <a:close/>
                  </a:path>
                </a:pathLst>
              </a:custGeom>
              <a:ln w="20941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" name="object 6"/>
            <p:cNvGrpSpPr/>
            <p:nvPr/>
          </p:nvGrpSpPr>
          <p:grpSpPr>
            <a:xfrm>
              <a:off x="4747156" y="3759322"/>
              <a:ext cx="668020" cy="1145540"/>
              <a:chOff x="7796765" y="2628458"/>
              <a:chExt cx="668020" cy="1145540"/>
            </a:xfrm>
          </p:grpSpPr>
          <p:sp>
            <p:nvSpPr>
              <p:cNvPr id="7" name="object 7"/>
              <p:cNvSpPr/>
              <p:nvPr/>
            </p:nvSpPr>
            <p:spPr>
              <a:xfrm>
                <a:off x="7807236" y="2638929"/>
                <a:ext cx="647065" cy="1124585"/>
              </a:xfrm>
              <a:custGeom>
                <a:avLst/>
                <a:gdLst/>
                <a:ahLst/>
                <a:cxnLst/>
                <a:rect l="l" t="t" r="r" b="b"/>
                <a:pathLst>
                  <a:path w="647065" h="1124585">
                    <a:moveTo>
                      <a:pt x="292504" y="0"/>
                    </a:moveTo>
                    <a:lnTo>
                      <a:pt x="204561" y="988"/>
                    </a:lnTo>
                    <a:lnTo>
                      <a:pt x="146259" y="7905"/>
                    </a:lnTo>
                    <a:lnTo>
                      <a:pt x="91512" y="26681"/>
                    </a:lnTo>
                    <a:lnTo>
                      <a:pt x="14229" y="63244"/>
                    </a:lnTo>
                    <a:lnTo>
                      <a:pt x="14229" y="306734"/>
                    </a:lnTo>
                    <a:lnTo>
                      <a:pt x="27868" y="298828"/>
                    </a:lnTo>
                    <a:lnTo>
                      <a:pt x="64038" y="281436"/>
                    </a:lnTo>
                    <a:lnTo>
                      <a:pt x="115622" y="264044"/>
                    </a:lnTo>
                    <a:lnTo>
                      <a:pt x="175502" y="256138"/>
                    </a:lnTo>
                    <a:lnTo>
                      <a:pt x="221036" y="261782"/>
                    </a:lnTo>
                    <a:lnTo>
                      <a:pt x="255147" y="278098"/>
                    </a:lnTo>
                    <a:lnTo>
                      <a:pt x="278278" y="304166"/>
                    </a:lnTo>
                    <a:lnTo>
                      <a:pt x="290866" y="339062"/>
                    </a:lnTo>
                    <a:lnTo>
                      <a:pt x="293354" y="381864"/>
                    </a:lnTo>
                    <a:lnTo>
                      <a:pt x="286179" y="431651"/>
                    </a:lnTo>
                    <a:lnTo>
                      <a:pt x="275736" y="470549"/>
                    </a:lnTo>
                    <a:lnTo>
                      <a:pt x="261046" y="510374"/>
                    </a:lnTo>
                    <a:lnTo>
                      <a:pt x="242484" y="550954"/>
                    </a:lnTo>
                    <a:lnTo>
                      <a:pt x="220431" y="592118"/>
                    </a:lnTo>
                    <a:lnTo>
                      <a:pt x="195263" y="633696"/>
                    </a:lnTo>
                    <a:lnTo>
                      <a:pt x="167358" y="675517"/>
                    </a:lnTo>
                    <a:lnTo>
                      <a:pt x="137093" y="717408"/>
                    </a:lnTo>
                    <a:lnTo>
                      <a:pt x="104848" y="759200"/>
                    </a:lnTo>
                    <a:lnTo>
                      <a:pt x="70998" y="800721"/>
                    </a:lnTo>
                    <a:lnTo>
                      <a:pt x="35923" y="841800"/>
                    </a:lnTo>
                    <a:lnTo>
                      <a:pt x="0" y="882266"/>
                    </a:lnTo>
                    <a:lnTo>
                      <a:pt x="0" y="1124175"/>
                    </a:lnTo>
                    <a:lnTo>
                      <a:pt x="646671" y="1124175"/>
                    </a:lnTo>
                    <a:lnTo>
                      <a:pt x="646671" y="882266"/>
                    </a:lnTo>
                    <a:lnTo>
                      <a:pt x="338366" y="882266"/>
                    </a:lnTo>
                    <a:lnTo>
                      <a:pt x="368522" y="846917"/>
                    </a:lnTo>
                    <a:lnTo>
                      <a:pt x="398661" y="809541"/>
                    </a:lnTo>
                    <a:lnTo>
                      <a:pt x="428416" y="770362"/>
                    </a:lnTo>
                    <a:lnTo>
                      <a:pt x="457420" y="729607"/>
                    </a:lnTo>
                    <a:lnTo>
                      <a:pt x="485304" y="687502"/>
                    </a:lnTo>
                    <a:lnTo>
                      <a:pt x="511702" y="644273"/>
                    </a:lnTo>
                    <a:lnTo>
                      <a:pt x="536245" y="600147"/>
                    </a:lnTo>
                    <a:lnTo>
                      <a:pt x="558567" y="555348"/>
                    </a:lnTo>
                    <a:lnTo>
                      <a:pt x="578299" y="510104"/>
                    </a:lnTo>
                    <a:lnTo>
                      <a:pt x="595073" y="464641"/>
                    </a:lnTo>
                    <a:lnTo>
                      <a:pt x="608523" y="419184"/>
                    </a:lnTo>
                    <a:lnTo>
                      <a:pt x="618280" y="373960"/>
                    </a:lnTo>
                    <a:lnTo>
                      <a:pt x="623977" y="329195"/>
                    </a:lnTo>
                    <a:lnTo>
                      <a:pt x="625246" y="285114"/>
                    </a:lnTo>
                    <a:lnTo>
                      <a:pt x="621720" y="241945"/>
                    </a:lnTo>
                    <a:lnTo>
                      <a:pt x="613031" y="199913"/>
                    </a:lnTo>
                    <a:lnTo>
                      <a:pt x="598812" y="159243"/>
                    </a:lnTo>
                    <a:lnTo>
                      <a:pt x="578694" y="120163"/>
                    </a:lnTo>
                    <a:lnTo>
                      <a:pt x="555125" y="88117"/>
                    </a:lnTo>
                    <a:lnTo>
                      <a:pt x="525277" y="61077"/>
                    </a:lnTo>
                    <a:lnTo>
                      <a:pt x="489455" y="39015"/>
                    </a:lnTo>
                    <a:lnTo>
                      <a:pt x="447963" y="21904"/>
                    </a:lnTo>
                    <a:lnTo>
                      <a:pt x="401104" y="9717"/>
                    </a:lnTo>
                    <a:lnTo>
                      <a:pt x="349183" y="2424"/>
                    </a:lnTo>
                    <a:lnTo>
                      <a:pt x="292504" y="0"/>
                    </a:lnTo>
                    <a:close/>
                  </a:path>
                </a:pathLst>
              </a:custGeom>
              <a:solidFill>
                <a:srgbClr val="00663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7807236" y="2638929"/>
                <a:ext cx="647065" cy="1124585"/>
              </a:xfrm>
              <a:custGeom>
                <a:avLst/>
                <a:gdLst/>
                <a:ahLst/>
                <a:cxnLst/>
                <a:rect l="l" t="t" r="r" b="b"/>
                <a:pathLst>
                  <a:path w="647065" h="1124585">
                    <a:moveTo>
                      <a:pt x="292504" y="0"/>
                    </a:moveTo>
                    <a:lnTo>
                      <a:pt x="349183" y="2424"/>
                    </a:lnTo>
                    <a:lnTo>
                      <a:pt x="401104" y="9717"/>
                    </a:lnTo>
                    <a:lnTo>
                      <a:pt x="447963" y="21904"/>
                    </a:lnTo>
                    <a:lnTo>
                      <a:pt x="489455" y="39015"/>
                    </a:lnTo>
                    <a:lnTo>
                      <a:pt x="525277" y="61077"/>
                    </a:lnTo>
                    <a:lnTo>
                      <a:pt x="555125" y="88117"/>
                    </a:lnTo>
                    <a:lnTo>
                      <a:pt x="578694" y="120163"/>
                    </a:lnTo>
                    <a:lnTo>
                      <a:pt x="598812" y="159243"/>
                    </a:lnTo>
                    <a:lnTo>
                      <a:pt x="613031" y="199913"/>
                    </a:lnTo>
                    <a:lnTo>
                      <a:pt x="621720" y="241945"/>
                    </a:lnTo>
                    <a:lnTo>
                      <a:pt x="625246" y="285114"/>
                    </a:lnTo>
                    <a:lnTo>
                      <a:pt x="623977" y="329195"/>
                    </a:lnTo>
                    <a:lnTo>
                      <a:pt x="618280" y="373960"/>
                    </a:lnTo>
                    <a:lnTo>
                      <a:pt x="608523" y="419184"/>
                    </a:lnTo>
                    <a:lnTo>
                      <a:pt x="595073" y="464641"/>
                    </a:lnTo>
                    <a:lnTo>
                      <a:pt x="578299" y="510104"/>
                    </a:lnTo>
                    <a:lnTo>
                      <a:pt x="558567" y="555348"/>
                    </a:lnTo>
                    <a:lnTo>
                      <a:pt x="536245" y="600147"/>
                    </a:lnTo>
                    <a:lnTo>
                      <a:pt x="511702" y="644273"/>
                    </a:lnTo>
                    <a:lnTo>
                      <a:pt x="485304" y="687502"/>
                    </a:lnTo>
                    <a:lnTo>
                      <a:pt x="457420" y="729607"/>
                    </a:lnTo>
                    <a:lnTo>
                      <a:pt x="428416" y="770362"/>
                    </a:lnTo>
                    <a:lnTo>
                      <a:pt x="398661" y="809541"/>
                    </a:lnTo>
                    <a:lnTo>
                      <a:pt x="368522" y="846917"/>
                    </a:lnTo>
                    <a:lnTo>
                      <a:pt x="338366" y="882266"/>
                    </a:lnTo>
                    <a:lnTo>
                      <a:pt x="646671" y="882266"/>
                    </a:lnTo>
                    <a:lnTo>
                      <a:pt x="646671" y="1124175"/>
                    </a:lnTo>
                    <a:lnTo>
                      <a:pt x="0" y="1124175"/>
                    </a:lnTo>
                    <a:lnTo>
                      <a:pt x="0" y="882266"/>
                    </a:lnTo>
                    <a:lnTo>
                      <a:pt x="35923" y="841800"/>
                    </a:lnTo>
                    <a:lnTo>
                      <a:pt x="70998" y="800721"/>
                    </a:lnTo>
                    <a:lnTo>
                      <a:pt x="104848" y="759200"/>
                    </a:lnTo>
                    <a:lnTo>
                      <a:pt x="137093" y="717408"/>
                    </a:lnTo>
                    <a:lnTo>
                      <a:pt x="167358" y="675517"/>
                    </a:lnTo>
                    <a:lnTo>
                      <a:pt x="195263" y="633696"/>
                    </a:lnTo>
                    <a:lnTo>
                      <a:pt x="220431" y="592118"/>
                    </a:lnTo>
                    <a:lnTo>
                      <a:pt x="242484" y="550954"/>
                    </a:lnTo>
                    <a:lnTo>
                      <a:pt x="261046" y="510374"/>
                    </a:lnTo>
                    <a:lnTo>
                      <a:pt x="275736" y="470549"/>
                    </a:lnTo>
                    <a:lnTo>
                      <a:pt x="286179" y="431651"/>
                    </a:lnTo>
                    <a:lnTo>
                      <a:pt x="293354" y="381864"/>
                    </a:lnTo>
                    <a:lnTo>
                      <a:pt x="290866" y="339062"/>
                    </a:lnTo>
                    <a:lnTo>
                      <a:pt x="278278" y="304166"/>
                    </a:lnTo>
                    <a:lnTo>
                      <a:pt x="255147" y="278098"/>
                    </a:lnTo>
                    <a:lnTo>
                      <a:pt x="221036" y="261782"/>
                    </a:lnTo>
                    <a:lnTo>
                      <a:pt x="175502" y="256138"/>
                    </a:lnTo>
                    <a:lnTo>
                      <a:pt x="115622" y="264044"/>
                    </a:lnTo>
                    <a:lnTo>
                      <a:pt x="64038" y="281436"/>
                    </a:lnTo>
                    <a:lnTo>
                      <a:pt x="27868" y="298828"/>
                    </a:lnTo>
                    <a:lnTo>
                      <a:pt x="14229" y="306734"/>
                    </a:lnTo>
                    <a:lnTo>
                      <a:pt x="14229" y="63244"/>
                    </a:lnTo>
                    <a:lnTo>
                      <a:pt x="91512" y="26681"/>
                    </a:lnTo>
                    <a:lnTo>
                      <a:pt x="146259" y="7905"/>
                    </a:lnTo>
                    <a:lnTo>
                      <a:pt x="204561" y="988"/>
                    </a:lnTo>
                    <a:lnTo>
                      <a:pt x="292504" y="0"/>
                    </a:lnTo>
                    <a:close/>
                  </a:path>
                </a:pathLst>
              </a:custGeom>
              <a:ln w="20941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9" name="object 9"/>
            <p:cNvGrpSpPr/>
            <p:nvPr/>
          </p:nvGrpSpPr>
          <p:grpSpPr>
            <a:xfrm>
              <a:off x="5457081" y="3759325"/>
              <a:ext cx="737235" cy="1162685"/>
              <a:chOff x="8506690" y="2628461"/>
              <a:chExt cx="737235" cy="1162685"/>
            </a:xfrm>
          </p:grpSpPr>
          <p:sp>
            <p:nvSpPr>
              <p:cNvPr id="10" name="object 10"/>
              <p:cNvSpPr/>
              <p:nvPr/>
            </p:nvSpPr>
            <p:spPr>
              <a:xfrm>
                <a:off x="8517160" y="2638932"/>
                <a:ext cx="716280" cy="1141730"/>
              </a:xfrm>
              <a:custGeom>
                <a:avLst/>
                <a:gdLst/>
                <a:ahLst/>
                <a:cxnLst/>
                <a:rect l="l" t="t" r="r" b="b"/>
                <a:pathLst>
                  <a:path w="716279" h="1141729">
                    <a:moveTo>
                      <a:pt x="357329" y="0"/>
                    </a:moveTo>
                    <a:lnTo>
                      <a:pt x="314755" y="1497"/>
                    </a:lnTo>
                    <a:lnTo>
                      <a:pt x="274793" y="6126"/>
                    </a:lnTo>
                    <a:lnTo>
                      <a:pt x="237462" y="14090"/>
                    </a:lnTo>
                    <a:lnTo>
                      <a:pt x="170766" y="40840"/>
                    </a:lnTo>
                    <a:lnTo>
                      <a:pt x="114816" y="83375"/>
                    </a:lnTo>
                    <a:lnTo>
                      <a:pt x="69760" y="143327"/>
                    </a:lnTo>
                    <a:lnTo>
                      <a:pt x="51363" y="180344"/>
                    </a:lnTo>
                    <a:lnTo>
                      <a:pt x="35746" y="222327"/>
                    </a:lnTo>
                    <a:lnTo>
                      <a:pt x="22927" y="269479"/>
                    </a:lnTo>
                    <a:lnTo>
                      <a:pt x="12924" y="322004"/>
                    </a:lnTo>
                    <a:lnTo>
                      <a:pt x="5756" y="380107"/>
                    </a:lnTo>
                    <a:lnTo>
                      <a:pt x="1442" y="443990"/>
                    </a:lnTo>
                    <a:lnTo>
                      <a:pt x="0" y="513858"/>
                    </a:lnTo>
                    <a:lnTo>
                      <a:pt x="0" y="627698"/>
                    </a:lnTo>
                    <a:lnTo>
                      <a:pt x="1442" y="697566"/>
                    </a:lnTo>
                    <a:lnTo>
                      <a:pt x="5756" y="761450"/>
                    </a:lnTo>
                    <a:lnTo>
                      <a:pt x="12924" y="819553"/>
                    </a:lnTo>
                    <a:lnTo>
                      <a:pt x="22927" y="872079"/>
                    </a:lnTo>
                    <a:lnTo>
                      <a:pt x="35746" y="919232"/>
                    </a:lnTo>
                    <a:lnTo>
                      <a:pt x="51363" y="961215"/>
                    </a:lnTo>
                    <a:lnTo>
                      <a:pt x="69760" y="998233"/>
                    </a:lnTo>
                    <a:lnTo>
                      <a:pt x="90917" y="1030489"/>
                    </a:lnTo>
                    <a:lnTo>
                      <a:pt x="141439" y="1081531"/>
                    </a:lnTo>
                    <a:lnTo>
                      <a:pt x="202780" y="1115971"/>
                    </a:lnTo>
                    <a:lnTo>
                      <a:pt x="274793" y="1135440"/>
                    </a:lnTo>
                    <a:lnTo>
                      <a:pt x="314755" y="1140069"/>
                    </a:lnTo>
                    <a:lnTo>
                      <a:pt x="357329" y="1141567"/>
                    </a:lnTo>
                    <a:lnTo>
                      <a:pt x="400183" y="1140069"/>
                    </a:lnTo>
                    <a:lnTo>
                      <a:pt x="440390" y="1135440"/>
                    </a:lnTo>
                    <a:lnTo>
                      <a:pt x="477933" y="1127475"/>
                    </a:lnTo>
                    <a:lnTo>
                      <a:pt x="544966" y="1100724"/>
                    </a:lnTo>
                    <a:lnTo>
                      <a:pt x="601150" y="1058187"/>
                    </a:lnTo>
                    <a:lnTo>
                      <a:pt x="646356" y="998233"/>
                    </a:lnTo>
                    <a:lnTo>
                      <a:pt x="664802" y="961215"/>
                    </a:lnTo>
                    <a:lnTo>
                      <a:pt x="680455" y="919232"/>
                    </a:lnTo>
                    <a:lnTo>
                      <a:pt x="691387" y="879093"/>
                    </a:lnTo>
                    <a:lnTo>
                      <a:pt x="357329" y="879093"/>
                    </a:lnTo>
                    <a:lnTo>
                      <a:pt x="335059" y="875636"/>
                    </a:lnTo>
                    <a:lnTo>
                      <a:pt x="305396" y="841506"/>
                    </a:lnTo>
                    <a:lnTo>
                      <a:pt x="291329" y="756707"/>
                    </a:lnTo>
                    <a:lnTo>
                      <a:pt x="288554" y="689914"/>
                    </a:lnTo>
                    <a:lnTo>
                      <a:pt x="287771" y="603981"/>
                    </a:lnTo>
                    <a:lnTo>
                      <a:pt x="287771" y="537575"/>
                    </a:lnTo>
                    <a:lnTo>
                      <a:pt x="288554" y="451642"/>
                    </a:lnTo>
                    <a:lnTo>
                      <a:pt x="291329" y="384848"/>
                    </a:lnTo>
                    <a:lnTo>
                      <a:pt x="296731" y="335037"/>
                    </a:lnTo>
                    <a:lnTo>
                      <a:pt x="317960" y="277730"/>
                    </a:lnTo>
                    <a:lnTo>
                      <a:pt x="357329" y="262463"/>
                    </a:lnTo>
                    <a:lnTo>
                      <a:pt x="691387" y="262463"/>
                    </a:lnTo>
                    <a:lnTo>
                      <a:pt x="680455" y="222327"/>
                    </a:lnTo>
                    <a:lnTo>
                      <a:pt x="664802" y="180344"/>
                    </a:lnTo>
                    <a:lnTo>
                      <a:pt x="646356" y="143327"/>
                    </a:lnTo>
                    <a:lnTo>
                      <a:pt x="625134" y="111072"/>
                    </a:lnTo>
                    <a:lnTo>
                      <a:pt x="574422" y="60032"/>
                    </a:lnTo>
                    <a:lnTo>
                      <a:pt x="512798" y="25594"/>
                    </a:lnTo>
                    <a:lnTo>
                      <a:pt x="440390" y="6126"/>
                    </a:lnTo>
                    <a:lnTo>
                      <a:pt x="400183" y="1497"/>
                    </a:lnTo>
                    <a:lnTo>
                      <a:pt x="357329" y="0"/>
                    </a:lnTo>
                    <a:close/>
                  </a:path>
                  <a:path w="716279" h="1141729">
                    <a:moveTo>
                      <a:pt x="691387" y="262463"/>
                    </a:moveTo>
                    <a:lnTo>
                      <a:pt x="357329" y="262463"/>
                    </a:lnTo>
                    <a:lnTo>
                      <a:pt x="379603" y="265920"/>
                    </a:lnTo>
                    <a:lnTo>
                      <a:pt x="396706" y="277730"/>
                    </a:lnTo>
                    <a:lnTo>
                      <a:pt x="417943" y="335037"/>
                    </a:lnTo>
                    <a:lnTo>
                      <a:pt x="423347" y="384848"/>
                    </a:lnTo>
                    <a:lnTo>
                      <a:pt x="426124" y="451642"/>
                    </a:lnTo>
                    <a:lnTo>
                      <a:pt x="426908" y="537575"/>
                    </a:lnTo>
                    <a:lnTo>
                      <a:pt x="426908" y="603981"/>
                    </a:lnTo>
                    <a:lnTo>
                      <a:pt x="426124" y="689914"/>
                    </a:lnTo>
                    <a:lnTo>
                      <a:pt x="423347" y="756707"/>
                    </a:lnTo>
                    <a:lnTo>
                      <a:pt x="417943" y="806519"/>
                    </a:lnTo>
                    <a:lnTo>
                      <a:pt x="396706" y="863826"/>
                    </a:lnTo>
                    <a:lnTo>
                      <a:pt x="357329" y="879093"/>
                    </a:lnTo>
                    <a:lnTo>
                      <a:pt x="691387" y="879093"/>
                    </a:lnTo>
                    <a:lnTo>
                      <a:pt x="703315" y="819553"/>
                    </a:lnTo>
                    <a:lnTo>
                      <a:pt x="710490" y="761450"/>
                    </a:lnTo>
                    <a:lnTo>
                      <a:pt x="714807" y="697566"/>
                    </a:lnTo>
                    <a:lnTo>
                      <a:pt x="716250" y="627698"/>
                    </a:lnTo>
                    <a:lnTo>
                      <a:pt x="716250" y="513858"/>
                    </a:lnTo>
                    <a:lnTo>
                      <a:pt x="714807" y="443990"/>
                    </a:lnTo>
                    <a:lnTo>
                      <a:pt x="710490" y="380107"/>
                    </a:lnTo>
                    <a:lnTo>
                      <a:pt x="703315" y="322004"/>
                    </a:lnTo>
                    <a:lnTo>
                      <a:pt x="693298" y="269479"/>
                    </a:lnTo>
                    <a:lnTo>
                      <a:pt x="691387" y="262463"/>
                    </a:lnTo>
                    <a:close/>
                  </a:path>
                </a:pathLst>
              </a:custGeom>
              <a:solidFill>
                <a:srgbClr val="00663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8517160" y="2638932"/>
                <a:ext cx="716280" cy="1141730"/>
              </a:xfrm>
              <a:custGeom>
                <a:avLst/>
                <a:gdLst/>
                <a:ahLst/>
                <a:cxnLst/>
                <a:rect l="l" t="t" r="r" b="b"/>
                <a:pathLst>
                  <a:path w="716279" h="1141729">
                    <a:moveTo>
                      <a:pt x="426908" y="537575"/>
                    </a:moveTo>
                    <a:lnTo>
                      <a:pt x="426124" y="451642"/>
                    </a:lnTo>
                    <a:lnTo>
                      <a:pt x="423347" y="384848"/>
                    </a:lnTo>
                    <a:lnTo>
                      <a:pt x="417943" y="335037"/>
                    </a:lnTo>
                    <a:lnTo>
                      <a:pt x="396706" y="277730"/>
                    </a:lnTo>
                    <a:lnTo>
                      <a:pt x="357329" y="262463"/>
                    </a:lnTo>
                    <a:lnTo>
                      <a:pt x="335059" y="265920"/>
                    </a:lnTo>
                    <a:lnTo>
                      <a:pt x="305396" y="300050"/>
                    </a:lnTo>
                    <a:lnTo>
                      <a:pt x="291329" y="384848"/>
                    </a:lnTo>
                    <a:lnTo>
                      <a:pt x="288554" y="451642"/>
                    </a:lnTo>
                    <a:lnTo>
                      <a:pt x="287771" y="537575"/>
                    </a:lnTo>
                    <a:lnTo>
                      <a:pt x="287771" y="603981"/>
                    </a:lnTo>
                    <a:lnTo>
                      <a:pt x="288554" y="689914"/>
                    </a:lnTo>
                    <a:lnTo>
                      <a:pt x="291329" y="756707"/>
                    </a:lnTo>
                    <a:lnTo>
                      <a:pt x="296731" y="806519"/>
                    </a:lnTo>
                    <a:lnTo>
                      <a:pt x="317960" y="863826"/>
                    </a:lnTo>
                    <a:lnTo>
                      <a:pt x="357329" y="879093"/>
                    </a:lnTo>
                    <a:lnTo>
                      <a:pt x="379603" y="875636"/>
                    </a:lnTo>
                    <a:lnTo>
                      <a:pt x="409274" y="841506"/>
                    </a:lnTo>
                    <a:lnTo>
                      <a:pt x="423347" y="756707"/>
                    </a:lnTo>
                    <a:lnTo>
                      <a:pt x="426124" y="689914"/>
                    </a:lnTo>
                    <a:lnTo>
                      <a:pt x="426908" y="603981"/>
                    </a:lnTo>
                    <a:lnTo>
                      <a:pt x="426908" y="537575"/>
                    </a:lnTo>
                    <a:close/>
                  </a:path>
                  <a:path w="716279" h="1141729">
                    <a:moveTo>
                      <a:pt x="716250" y="627698"/>
                    </a:moveTo>
                    <a:lnTo>
                      <a:pt x="714807" y="697566"/>
                    </a:lnTo>
                    <a:lnTo>
                      <a:pt x="710490" y="761450"/>
                    </a:lnTo>
                    <a:lnTo>
                      <a:pt x="703315" y="819553"/>
                    </a:lnTo>
                    <a:lnTo>
                      <a:pt x="693298" y="872079"/>
                    </a:lnTo>
                    <a:lnTo>
                      <a:pt x="680455" y="919232"/>
                    </a:lnTo>
                    <a:lnTo>
                      <a:pt x="664802" y="961215"/>
                    </a:lnTo>
                    <a:lnTo>
                      <a:pt x="646356" y="998233"/>
                    </a:lnTo>
                    <a:lnTo>
                      <a:pt x="625134" y="1030489"/>
                    </a:lnTo>
                    <a:lnTo>
                      <a:pt x="574422" y="1081531"/>
                    </a:lnTo>
                    <a:lnTo>
                      <a:pt x="512798" y="1115971"/>
                    </a:lnTo>
                    <a:lnTo>
                      <a:pt x="440390" y="1135440"/>
                    </a:lnTo>
                    <a:lnTo>
                      <a:pt x="400183" y="1140069"/>
                    </a:lnTo>
                    <a:lnTo>
                      <a:pt x="357329" y="1141567"/>
                    </a:lnTo>
                    <a:lnTo>
                      <a:pt x="314755" y="1140069"/>
                    </a:lnTo>
                    <a:lnTo>
                      <a:pt x="274793" y="1135440"/>
                    </a:lnTo>
                    <a:lnTo>
                      <a:pt x="237462" y="1127475"/>
                    </a:lnTo>
                    <a:lnTo>
                      <a:pt x="170766" y="1100724"/>
                    </a:lnTo>
                    <a:lnTo>
                      <a:pt x="114816" y="1058187"/>
                    </a:lnTo>
                    <a:lnTo>
                      <a:pt x="69760" y="998233"/>
                    </a:lnTo>
                    <a:lnTo>
                      <a:pt x="51363" y="961215"/>
                    </a:lnTo>
                    <a:lnTo>
                      <a:pt x="35746" y="919232"/>
                    </a:lnTo>
                    <a:lnTo>
                      <a:pt x="22927" y="872079"/>
                    </a:lnTo>
                    <a:lnTo>
                      <a:pt x="12924" y="819553"/>
                    </a:lnTo>
                    <a:lnTo>
                      <a:pt x="5756" y="761450"/>
                    </a:lnTo>
                    <a:lnTo>
                      <a:pt x="1442" y="697566"/>
                    </a:lnTo>
                    <a:lnTo>
                      <a:pt x="0" y="627698"/>
                    </a:lnTo>
                    <a:lnTo>
                      <a:pt x="0" y="513858"/>
                    </a:lnTo>
                    <a:lnTo>
                      <a:pt x="1442" y="443990"/>
                    </a:lnTo>
                    <a:lnTo>
                      <a:pt x="5756" y="380107"/>
                    </a:lnTo>
                    <a:lnTo>
                      <a:pt x="12924" y="322004"/>
                    </a:lnTo>
                    <a:lnTo>
                      <a:pt x="22927" y="269479"/>
                    </a:lnTo>
                    <a:lnTo>
                      <a:pt x="35746" y="222327"/>
                    </a:lnTo>
                    <a:lnTo>
                      <a:pt x="51363" y="180344"/>
                    </a:lnTo>
                    <a:lnTo>
                      <a:pt x="69760" y="143327"/>
                    </a:lnTo>
                    <a:lnTo>
                      <a:pt x="90917" y="111072"/>
                    </a:lnTo>
                    <a:lnTo>
                      <a:pt x="141439" y="60032"/>
                    </a:lnTo>
                    <a:lnTo>
                      <a:pt x="202780" y="25594"/>
                    </a:lnTo>
                    <a:lnTo>
                      <a:pt x="274793" y="6126"/>
                    </a:lnTo>
                    <a:lnTo>
                      <a:pt x="314755" y="1497"/>
                    </a:lnTo>
                    <a:lnTo>
                      <a:pt x="357329" y="0"/>
                    </a:lnTo>
                    <a:lnTo>
                      <a:pt x="400183" y="1497"/>
                    </a:lnTo>
                    <a:lnTo>
                      <a:pt x="440390" y="6126"/>
                    </a:lnTo>
                    <a:lnTo>
                      <a:pt x="477933" y="14090"/>
                    </a:lnTo>
                    <a:lnTo>
                      <a:pt x="544966" y="40840"/>
                    </a:lnTo>
                    <a:lnTo>
                      <a:pt x="601150" y="83375"/>
                    </a:lnTo>
                    <a:lnTo>
                      <a:pt x="646356" y="143327"/>
                    </a:lnTo>
                    <a:lnTo>
                      <a:pt x="664802" y="180344"/>
                    </a:lnTo>
                    <a:lnTo>
                      <a:pt x="680455" y="222327"/>
                    </a:lnTo>
                    <a:lnTo>
                      <a:pt x="693298" y="269479"/>
                    </a:lnTo>
                    <a:lnTo>
                      <a:pt x="703315" y="322004"/>
                    </a:lnTo>
                    <a:lnTo>
                      <a:pt x="710490" y="380107"/>
                    </a:lnTo>
                    <a:lnTo>
                      <a:pt x="714807" y="443990"/>
                    </a:lnTo>
                    <a:lnTo>
                      <a:pt x="716250" y="513858"/>
                    </a:lnTo>
                    <a:lnTo>
                      <a:pt x="716250" y="627698"/>
                    </a:lnTo>
                    <a:close/>
                  </a:path>
                </a:pathLst>
              </a:custGeom>
              <a:ln w="20941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51656" y="0"/>
            <a:ext cx="1195937" cy="8798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96793" y="29941"/>
            <a:ext cx="8907306" cy="7886700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" y="9702178"/>
            <a:ext cx="3051174" cy="1589522"/>
          </a:xfrm>
          <a:custGeom>
            <a:avLst/>
            <a:gdLst/>
            <a:ahLst/>
            <a:cxnLst/>
            <a:rect l="l" t="t" r="r" b="b"/>
            <a:pathLst>
              <a:path w="4924425" h="2565400">
                <a:moveTo>
                  <a:pt x="1680831" y="0"/>
                </a:moveTo>
                <a:lnTo>
                  <a:pt x="1630348" y="1290"/>
                </a:lnTo>
                <a:lnTo>
                  <a:pt x="1581226" y="4135"/>
                </a:lnTo>
                <a:lnTo>
                  <a:pt x="1533415" y="8512"/>
                </a:lnTo>
                <a:lnTo>
                  <a:pt x="1486871" y="14402"/>
                </a:lnTo>
                <a:lnTo>
                  <a:pt x="1441545" y="21783"/>
                </a:lnTo>
                <a:lnTo>
                  <a:pt x="1397391" y="30635"/>
                </a:lnTo>
                <a:lnTo>
                  <a:pt x="1354362" y="40935"/>
                </a:lnTo>
                <a:lnTo>
                  <a:pt x="1312411" y="52663"/>
                </a:lnTo>
                <a:lnTo>
                  <a:pt x="1271491" y="65799"/>
                </a:lnTo>
                <a:lnTo>
                  <a:pt x="1231555" y="80321"/>
                </a:lnTo>
                <a:lnTo>
                  <a:pt x="1192556" y="96208"/>
                </a:lnTo>
                <a:lnTo>
                  <a:pt x="1154447" y="113439"/>
                </a:lnTo>
                <a:lnTo>
                  <a:pt x="1117181" y="131994"/>
                </a:lnTo>
                <a:lnTo>
                  <a:pt x="1080711" y="151851"/>
                </a:lnTo>
                <a:lnTo>
                  <a:pt x="1044991" y="172989"/>
                </a:lnTo>
                <a:lnTo>
                  <a:pt x="1009973" y="195388"/>
                </a:lnTo>
                <a:lnTo>
                  <a:pt x="975610" y="219026"/>
                </a:lnTo>
                <a:lnTo>
                  <a:pt x="941856" y="243882"/>
                </a:lnTo>
                <a:lnTo>
                  <a:pt x="908663" y="269935"/>
                </a:lnTo>
                <a:lnTo>
                  <a:pt x="875985" y="297165"/>
                </a:lnTo>
                <a:lnTo>
                  <a:pt x="843775" y="325550"/>
                </a:lnTo>
                <a:lnTo>
                  <a:pt x="811985" y="355070"/>
                </a:lnTo>
                <a:lnTo>
                  <a:pt x="780569" y="385703"/>
                </a:lnTo>
                <a:lnTo>
                  <a:pt x="749479" y="417428"/>
                </a:lnTo>
                <a:lnTo>
                  <a:pt x="718670" y="450225"/>
                </a:lnTo>
                <a:lnTo>
                  <a:pt x="688093" y="484073"/>
                </a:lnTo>
                <a:lnTo>
                  <a:pt x="657702" y="518949"/>
                </a:lnTo>
                <a:lnTo>
                  <a:pt x="627450" y="554835"/>
                </a:lnTo>
                <a:lnTo>
                  <a:pt x="597290" y="591708"/>
                </a:lnTo>
                <a:lnTo>
                  <a:pt x="567175" y="629547"/>
                </a:lnTo>
                <a:lnTo>
                  <a:pt x="537059" y="668332"/>
                </a:lnTo>
                <a:lnTo>
                  <a:pt x="506893" y="708041"/>
                </a:lnTo>
                <a:lnTo>
                  <a:pt x="476632" y="748654"/>
                </a:lnTo>
                <a:lnTo>
                  <a:pt x="446228" y="790149"/>
                </a:lnTo>
                <a:lnTo>
                  <a:pt x="415635" y="832507"/>
                </a:lnTo>
                <a:lnTo>
                  <a:pt x="0" y="1415300"/>
                </a:lnTo>
                <a:lnTo>
                  <a:pt x="0" y="2564905"/>
                </a:lnTo>
                <a:lnTo>
                  <a:pt x="4908075" y="2564905"/>
                </a:lnTo>
                <a:lnTo>
                  <a:pt x="4914036" y="2537679"/>
                </a:lnTo>
                <a:lnTo>
                  <a:pt x="4920842" y="2491831"/>
                </a:lnTo>
                <a:lnTo>
                  <a:pt x="4924066" y="2446470"/>
                </a:lnTo>
                <a:lnTo>
                  <a:pt x="4923432" y="2401739"/>
                </a:lnTo>
                <a:lnTo>
                  <a:pt x="4918663" y="2357787"/>
                </a:lnTo>
                <a:lnTo>
                  <a:pt x="4909485" y="2314757"/>
                </a:lnTo>
                <a:lnTo>
                  <a:pt x="4895620" y="2272796"/>
                </a:lnTo>
                <a:lnTo>
                  <a:pt x="4876793" y="2232050"/>
                </a:lnTo>
                <a:lnTo>
                  <a:pt x="4854637" y="2195167"/>
                </a:lnTo>
                <a:lnTo>
                  <a:pt x="4829435" y="2161507"/>
                </a:lnTo>
                <a:lnTo>
                  <a:pt x="4801364" y="2130918"/>
                </a:lnTo>
                <a:lnTo>
                  <a:pt x="4770601" y="2103249"/>
                </a:lnTo>
                <a:lnTo>
                  <a:pt x="4737323" y="2078348"/>
                </a:lnTo>
                <a:lnTo>
                  <a:pt x="4701707" y="2056064"/>
                </a:lnTo>
                <a:lnTo>
                  <a:pt x="4663930" y="2036244"/>
                </a:lnTo>
                <a:lnTo>
                  <a:pt x="4624169" y="2018738"/>
                </a:lnTo>
                <a:lnTo>
                  <a:pt x="4582600" y="2003392"/>
                </a:lnTo>
                <a:lnTo>
                  <a:pt x="4539401" y="1990057"/>
                </a:lnTo>
                <a:lnTo>
                  <a:pt x="4494748" y="1978580"/>
                </a:lnTo>
                <a:lnTo>
                  <a:pt x="4448819" y="1968810"/>
                </a:lnTo>
                <a:lnTo>
                  <a:pt x="4401790" y="1960594"/>
                </a:lnTo>
                <a:lnTo>
                  <a:pt x="4353839" y="1953782"/>
                </a:lnTo>
                <a:lnTo>
                  <a:pt x="4305142" y="1948221"/>
                </a:lnTo>
                <a:lnTo>
                  <a:pt x="4255877" y="1943760"/>
                </a:lnTo>
                <a:lnTo>
                  <a:pt x="4206219" y="1940248"/>
                </a:lnTo>
                <a:lnTo>
                  <a:pt x="4156347" y="1937532"/>
                </a:lnTo>
                <a:lnTo>
                  <a:pt x="4056665" y="1933883"/>
                </a:lnTo>
                <a:lnTo>
                  <a:pt x="3816087" y="1928087"/>
                </a:lnTo>
                <a:lnTo>
                  <a:pt x="3770865" y="1926284"/>
                </a:lnTo>
                <a:lnTo>
                  <a:pt x="3727021" y="1923913"/>
                </a:lnTo>
                <a:lnTo>
                  <a:pt x="3684731" y="1920823"/>
                </a:lnTo>
                <a:lnTo>
                  <a:pt x="3644173" y="1916861"/>
                </a:lnTo>
                <a:lnTo>
                  <a:pt x="3605523" y="1911875"/>
                </a:lnTo>
                <a:lnTo>
                  <a:pt x="3522159" y="1894720"/>
                </a:lnTo>
                <a:lnTo>
                  <a:pt x="3478232" y="1880359"/>
                </a:lnTo>
                <a:lnTo>
                  <a:pt x="3437055" y="1862804"/>
                </a:lnTo>
                <a:lnTo>
                  <a:pt x="3398509" y="1842224"/>
                </a:lnTo>
                <a:lnTo>
                  <a:pt x="3362474" y="1818790"/>
                </a:lnTo>
                <a:lnTo>
                  <a:pt x="3328827" y="1792672"/>
                </a:lnTo>
                <a:lnTo>
                  <a:pt x="3297450" y="1764041"/>
                </a:lnTo>
                <a:lnTo>
                  <a:pt x="3268221" y="1733068"/>
                </a:lnTo>
                <a:lnTo>
                  <a:pt x="3241020" y="1699922"/>
                </a:lnTo>
                <a:lnTo>
                  <a:pt x="3215726" y="1664775"/>
                </a:lnTo>
                <a:lnTo>
                  <a:pt x="3192219" y="1627796"/>
                </a:lnTo>
                <a:lnTo>
                  <a:pt x="3170378" y="1589157"/>
                </a:lnTo>
                <a:lnTo>
                  <a:pt x="3150082" y="1549027"/>
                </a:lnTo>
                <a:lnTo>
                  <a:pt x="3131212" y="1507578"/>
                </a:lnTo>
                <a:lnTo>
                  <a:pt x="3113646" y="1464979"/>
                </a:lnTo>
                <a:lnTo>
                  <a:pt x="3097263" y="1421401"/>
                </a:lnTo>
                <a:lnTo>
                  <a:pt x="3081944" y="1377015"/>
                </a:lnTo>
                <a:lnTo>
                  <a:pt x="3067568" y="1331991"/>
                </a:lnTo>
                <a:lnTo>
                  <a:pt x="3054013" y="1286499"/>
                </a:lnTo>
                <a:lnTo>
                  <a:pt x="3041160" y="1240711"/>
                </a:lnTo>
                <a:lnTo>
                  <a:pt x="3028888" y="1194795"/>
                </a:lnTo>
                <a:lnTo>
                  <a:pt x="3017077" y="1148924"/>
                </a:lnTo>
                <a:lnTo>
                  <a:pt x="3005605" y="1103267"/>
                </a:lnTo>
                <a:lnTo>
                  <a:pt x="2994353" y="1057995"/>
                </a:lnTo>
                <a:lnTo>
                  <a:pt x="2983199" y="1013278"/>
                </a:lnTo>
                <a:lnTo>
                  <a:pt x="2972024" y="969287"/>
                </a:lnTo>
                <a:lnTo>
                  <a:pt x="2960706" y="926193"/>
                </a:lnTo>
                <a:lnTo>
                  <a:pt x="2949124" y="884165"/>
                </a:lnTo>
                <a:lnTo>
                  <a:pt x="2934459" y="834844"/>
                </a:lnTo>
                <a:lnTo>
                  <a:pt x="2918741" y="786685"/>
                </a:lnTo>
                <a:lnTo>
                  <a:pt x="2901932" y="739712"/>
                </a:lnTo>
                <a:lnTo>
                  <a:pt x="2883997" y="693953"/>
                </a:lnTo>
                <a:lnTo>
                  <a:pt x="2864898" y="649434"/>
                </a:lnTo>
                <a:lnTo>
                  <a:pt x="2844600" y="606179"/>
                </a:lnTo>
                <a:lnTo>
                  <a:pt x="2823065" y="564216"/>
                </a:lnTo>
                <a:lnTo>
                  <a:pt x="2800256" y="523571"/>
                </a:lnTo>
                <a:lnTo>
                  <a:pt x="2776138" y="484269"/>
                </a:lnTo>
                <a:lnTo>
                  <a:pt x="2750673" y="446336"/>
                </a:lnTo>
                <a:lnTo>
                  <a:pt x="2723825" y="409799"/>
                </a:lnTo>
                <a:lnTo>
                  <a:pt x="2695557" y="374684"/>
                </a:lnTo>
                <a:lnTo>
                  <a:pt x="2665832" y="341016"/>
                </a:lnTo>
                <a:lnTo>
                  <a:pt x="2634614" y="308821"/>
                </a:lnTo>
                <a:lnTo>
                  <a:pt x="2601867" y="278127"/>
                </a:lnTo>
                <a:lnTo>
                  <a:pt x="2567552" y="248958"/>
                </a:lnTo>
                <a:lnTo>
                  <a:pt x="2531635" y="221341"/>
                </a:lnTo>
                <a:lnTo>
                  <a:pt x="2494078" y="195301"/>
                </a:lnTo>
                <a:lnTo>
                  <a:pt x="2454844" y="170866"/>
                </a:lnTo>
                <a:lnTo>
                  <a:pt x="2413897" y="148060"/>
                </a:lnTo>
                <a:lnTo>
                  <a:pt x="2371200" y="126910"/>
                </a:lnTo>
                <a:lnTo>
                  <a:pt x="2326716" y="107442"/>
                </a:lnTo>
                <a:lnTo>
                  <a:pt x="2280410" y="89682"/>
                </a:lnTo>
                <a:lnTo>
                  <a:pt x="2232244" y="73656"/>
                </a:lnTo>
                <a:lnTo>
                  <a:pt x="2182181" y="59391"/>
                </a:lnTo>
                <a:lnTo>
                  <a:pt x="2130185" y="46911"/>
                </a:lnTo>
                <a:lnTo>
                  <a:pt x="2076219" y="36243"/>
                </a:lnTo>
                <a:lnTo>
                  <a:pt x="2014905" y="26067"/>
                </a:lnTo>
                <a:lnTo>
                  <a:pt x="1955279" y="17593"/>
                </a:lnTo>
                <a:lnTo>
                  <a:pt x="1897295" y="10798"/>
                </a:lnTo>
                <a:lnTo>
                  <a:pt x="1840905" y="5662"/>
                </a:lnTo>
                <a:lnTo>
                  <a:pt x="1786062" y="2165"/>
                </a:lnTo>
                <a:lnTo>
                  <a:pt x="1732720" y="284"/>
                </a:lnTo>
                <a:lnTo>
                  <a:pt x="1680831" y="0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1246F187-FB35-92A0-84D1-A0DC26DEC668}"/>
              </a:ext>
            </a:extLst>
          </p:cNvPr>
          <p:cNvGrpSpPr/>
          <p:nvPr/>
        </p:nvGrpSpPr>
        <p:grpSpPr>
          <a:xfrm>
            <a:off x="11066960" y="6949391"/>
            <a:ext cx="3797434" cy="3797434"/>
            <a:chOff x="11066960" y="6949391"/>
            <a:chExt cx="3797434" cy="3797434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66960" y="6949391"/>
              <a:ext cx="3797434" cy="3797434"/>
            </a:xfrm>
            <a:prstGeom prst="rect">
              <a:avLst/>
            </a:prstGeom>
          </p:spPr>
        </p:pic>
        <p:sp>
          <p:nvSpPr>
            <p:cNvPr id="25" name="object 25"/>
            <p:cNvSpPr txBox="1"/>
            <p:nvPr/>
          </p:nvSpPr>
          <p:spPr>
            <a:xfrm>
              <a:off x="11581401" y="8429955"/>
              <a:ext cx="2722245" cy="591185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sz="3700" spc="-315" dirty="0">
                  <a:solidFill>
                    <a:srgbClr val="FFFFFF"/>
                  </a:solidFill>
                  <a:latin typeface="Trebuchet MS"/>
                  <a:cs typeface="Trebuchet MS"/>
                </a:rPr>
                <a:t>Clientes</a:t>
              </a:r>
              <a:r>
                <a:rPr sz="3700" spc="-270" dirty="0">
                  <a:solidFill>
                    <a:srgbClr val="FFFFFF"/>
                  </a:solidFill>
                  <a:latin typeface="Trebuchet MS"/>
                  <a:cs typeface="Trebuchet MS"/>
                </a:rPr>
                <a:t> </a:t>
              </a:r>
              <a:r>
                <a:rPr sz="3700" spc="-305" dirty="0">
                  <a:solidFill>
                    <a:srgbClr val="FFFFFF"/>
                  </a:solidFill>
                  <a:latin typeface="Trebuchet MS"/>
                  <a:cs typeface="Trebuchet MS"/>
                </a:rPr>
                <a:t>activos</a:t>
              </a:r>
              <a:endParaRPr sz="3700" dirty="0">
                <a:latin typeface="Trebuchet MS"/>
                <a:cs typeface="Trebuchet MS"/>
              </a:endParaRPr>
            </a:p>
          </p:txBody>
        </p:sp>
      </p:grpSp>
      <p:pic>
        <p:nvPicPr>
          <p:cNvPr id="27" name="Imagen 26">
            <a:extLst>
              <a:ext uri="{FF2B5EF4-FFF2-40B4-BE49-F238E27FC236}">
                <a16:creationId xmlns:a16="http://schemas.microsoft.com/office/drawing/2014/main" id="{C21B1A35-E4A1-0992-2CC0-313FEFF7AF6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1" t="3465" r="8623" b="7587"/>
          <a:stretch/>
        </p:blipFill>
        <p:spPr>
          <a:xfrm rot="19391493">
            <a:off x="90543" y="313173"/>
            <a:ext cx="2703993" cy="1986251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E53CD421-D0F6-6975-F200-905613CCD46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2050" y="10023300"/>
            <a:ext cx="2083406" cy="942688"/>
          </a:xfrm>
          <a:prstGeom prst="rect">
            <a:avLst/>
          </a:prstGeom>
        </p:spPr>
      </p:pic>
      <p:grpSp>
        <p:nvGrpSpPr>
          <p:cNvPr id="34" name="Grupo 33">
            <a:extLst>
              <a:ext uri="{FF2B5EF4-FFF2-40B4-BE49-F238E27FC236}">
                <a16:creationId xmlns:a16="http://schemas.microsoft.com/office/drawing/2014/main" id="{5894EA4C-C934-54FE-B9B0-322318DD1A95}"/>
              </a:ext>
            </a:extLst>
          </p:cNvPr>
          <p:cNvGrpSpPr/>
          <p:nvPr/>
        </p:nvGrpSpPr>
        <p:grpSpPr>
          <a:xfrm>
            <a:off x="2851005" y="6105880"/>
            <a:ext cx="5520581" cy="3917420"/>
            <a:chOff x="876830" y="3489855"/>
            <a:chExt cx="5520581" cy="3917420"/>
          </a:xfrm>
        </p:grpSpPr>
        <p:sp>
          <p:nvSpPr>
            <p:cNvPr id="20" name="object 20"/>
            <p:cNvSpPr/>
            <p:nvPr/>
          </p:nvSpPr>
          <p:spPr>
            <a:xfrm>
              <a:off x="876830" y="3489855"/>
              <a:ext cx="3917420" cy="3917420"/>
            </a:xfrm>
            <a:custGeom>
              <a:avLst/>
              <a:gdLst/>
              <a:ahLst/>
              <a:cxnLst/>
              <a:rect l="l" t="t" r="r" b="b"/>
              <a:pathLst>
                <a:path w="3797935" h="3797934">
                  <a:moveTo>
                    <a:pt x="1898717" y="0"/>
                  </a:moveTo>
                  <a:lnTo>
                    <a:pt x="1850462" y="601"/>
                  </a:lnTo>
                  <a:lnTo>
                    <a:pt x="1802503" y="2395"/>
                  </a:lnTo>
                  <a:lnTo>
                    <a:pt x="1754855" y="5368"/>
                  </a:lnTo>
                  <a:lnTo>
                    <a:pt x="1707531" y="9505"/>
                  </a:lnTo>
                  <a:lnTo>
                    <a:pt x="1660546" y="14793"/>
                  </a:lnTo>
                  <a:lnTo>
                    <a:pt x="1613915" y="21217"/>
                  </a:lnTo>
                  <a:lnTo>
                    <a:pt x="1567651" y="28763"/>
                  </a:lnTo>
                  <a:lnTo>
                    <a:pt x="1521768" y="37416"/>
                  </a:lnTo>
                  <a:lnTo>
                    <a:pt x="1476281" y="47163"/>
                  </a:lnTo>
                  <a:lnTo>
                    <a:pt x="1431204" y="57988"/>
                  </a:lnTo>
                  <a:lnTo>
                    <a:pt x="1386552" y="69879"/>
                  </a:lnTo>
                  <a:lnTo>
                    <a:pt x="1342338" y="82820"/>
                  </a:lnTo>
                  <a:lnTo>
                    <a:pt x="1298577" y="96798"/>
                  </a:lnTo>
                  <a:lnTo>
                    <a:pt x="1255283" y="111798"/>
                  </a:lnTo>
                  <a:lnTo>
                    <a:pt x="1212470" y="127805"/>
                  </a:lnTo>
                  <a:lnTo>
                    <a:pt x="1170152" y="144807"/>
                  </a:lnTo>
                  <a:lnTo>
                    <a:pt x="1128345" y="162788"/>
                  </a:lnTo>
                  <a:lnTo>
                    <a:pt x="1087061" y="181734"/>
                  </a:lnTo>
                  <a:lnTo>
                    <a:pt x="1046315" y="201631"/>
                  </a:lnTo>
                  <a:lnTo>
                    <a:pt x="1006122" y="222465"/>
                  </a:lnTo>
                  <a:lnTo>
                    <a:pt x="966496" y="244221"/>
                  </a:lnTo>
                  <a:lnTo>
                    <a:pt x="927450" y="266886"/>
                  </a:lnTo>
                  <a:lnTo>
                    <a:pt x="888999" y="290445"/>
                  </a:lnTo>
                  <a:lnTo>
                    <a:pt x="851158" y="314883"/>
                  </a:lnTo>
                  <a:lnTo>
                    <a:pt x="813941" y="340188"/>
                  </a:lnTo>
                  <a:lnTo>
                    <a:pt x="777361" y="366343"/>
                  </a:lnTo>
                  <a:lnTo>
                    <a:pt x="741433" y="393336"/>
                  </a:lnTo>
                  <a:lnTo>
                    <a:pt x="706172" y="421151"/>
                  </a:lnTo>
                  <a:lnTo>
                    <a:pt x="671591" y="449775"/>
                  </a:lnTo>
                  <a:lnTo>
                    <a:pt x="637705" y="479194"/>
                  </a:lnTo>
                  <a:lnTo>
                    <a:pt x="604528" y="509393"/>
                  </a:lnTo>
                  <a:lnTo>
                    <a:pt x="572074" y="540357"/>
                  </a:lnTo>
                  <a:lnTo>
                    <a:pt x="540357" y="572074"/>
                  </a:lnTo>
                  <a:lnTo>
                    <a:pt x="509393" y="604528"/>
                  </a:lnTo>
                  <a:lnTo>
                    <a:pt x="479194" y="637705"/>
                  </a:lnTo>
                  <a:lnTo>
                    <a:pt x="449775" y="671591"/>
                  </a:lnTo>
                  <a:lnTo>
                    <a:pt x="421151" y="706172"/>
                  </a:lnTo>
                  <a:lnTo>
                    <a:pt x="393336" y="741433"/>
                  </a:lnTo>
                  <a:lnTo>
                    <a:pt x="366343" y="777361"/>
                  </a:lnTo>
                  <a:lnTo>
                    <a:pt x="340188" y="813941"/>
                  </a:lnTo>
                  <a:lnTo>
                    <a:pt x="314883" y="851158"/>
                  </a:lnTo>
                  <a:lnTo>
                    <a:pt x="290445" y="888999"/>
                  </a:lnTo>
                  <a:lnTo>
                    <a:pt x="266886" y="927450"/>
                  </a:lnTo>
                  <a:lnTo>
                    <a:pt x="244221" y="966496"/>
                  </a:lnTo>
                  <a:lnTo>
                    <a:pt x="222465" y="1006122"/>
                  </a:lnTo>
                  <a:lnTo>
                    <a:pt x="201631" y="1046315"/>
                  </a:lnTo>
                  <a:lnTo>
                    <a:pt x="181734" y="1087061"/>
                  </a:lnTo>
                  <a:lnTo>
                    <a:pt x="162788" y="1128345"/>
                  </a:lnTo>
                  <a:lnTo>
                    <a:pt x="144807" y="1170152"/>
                  </a:lnTo>
                  <a:lnTo>
                    <a:pt x="127805" y="1212470"/>
                  </a:lnTo>
                  <a:lnTo>
                    <a:pt x="111798" y="1255283"/>
                  </a:lnTo>
                  <a:lnTo>
                    <a:pt x="96798" y="1298577"/>
                  </a:lnTo>
                  <a:lnTo>
                    <a:pt x="82820" y="1342338"/>
                  </a:lnTo>
                  <a:lnTo>
                    <a:pt x="69879" y="1386552"/>
                  </a:lnTo>
                  <a:lnTo>
                    <a:pt x="57988" y="1431204"/>
                  </a:lnTo>
                  <a:lnTo>
                    <a:pt x="47163" y="1476281"/>
                  </a:lnTo>
                  <a:lnTo>
                    <a:pt x="37416" y="1521768"/>
                  </a:lnTo>
                  <a:lnTo>
                    <a:pt x="28763" y="1567651"/>
                  </a:lnTo>
                  <a:lnTo>
                    <a:pt x="21217" y="1613915"/>
                  </a:lnTo>
                  <a:lnTo>
                    <a:pt x="14793" y="1660546"/>
                  </a:lnTo>
                  <a:lnTo>
                    <a:pt x="9505" y="1707531"/>
                  </a:lnTo>
                  <a:lnTo>
                    <a:pt x="5368" y="1754855"/>
                  </a:lnTo>
                  <a:lnTo>
                    <a:pt x="2395" y="1802503"/>
                  </a:lnTo>
                  <a:lnTo>
                    <a:pt x="601" y="1850462"/>
                  </a:lnTo>
                  <a:lnTo>
                    <a:pt x="0" y="1898717"/>
                  </a:lnTo>
                  <a:lnTo>
                    <a:pt x="601" y="1946971"/>
                  </a:lnTo>
                  <a:lnTo>
                    <a:pt x="2395" y="1994930"/>
                  </a:lnTo>
                  <a:lnTo>
                    <a:pt x="5368" y="2042578"/>
                  </a:lnTo>
                  <a:lnTo>
                    <a:pt x="9505" y="2089902"/>
                  </a:lnTo>
                  <a:lnTo>
                    <a:pt x="14793" y="2136887"/>
                  </a:lnTo>
                  <a:lnTo>
                    <a:pt x="21217" y="2183518"/>
                  </a:lnTo>
                  <a:lnTo>
                    <a:pt x="28763" y="2229782"/>
                  </a:lnTo>
                  <a:lnTo>
                    <a:pt x="37416" y="2275665"/>
                  </a:lnTo>
                  <a:lnTo>
                    <a:pt x="47163" y="2321152"/>
                  </a:lnTo>
                  <a:lnTo>
                    <a:pt x="57988" y="2366229"/>
                  </a:lnTo>
                  <a:lnTo>
                    <a:pt x="69879" y="2410881"/>
                  </a:lnTo>
                  <a:lnTo>
                    <a:pt x="82820" y="2455095"/>
                  </a:lnTo>
                  <a:lnTo>
                    <a:pt x="96798" y="2498856"/>
                  </a:lnTo>
                  <a:lnTo>
                    <a:pt x="111798" y="2542150"/>
                  </a:lnTo>
                  <a:lnTo>
                    <a:pt x="127805" y="2584963"/>
                  </a:lnTo>
                  <a:lnTo>
                    <a:pt x="144807" y="2627281"/>
                  </a:lnTo>
                  <a:lnTo>
                    <a:pt x="162788" y="2669088"/>
                  </a:lnTo>
                  <a:lnTo>
                    <a:pt x="181734" y="2710372"/>
                  </a:lnTo>
                  <a:lnTo>
                    <a:pt x="201631" y="2751118"/>
                  </a:lnTo>
                  <a:lnTo>
                    <a:pt x="222465" y="2791311"/>
                  </a:lnTo>
                  <a:lnTo>
                    <a:pt x="244221" y="2830937"/>
                  </a:lnTo>
                  <a:lnTo>
                    <a:pt x="266886" y="2869983"/>
                  </a:lnTo>
                  <a:lnTo>
                    <a:pt x="290445" y="2908434"/>
                  </a:lnTo>
                  <a:lnTo>
                    <a:pt x="314883" y="2946275"/>
                  </a:lnTo>
                  <a:lnTo>
                    <a:pt x="340188" y="2983492"/>
                  </a:lnTo>
                  <a:lnTo>
                    <a:pt x="366343" y="3020072"/>
                  </a:lnTo>
                  <a:lnTo>
                    <a:pt x="393336" y="3056000"/>
                  </a:lnTo>
                  <a:lnTo>
                    <a:pt x="421151" y="3091261"/>
                  </a:lnTo>
                  <a:lnTo>
                    <a:pt x="449775" y="3125842"/>
                  </a:lnTo>
                  <a:lnTo>
                    <a:pt x="479194" y="3159728"/>
                  </a:lnTo>
                  <a:lnTo>
                    <a:pt x="509393" y="3192905"/>
                  </a:lnTo>
                  <a:lnTo>
                    <a:pt x="540357" y="3225359"/>
                  </a:lnTo>
                  <a:lnTo>
                    <a:pt x="572074" y="3257076"/>
                  </a:lnTo>
                  <a:lnTo>
                    <a:pt x="604528" y="3288040"/>
                  </a:lnTo>
                  <a:lnTo>
                    <a:pt x="637705" y="3318239"/>
                  </a:lnTo>
                  <a:lnTo>
                    <a:pt x="671591" y="3347658"/>
                  </a:lnTo>
                  <a:lnTo>
                    <a:pt x="706172" y="3376282"/>
                  </a:lnTo>
                  <a:lnTo>
                    <a:pt x="741433" y="3404097"/>
                  </a:lnTo>
                  <a:lnTo>
                    <a:pt x="777361" y="3431090"/>
                  </a:lnTo>
                  <a:lnTo>
                    <a:pt x="813941" y="3457246"/>
                  </a:lnTo>
                  <a:lnTo>
                    <a:pt x="851158" y="3482550"/>
                  </a:lnTo>
                  <a:lnTo>
                    <a:pt x="888999" y="3506988"/>
                  </a:lnTo>
                  <a:lnTo>
                    <a:pt x="927450" y="3530547"/>
                  </a:lnTo>
                  <a:lnTo>
                    <a:pt x="966496" y="3553212"/>
                  </a:lnTo>
                  <a:lnTo>
                    <a:pt x="1006122" y="3574968"/>
                  </a:lnTo>
                  <a:lnTo>
                    <a:pt x="1046315" y="3595802"/>
                  </a:lnTo>
                  <a:lnTo>
                    <a:pt x="1087061" y="3615699"/>
                  </a:lnTo>
                  <a:lnTo>
                    <a:pt x="1128345" y="3634645"/>
                  </a:lnTo>
                  <a:lnTo>
                    <a:pt x="1170152" y="3652626"/>
                  </a:lnTo>
                  <a:lnTo>
                    <a:pt x="1212470" y="3669628"/>
                  </a:lnTo>
                  <a:lnTo>
                    <a:pt x="1255283" y="3685635"/>
                  </a:lnTo>
                  <a:lnTo>
                    <a:pt x="1298577" y="3700635"/>
                  </a:lnTo>
                  <a:lnTo>
                    <a:pt x="1342338" y="3714613"/>
                  </a:lnTo>
                  <a:lnTo>
                    <a:pt x="1386552" y="3727554"/>
                  </a:lnTo>
                  <a:lnTo>
                    <a:pt x="1431204" y="3739445"/>
                  </a:lnTo>
                  <a:lnTo>
                    <a:pt x="1476281" y="3750270"/>
                  </a:lnTo>
                  <a:lnTo>
                    <a:pt x="1521768" y="3760017"/>
                  </a:lnTo>
                  <a:lnTo>
                    <a:pt x="1567651" y="3768670"/>
                  </a:lnTo>
                  <a:lnTo>
                    <a:pt x="1613915" y="3776216"/>
                  </a:lnTo>
                  <a:lnTo>
                    <a:pt x="1660546" y="3782640"/>
                  </a:lnTo>
                  <a:lnTo>
                    <a:pt x="1707531" y="3787928"/>
                  </a:lnTo>
                  <a:lnTo>
                    <a:pt x="1754855" y="3792065"/>
                  </a:lnTo>
                  <a:lnTo>
                    <a:pt x="1802503" y="3795038"/>
                  </a:lnTo>
                  <a:lnTo>
                    <a:pt x="1850462" y="3796832"/>
                  </a:lnTo>
                  <a:lnTo>
                    <a:pt x="1898717" y="3797434"/>
                  </a:lnTo>
                  <a:lnTo>
                    <a:pt x="1946971" y="3796832"/>
                  </a:lnTo>
                  <a:lnTo>
                    <a:pt x="1994930" y="3795038"/>
                  </a:lnTo>
                  <a:lnTo>
                    <a:pt x="2042578" y="3792065"/>
                  </a:lnTo>
                  <a:lnTo>
                    <a:pt x="2089902" y="3787928"/>
                  </a:lnTo>
                  <a:lnTo>
                    <a:pt x="2136887" y="3782640"/>
                  </a:lnTo>
                  <a:lnTo>
                    <a:pt x="2183518" y="3776216"/>
                  </a:lnTo>
                  <a:lnTo>
                    <a:pt x="2229782" y="3768670"/>
                  </a:lnTo>
                  <a:lnTo>
                    <a:pt x="2275665" y="3760017"/>
                  </a:lnTo>
                  <a:lnTo>
                    <a:pt x="2321152" y="3750270"/>
                  </a:lnTo>
                  <a:lnTo>
                    <a:pt x="2366229" y="3739445"/>
                  </a:lnTo>
                  <a:lnTo>
                    <a:pt x="2410881" y="3727554"/>
                  </a:lnTo>
                  <a:lnTo>
                    <a:pt x="2455095" y="3714613"/>
                  </a:lnTo>
                  <a:lnTo>
                    <a:pt x="2498856" y="3700635"/>
                  </a:lnTo>
                  <a:lnTo>
                    <a:pt x="2542150" y="3685635"/>
                  </a:lnTo>
                  <a:lnTo>
                    <a:pt x="2584963" y="3669628"/>
                  </a:lnTo>
                  <a:lnTo>
                    <a:pt x="2627281" y="3652626"/>
                  </a:lnTo>
                  <a:lnTo>
                    <a:pt x="2669088" y="3634645"/>
                  </a:lnTo>
                  <a:lnTo>
                    <a:pt x="2710372" y="3615699"/>
                  </a:lnTo>
                  <a:lnTo>
                    <a:pt x="2751118" y="3595802"/>
                  </a:lnTo>
                  <a:lnTo>
                    <a:pt x="2791311" y="3574968"/>
                  </a:lnTo>
                  <a:lnTo>
                    <a:pt x="2830937" y="3553212"/>
                  </a:lnTo>
                  <a:lnTo>
                    <a:pt x="2869983" y="3530547"/>
                  </a:lnTo>
                  <a:lnTo>
                    <a:pt x="2908434" y="3506988"/>
                  </a:lnTo>
                  <a:lnTo>
                    <a:pt x="2946275" y="3482550"/>
                  </a:lnTo>
                  <a:lnTo>
                    <a:pt x="2983492" y="3457246"/>
                  </a:lnTo>
                  <a:lnTo>
                    <a:pt x="3020072" y="3431090"/>
                  </a:lnTo>
                  <a:lnTo>
                    <a:pt x="3056000" y="3404097"/>
                  </a:lnTo>
                  <a:lnTo>
                    <a:pt x="3091261" y="3376282"/>
                  </a:lnTo>
                  <a:lnTo>
                    <a:pt x="3125842" y="3347658"/>
                  </a:lnTo>
                  <a:lnTo>
                    <a:pt x="3159728" y="3318239"/>
                  </a:lnTo>
                  <a:lnTo>
                    <a:pt x="3192905" y="3288040"/>
                  </a:lnTo>
                  <a:lnTo>
                    <a:pt x="3225359" y="3257076"/>
                  </a:lnTo>
                  <a:lnTo>
                    <a:pt x="3257076" y="3225359"/>
                  </a:lnTo>
                  <a:lnTo>
                    <a:pt x="3288040" y="3192905"/>
                  </a:lnTo>
                  <a:lnTo>
                    <a:pt x="3318239" y="3159728"/>
                  </a:lnTo>
                  <a:lnTo>
                    <a:pt x="3347658" y="3125842"/>
                  </a:lnTo>
                  <a:lnTo>
                    <a:pt x="3376282" y="3091261"/>
                  </a:lnTo>
                  <a:lnTo>
                    <a:pt x="3404097" y="3056000"/>
                  </a:lnTo>
                  <a:lnTo>
                    <a:pt x="3431090" y="3020072"/>
                  </a:lnTo>
                  <a:lnTo>
                    <a:pt x="3457246" y="2983492"/>
                  </a:lnTo>
                  <a:lnTo>
                    <a:pt x="3482550" y="2946275"/>
                  </a:lnTo>
                  <a:lnTo>
                    <a:pt x="3506988" y="2908434"/>
                  </a:lnTo>
                  <a:lnTo>
                    <a:pt x="3530547" y="2869983"/>
                  </a:lnTo>
                  <a:lnTo>
                    <a:pt x="3553212" y="2830937"/>
                  </a:lnTo>
                  <a:lnTo>
                    <a:pt x="3574968" y="2791311"/>
                  </a:lnTo>
                  <a:lnTo>
                    <a:pt x="3595802" y="2751118"/>
                  </a:lnTo>
                  <a:lnTo>
                    <a:pt x="3615699" y="2710372"/>
                  </a:lnTo>
                  <a:lnTo>
                    <a:pt x="3634645" y="2669088"/>
                  </a:lnTo>
                  <a:lnTo>
                    <a:pt x="3652626" y="2627281"/>
                  </a:lnTo>
                  <a:lnTo>
                    <a:pt x="3669628" y="2584963"/>
                  </a:lnTo>
                  <a:lnTo>
                    <a:pt x="3685635" y="2542150"/>
                  </a:lnTo>
                  <a:lnTo>
                    <a:pt x="3700635" y="2498856"/>
                  </a:lnTo>
                  <a:lnTo>
                    <a:pt x="3714613" y="2455095"/>
                  </a:lnTo>
                  <a:lnTo>
                    <a:pt x="3727554" y="2410881"/>
                  </a:lnTo>
                  <a:lnTo>
                    <a:pt x="3739445" y="2366229"/>
                  </a:lnTo>
                  <a:lnTo>
                    <a:pt x="3750270" y="2321152"/>
                  </a:lnTo>
                  <a:lnTo>
                    <a:pt x="3760017" y="2275665"/>
                  </a:lnTo>
                  <a:lnTo>
                    <a:pt x="3768670" y="2229782"/>
                  </a:lnTo>
                  <a:lnTo>
                    <a:pt x="3776216" y="2183518"/>
                  </a:lnTo>
                  <a:lnTo>
                    <a:pt x="3782640" y="2136887"/>
                  </a:lnTo>
                  <a:lnTo>
                    <a:pt x="3787928" y="2089902"/>
                  </a:lnTo>
                  <a:lnTo>
                    <a:pt x="3792065" y="2042578"/>
                  </a:lnTo>
                  <a:lnTo>
                    <a:pt x="3795038" y="1994930"/>
                  </a:lnTo>
                  <a:lnTo>
                    <a:pt x="3796832" y="1946971"/>
                  </a:lnTo>
                  <a:lnTo>
                    <a:pt x="3797434" y="1898717"/>
                  </a:lnTo>
                  <a:lnTo>
                    <a:pt x="3796832" y="1850462"/>
                  </a:lnTo>
                  <a:lnTo>
                    <a:pt x="3795038" y="1802503"/>
                  </a:lnTo>
                  <a:lnTo>
                    <a:pt x="3792065" y="1754855"/>
                  </a:lnTo>
                  <a:lnTo>
                    <a:pt x="3787928" y="1707531"/>
                  </a:lnTo>
                  <a:lnTo>
                    <a:pt x="3782640" y="1660546"/>
                  </a:lnTo>
                  <a:lnTo>
                    <a:pt x="3776216" y="1613915"/>
                  </a:lnTo>
                  <a:lnTo>
                    <a:pt x="3768670" y="1567651"/>
                  </a:lnTo>
                  <a:lnTo>
                    <a:pt x="3760017" y="1521768"/>
                  </a:lnTo>
                  <a:lnTo>
                    <a:pt x="3750270" y="1476281"/>
                  </a:lnTo>
                  <a:lnTo>
                    <a:pt x="3739445" y="1431204"/>
                  </a:lnTo>
                  <a:lnTo>
                    <a:pt x="3727554" y="1386552"/>
                  </a:lnTo>
                  <a:lnTo>
                    <a:pt x="3714613" y="1342338"/>
                  </a:lnTo>
                  <a:lnTo>
                    <a:pt x="3700635" y="1298577"/>
                  </a:lnTo>
                  <a:lnTo>
                    <a:pt x="3685635" y="1255283"/>
                  </a:lnTo>
                  <a:lnTo>
                    <a:pt x="3669628" y="1212470"/>
                  </a:lnTo>
                  <a:lnTo>
                    <a:pt x="3652626" y="1170152"/>
                  </a:lnTo>
                  <a:lnTo>
                    <a:pt x="3634645" y="1128345"/>
                  </a:lnTo>
                  <a:lnTo>
                    <a:pt x="3615699" y="1087061"/>
                  </a:lnTo>
                  <a:lnTo>
                    <a:pt x="3595802" y="1046315"/>
                  </a:lnTo>
                  <a:lnTo>
                    <a:pt x="3574968" y="1006122"/>
                  </a:lnTo>
                  <a:lnTo>
                    <a:pt x="3553212" y="966496"/>
                  </a:lnTo>
                  <a:lnTo>
                    <a:pt x="3530547" y="927450"/>
                  </a:lnTo>
                  <a:lnTo>
                    <a:pt x="3506988" y="888999"/>
                  </a:lnTo>
                  <a:lnTo>
                    <a:pt x="3482550" y="851158"/>
                  </a:lnTo>
                  <a:lnTo>
                    <a:pt x="3457246" y="813941"/>
                  </a:lnTo>
                  <a:lnTo>
                    <a:pt x="3431090" y="777361"/>
                  </a:lnTo>
                  <a:lnTo>
                    <a:pt x="3404097" y="741433"/>
                  </a:lnTo>
                  <a:lnTo>
                    <a:pt x="3376282" y="706172"/>
                  </a:lnTo>
                  <a:lnTo>
                    <a:pt x="3347658" y="671591"/>
                  </a:lnTo>
                  <a:lnTo>
                    <a:pt x="3318239" y="637705"/>
                  </a:lnTo>
                  <a:lnTo>
                    <a:pt x="3288040" y="604528"/>
                  </a:lnTo>
                  <a:lnTo>
                    <a:pt x="3257076" y="572074"/>
                  </a:lnTo>
                  <a:lnTo>
                    <a:pt x="3225359" y="540357"/>
                  </a:lnTo>
                  <a:lnTo>
                    <a:pt x="3192905" y="509393"/>
                  </a:lnTo>
                  <a:lnTo>
                    <a:pt x="3159728" y="479194"/>
                  </a:lnTo>
                  <a:lnTo>
                    <a:pt x="3125842" y="449775"/>
                  </a:lnTo>
                  <a:lnTo>
                    <a:pt x="3091261" y="421151"/>
                  </a:lnTo>
                  <a:lnTo>
                    <a:pt x="3056000" y="393336"/>
                  </a:lnTo>
                  <a:lnTo>
                    <a:pt x="3020072" y="366343"/>
                  </a:lnTo>
                  <a:lnTo>
                    <a:pt x="2983492" y="340188"/>
                  </a:lnTo>
                  <a:lnTo>
                    <a:pt x="2946275" y="314883"/>
                  </a:lnTo>
                  <a:lnTo>
                    <a:pt x="2908434" y="290445"/>
                  </a:lnTo>
                  <a:lnTo>
                    <a:pt x="2869983" y="266886"/>
                  </a:lnTo>
                  <a:lnTo>
                    <a:pt x="2830937" y="244221"/>
                  </a:lnTo>
                  <a:lnTo>
                    <a:pt x="2791311" y="222465"/>
                  </a:lnTo>
                  <a:lnTo>
                    <a:pt x="2751118" y="201631"/>
                  </a:lnTo>
                  <a:lnTo>
                    <a:pt x="2710372" y="181734"/>
                  </a:lnTo>
                  <a:lnTo>
                    <a:pt x="2669088" y="162788"/>
                  </a:lnTo>
                  <a:lnTo>
                    <a:pt x="2627281" y="144807"/>
                  </a:lnTo>
                  <a:lnTo>
                    <a:pt x="2584963" y="127805"/>
                  </a:lnTo>
                  <a:lnTo>
                    <a:pt x="2542150" y="111798"/>
                  </a:lnTo>
                  <a:lnTo>
                    <a:pt x="2498856" y="96798"/>
                  </a:lnTo>
                  <a:lnTo>
                    <a:pt x="2455095" y="82820"/>
                  </a:lnTo>
                  <a:lnTo>
                    <a:pt x="2410881" y="69879"/>
                  </a:lnTo>
                  <a:lnTo>
                    <a:pt x="2366229" y="57988"/>
                  </a:lnTo>
                  <a:lnTo>
                    <a:pt x="2321152" y="47163"/>
                  </a:lnTo>
                  <a:lnTo>
                    <a:pt x="2275665" y="37416"/>
                  </a:lnTo>
                  <a:lnTo>
                    <a:pt x="2229782" y="28763"/>
                  </a:lnTo>
                  <a:lnTo>
                    <a:pt x="2183518" y="21217"/>
                  </a:lnTo>
                  <a:lnTo>
                    <a:pt x="2136887" y="14793"/>
                  </a:lnTo>
                  <a:lnTo>
                    <a:pt x="2089902" y="9505"/>
                  </a:lnTo>
                  <a:lnTo>
                    <a:pt x="2042578" y="5368"/>
                  </a:lnTo>
                  <a:lnTo>
                    <a:pt x="1994930" y="2395"/>
                  </a:lnTo>
                  <a:lnTo>
                    <a:pt x="1946971" y="601"/>
                  </a:lnTo>
                  <a:lnTo>
                    <a:pt x="1898717" y="0"/>
                  </a:lnTo>
                  <a:close/>
                </a:path>
              </a:pathLst>
            </a:custGeom>
            <a:solidFill>
              <a:srgbClr val="8BB8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01050" y="3952753"/>
              <a:ext cx="2043430" cy="756285"/>
            </a:xfrm>
            <a:custGeom>
              <a:avLst/>
              <a:gdLst/>
              <a:ahLst/>
              <a:cxnLst/>
              <a:rect l="l" t="t" r="r" b="b"/>
              <a:pathLst>
                <a:path w="2043429" h="756285">
                  <a:moveTo>
                    <a:pt x="412572" y="11506"/>
                  </a:moveTo>
                  <a:lnTo>
                    <a:pt x="0" y="11506"/>
                  </a:lnTo>
                  <a:lnTo>
                    <a:pt x="0" y="171729"/>
                  </a:lnTo>
                  <a:lnTo>
                    <a:pt x="227228" y="171729"/>
                  </a:lnTo>
                  <a:lnTo>
                    <a:pt x="200571" y="218186"/>
                  </a:lnTo>
                  <a:lnTo>
                    <a:pt x="176568" y="265341"/>
                  </a:lnTo>
                  <a:lnTo>
                    <a:pt x="155105" y="313055"/>
                  </a:lnTo>
                  <a:lnTo>
                    <a:pt x="136093" y="361175"/>
                  </a:lnTo>
                  <a:lnTo>
                    <a:pt x="119418" y="409575"/>
                  </a:lnTo>
                  <a:lnTo>
                    <a:pt x="104978" y="458114"/>
                  </a:lnTo>
                  <a:lnTo>
                    <a:pt x="92671" y="506653"/>
                  </a:lnTo>
                  <a:lnTo>
                    <a:pt x="82410" y="555053"/>
                  </a:lnTo>
                  <a:lnTo>
                    <a:pt x="74079" y="603186"/>
                  </a:lnTo>
                  <a:lnTo>
                    <a:pt x="67589" y="650887"/>
                  </a:lnTo>
                  <a:lnTo>
                    <a:pt x="62826" y="698042"/>
                  </a:lnTo>
                  <a:lnTo>
                    <a:pt x="59690" y="744512"/>
                  </a:lnTo>
                  <a:lnTo>
                    <a:pt x="253403" y="744512"/>
                  </a:lnTo>
                  <a:lnTo>
                    <a:pt x="254520" y="700760"/>
                  </a:lnTo>
                  <a:lnTo>
                    <a:pt x="257848" y="654672"/>
                  </a:lnTo>
                  <a:lnTo>
                    <a:pt x="263398" y="606717"/>
                  </a:lnTo>
                  <a:lnTo>
                    <a:pt x="271170" y="557390"/>
                  </a:lnTo>
                  <a:lnTo>
                    <a:pt x="281139" y="507161"/>
                  </a:lnTo>
                  <a:lnTo>
                    <a:pt x="293331" y="456552"/>
                  </a:lnTo>
                  <a:lnTo>
                    <a:pt x="307708" y="406019"/>
                  </a:lnTo>
                  <a:lnTo>
                    <a:pt x="324307" y="356057"/>
                  </a:lnTo>
                  <a:lnTo>
                    <a:pt x="343077" y="307162"/>
                  </a:lnTo>
                  <a:lnTo>
                    <a:pt x="364058" y="259816"/>
                  </a:lnTo>
                  <a:lnTo>
                    <a:pt x="387223" y="214515"/>
                  </a:lnTo>
                  <a:lnTo>
                    <a:pt x="412572" y="171729"/>
                  </a:lnTo>
                  <a:lnTo>
                    <a:pt x="412572" y="11506"/>
                  </a:lnTo>
                  <a:close/>
                </a:path>
                <a:path w="2043429" h="756285">
                  <a:moveTo>
                    <a:pt x="913091" y="340321"/>
                  </a:moveTo>
                  <a:lnTo>
                    <a:pt x="910653" y="268198"/>
                  </a:lnTo>
                  <a:lnTo>
                    <a:pt x="903351" y="206006"/>
                  </a:lnTo>
                  <a:lnTo>
                    <a:pt x="891235" y="153200"/>
                  </a:lnTo>
                  <a:lnTo>
                    <a:pt x="874356" y="109245"/>
                  </a:lnTo>
                  <a:lnTo>
                    <a:pt x="852754" y="73558"/>
                  </a:lnTo>
                  <a:lnTo>
                    <a:pt x="826465" y="45605"/>
                  </a:lnTo>
                  <a:lnTo>
                    <a:pt x="760031" y="10655"/>
                  </a:lnTo>
                  <a:lnTo>
                    <a:pt x="721461" y="2870"/>
                  </a:lnTo>
                  <a:lnTo>
                    <a:pt x="721461" y="356031"/>
                  </a:lnTo>
                  <a:lnTo>
                    <a:pt x="721461" y="399999"/>
                  </a:lnTo>
                  <a:lnTo>
                    <a:pt x="719709" y="491210"/>
                  </a:lnTo>
                  <a:lnTo>
                    <a:pt x="712952" y="546862"/>
                  </a:lnTo>
                  <a:lnTo>
                    <a:pt x="698931" y="574649"/>
                  </a:lnTo>
                  <a:lnTo>
                    <a:pt x="675398" y="582206"/>
                  </a:lnTo>
                  <a:lnTo>
                    <a:pt x="651840" y="574649"/>
                  </a:lnTo>
                  <a:lnTo>
                    <a:pt x="637819" y="546862"/>
                  </a:lnTo>
                  <a:lnTo>
                    <a:pt x="631063" y="491210"/>
                  </a:lnTo>
                  <a:lnTo>
                    <a:pt x="629310" y="399999"/>
                  </a:lnTo>
                  <a:lnTo>
                    <a:pt x="629310" y="356031"/>
                  </a:lnTo>
                  <a:lnTo>
                    <a:pt x="631063" y="264820"/>
                  </a:lnTo>
                  <a:lnTo>
                    <a:pt x="637819" y="209169"/>
                  </a:lnTo>
                  <a:lnTo>
                    <a:pt x="651840" y="181381"/>
                  </a:lnTo>
                  <a:lnTo>
                    <a:pt x="675398" y="173824"/>
                  </a:lnTo>
                  <a:lnTo>
                    <a:pt x="698931" y="181381"/>
                  </a:lnTo>
                  <a:lnTo>
                    <a:pt x="712952" y="209169"/>
                  </a:lnTo>
                  <a:lnTo>
                    <a:pt x="719709" y="264820"/>
                  </a:lnTo>
                  <a:lnTo>
                    <a:pt x="721461" y="356031"/>
                  </a:lnTo>
                  <a:lnTo>
                    <a:pt x="721461" y="2870"/>
                  </a:lnTo>
                  <a:lnTo>
                    <a:pt x="719963" y="2565"/>
                  </a:lnTo>
                  <a:lnTo>
                    <a:pt x="675398" y="0"/>
                  </a:lnTo>
                  <a:lnTo>
                    <a:pt x="631101" y="2565"/>
                  </a:lnTo>
                  <a:lnTo>
                    <a:pt x="591273" y="10655"/>
                  </a:lnTo>
                  <a:lnTo>
                    <a:pt x="525132" y="45605"/>
                  </a:lnTo>
                  <a:lnTo>
                    <a:pt x="498944" y="73558"/>
                  </a:lnTo>
                  <a:lnTo>
                    <a:pt x="477405" y="109245"/>
                  </a:lnTo>
                  <a:lnTo>
                    <a:pt x="460552" y="153200"/>
                  </a:lnTo>
                  <a:lnTo>
                    <a:pt x="448462" y="206006"/>
                  </a:lnTo>
                  <a:lnTo>
                    <a:pt x="441172" y="268198"/>
                  </a:lnTo>
                  <a:lnTo>
                    <a:pt x="438734" y="340321"/>
                  </a:lnTo>
                  <a:lnTo>
                    <a:pt x="438734" y="415709"/>
                  </a:lnTo>
                  <a:lnTo>
                    <a:pt x="441172" y="487832"/>
                  </a:lnTo>
                  <a:lnTo>
                    <a:pt x="448462" y="550024"/>
                  </a:lnTo>
                  <a:lnTo>
                    <a:pt x="460552" y="602818"/>
                  </a:lnTo>
                  <a:lnTo>
                    <a:pt x="477405" y="646785"/>
                  </a:lnTo>
                  <a:lnTo>
                    <a:pt x="498944" y="682472"/>
                  </a:lnTo>
                  <a:lnTo>
                    <a:pt x="525132" y="710425"/>
                  </a:lnTo>
                  <a:lnTo>
                    <a:pt x="591273" y="745375"/>
                  </a:lnTo>
                  <a:lnTo>
                    <a:pt x="631101" y="753465"/>
                  </a:lnTo>
                  <a:lnTo>
                    <a:pt x="675398" y="756031"/>
                  </a:lnTo>
                  <a:lnTo>
                    <a:pt x="719963" y="753465"/>
                  </a:lnTo>
                  <a:lnTo>
                    <a:pt x="760031" y="745375"/>
                  </a:lnTo>
                  <a:lnTo>
                    <a:pt x="795540" y="731215"/>
                  </a:lnTo>
                  <a:lnTo>
                    <a:pt x="852754" y="682472"/>
                  </a:lnTo>
                  <a:lnTo>
                    <a:pt x="874356" y="646785"/>
                  </a:lnTo>
                  <a:lnTo>
                    <a:pt x="891235" y="602818"/>
                  </a:lnTo>
                  <a:lnTo>
                    <a:pt x="903351" y="550024"/>
                  </a:lnTo>
                  <a:lnTo>
                    <a:pt x="910653" y="487832"/>
                  </a:lnTo>
                  <a:lnTo>
                    <a:pt x="913091" y="415709"/>
                  </a:lnTo>
                  <a:lnTo>
                    <a:pt x="913091" y="340321"/>
                  </a:lnTo>
                  <a:close/>
                </a:path>
                <a:path w="2043429" h="756285">
                  <a:moveTo>
                    <a:pt x="1573784" y="11709"/>
                  </a:moveTo>
                  <a:lnTo>
                    <a:pt x="1122451" y="11709"/>
                  </a:lnTo>
                  <a:lnTo>
                    <a:pt x="1122451" y="171729"/>
                  </a:lnTo>
                  <a:lnTo>
                    <a:pt x="1251254" y="171729"/>
                  </a:lnTo>
                  <a:lnTo>
                    <a:pt x="1251254" y="744499"/>
                  </a:lnTo>
                  <a:lnTo>
                    <a:pt x="1444980" y="744499"/>
                  </a:lnTo>
                  <a:lnTo>
                    <a:pt x="1444980" y="171729"/>
                  </a:lnTo>
                  <a:lnTo>
                    <a:pt x="1573784" y="171729"/>
                  </a:lnTo>
                  <a:lnTo>
                    <a:pt x="1573784" y="11709"/>
                  </a:lnTo>
                  <a:close/>
                </a:path>
                <a:path w="2043429" h="756285">
                  <a:moveTo>
                    <a:pt x="2042883" y="339267"/>
                  </a:moveTo>
                  <a:lnTo>
                    <a:pt x="2026234" y="261734"/>
                  </a:lnTo>
                  <a:lnTo>
                    <a:pt x="2000808" y="223088"/>
                  </a:lnTo>
                  <a:lnTo>
                    <a:pt x="1959914" y="194449"/>
                  </a:lnTo>
                  <a:lnTo>
                    <a:pt x="1900466" y="183248"/>
                  </a:lnTo>
                  <a:lnTo>
                    <a:pt x="1863102" y="186905"/>
                  </a:lnTo>
                  <a:lnTo>
                    <a:pt x="1830832" y="196862"/>
                  </a:lnTo>
                  <a:lnTo>
                    <a:pt x="1803285" y="211518"/>
                  </a:lnTo>
                  <a:lnTo>
                    <a:pt x="1780044" y="229311"/>
                  </a:lnTo>
                  <a:lnTo>
                    <a:pt x="1780044" y="194767"/>
                  </a:lnTo>
                  <a:lnTo>
                    <a:pt x="1605165" y="194767"/>
                  </a:lnTo>
                  <a:lnTo>
                    <a:pt x="1605165" y="744512"/>
                  </a:lnTo>
                  <a:lnTo>
                    <a:pt x="1788414" y="744512"/>
                  </a:lnTo>
                  <a:lnTo>
                    <a:pt x="1788414" y="360210"/>
                  </a:lnTo>
                  <a:lnTo>
                    <a:pt x="1791055" y="335965"/>
                  </a:lnTo>
                  <a:lnTo>
                    <a:pt x="1798497" y="319366"/>
                  </a:lnTo>
                  <a:lnTo>
                    <a:pt x="1810067" y="309841"/>
                  </a:lnTo>
                  <a:lnTo>
                    <a:pt x="1825066" y="306806"/>
                  </a:lnTo>
                  <a:lnTo>
                    <a:pt x="1839302" y="309841"/>
                  </a:lnTo>
                  <a:lnTo>
                    <a:pt x="1850212" y="319366"/>
                  </a:lnTo>
                  <a:lnTo>
                    <a:pt x="1857171" y="335965"/>
                  </a:lnTo>
                  <a:lnTo>
                    <a:pt x="1859635" y="360210"/>
                  </a:lnTo>
                  <a:lnTo>
                    <a:pt x="1859635" y="744512"/>
                  </a:lnTo>
                  <a:lnTo>
                    <a:pt x="2042883" y="744512"/>
                  </a:lnTo>
                  <a:lnTo>
                    <a:pt x="2042883" y="339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02588" y="5714840"/>
              <a:ext cx="412750" cy="412750"/>
            </a:xfrm>
            <a:custGeom>
              <a:avLst/>
              <a:gdLst/>
              <a:ahLst/>
              <a:cxnLst/>
              <a:rect l="l" t="t" r="r" b="b"/>
              <a:pathLst>
                <a:path w="412750" h="412750">
                  <a:moveTo>
                    <a:pt x="412584" y="127000"/>
                  </a:moveTo>
                  <a:lnTo>
                    <a:pt x="285877" y="127000"/>
                  </a:lnTo>
                  <a:lnTo>
                    <a:pt x="285877" y="0"/>
                  </a:lnTo>
                  <a:lnTo>
                    <a:pt x="125666" y="0"/>
                  </a:lnTo>
                  <a:lnTo>
                    <a:pt x="125666" y="127000"/>
                  </a:lnTo>
                  <a:lnTo>
                    <a:pt x="0" y="127000"/>
                  </a:lnTo>
                  <a:lnTo>
                    <a:pt x="0" y="287020"/>
                  </a:lnTo>
                  <a:lnTo>
                    <a:pt x="125666" y="287020"/>
                  </a:lnTo>
                  <a:lnTo>
                    <a:pt x="125666" y="412750"/>
                  </a:lnTo>
                  <a:lnTo>
                    <a:pt x="285877" y="412750"/>
                  </a:lnTo>
                  <a:lnTo>
                    <a:pt x="285877" y="287020"/>
                  </a:lnTo>
                  <a:lnTo>
                    <a:pt x="412584" y="287020"/>
                  </a:lnTo>
                  <a:lnTo>
                    <a:pt x="412584" y="127000"/>
                  </a:lnTo>
                  <a:close/>
                </a:path>
              </a:pathLst>
            </a:custGeom>
            <a:solidFill>
              <a:srgbClr val="0084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72729" y="5543213"/>
              <a:ext cx="876935" cy="756285"/>
            </a:xfrm>
            <a:custGeom>
              <a:avLst/>
              <a:gdLst/>
              <a:ahLst/>
              <a:cxnLst/>
              <a:rect l="l" t="t" r="r" b="b"/>
              <a:pathLst>
                <a:path w="876935" h="756285">
                  <a:moveTo>
                    <a:pt x="428282" y="584314"/>
                  </a:moveTo>
                  <a:lnTo>
                    <a:pt x="224091" y="584314"/>
                  </a:lnTo>
                  <a:lnTo>
                    <a:pt x="254050" y="548690"/>
                  </a:lnTo>
                  <a:lnTo>
                    <a:pt x="283730" y="510197"/>
                  </a:lnTo>
                  <a:lnTo>
                    <a:pt x="312280" y="469366"/>
                  </a:lnTo>
                  <a:lnTo>
                    <a:pt x="338886" y="426694"/>
                  </a:lnTo>
                  <a:lnTo>
                    <a:pt x="362737" y="382689"/>
                  </a:lnTo>
                  <a:lnTo>
                    <a:pt x="382993" y="337845"/>
                  </a:lnTo>
                  <a:lnTo>
                    <a:pt x="398856" y="292671"/>
                  </a:lnTo>
                  <a:lnTo>
                    <a:pt x="409473" y="247675"/>
                  </a:lnTo>
                  <a:lnTo>
                    <a:pt x="414058" y="203365"/>
                  </a:lnTo>
                  <a:lnTo>
                    <a:pt x="411759" y="160235"/>
                  </a:lnTo>
                  <a:lnTo>
                    <a:pt x="401764" y="118808"/>
                  </a:lnTo>
                  <a:lnTo>
                    <a:pt x="383260" y="79590"/>
                  </a:lnTo>
                  <a:lnTo>
                    <a:pt x="353212" y="44615"/>
                  </a:lnTo>
                  <a:lnTo>
                    <a:pt x="310883" y="19761"/>
                  </a:lnTo>
                  <a:lnTo>
                    <a:pt x="257352" y="4927"/>
                  </a:lnTo>
                  <a:lnTo>
                    <a:pt x="193725" y="0"/>
                  </a:lnTo>
                  <a:lnTo>
                    <a:pt x="135470" y="647"/>
                  </a:lnTo>
                  <a:lnTo>
                    <a:pt x="96862" y="5232"/>
                  </a:lnTo>
                  <a:lnTo>
                    <a:pt x="60604" y="17665"/>
                  </a:lnTo>
                  <a:lnTo>
                    <a:pt x="9423" y="41884"/>
                  </a:lnTo>
                  <a:lnTo>
                    <a:pt x="9423" y="203136"/>
                  </a:lnTo>
                  <a:lnTo>
                    <a:pt x="18453" y="197904"/>
                  </a:lnTo>
                  <a:lnTo>
                    <a:pt x="42405" y="186385"/>
                  </a:lnTo>
                  <a:lnTo>
                    <a:pt x="76568" y="174866"/>
                  </a:lnTo>
                  <a:lnTo>
                    <a:pt x="116230" y="169633"/>
                  </a:lnTo>
                  <a:lnTo>
                    <a:pt x="158610" y="177927"/>
                  </a:lnTo>
                  <a:lnTo>
                    <a:pt x="184302" y="201447"/>
                  </a:lnTo>
                  <a:lnTo>
                    <a:pt x="194284" y="238112"/>
                  </a:lnTo>
                  <a:lnTo>
                    <a:pt x="189547" y="285877"/>
                  </a:lnTo>
                  <a:lnTo>
                    <a:pt x="177393" y="326631"/>
                  </a:lnTo>
                  <a:lnTo>
                    <a:pt x="158648" y="368757"/>
                  </a:lnTo>
                  <a:lnTo>
                    <a:pt x="134277" y="411797"/>
                  </a:lnTo>
                  <a:lnTo>
                    <a:pt x="105257" y="455307"/>
                  </a:lnTo>
                  <a:lnTo>
                    <a:pt x="72555" y="498856"/>
                  </a:lnTo>
                  <a:lnTo>
                    <a:pt x="37147" y="542010"/>
                  </a:lnTo>
                  <a:lnTo>
                    <a:pt x="0" y="584314"/>
                  </a:lnTo>
                  <a:lnTo>
                    <a:pt x="0" y="744524"/>
                  </a:lnTo>
                  <a:lnTo>
                    <a:pt x="428282" y="744524"/>
                  </a:lnTo>
                  <a:lnTo>
                    <a:pt x="428282" y="584314"/>
                  </a:lnTo>
                  <a:close/>
                </a:path>
                <a:path w="876935" h="756285">
                  <a:moveTo>
                    <a:pt x="876566" y="478332"/>
                  </a:moveTo>
                  <a:lnTo>
                    <a:pt x="870356" y="429844"/>
                  </a:lnTo>
                  <a:lnTo>
                    <a:pt x="855484" y="385038"/>
                  </a:lnTo>
                  <a:lnTo>
                    <a:pt x="829678" y="346621"/>
                  </a:lnTo>
                  <a:lnTo>
                    <a:pt x="790587" y="317284"/>
                  </a:lnTo>
                  <a:lnTo>
                    <a:pt x="728014" y="298183"/>
                  </a:lnTo>
                  <a:lnTo>
                    <a:pt x="694575" y="295490"/>
                  </a:lnTo>
                  <a:lnTo>
                    <a:pt x="660730" y="296341"/>
                  </a:lnTo>
                  <a:lnTo>
                    <a:pt x="664933" y="171729"/>
                  </a:lnTo>
                  <a:lnTo>
                    <a:pt x="845045" y="171729"/>
                  </a:lnTo>
                  <a:lnTo>
                    <a:pt x="845045" y="11518"/>
                  </a:lnTo>
                  <a:lnTo>
                    <a:pt x="484822" y="11518"/>
                  </a:lnTo>
                  <a:lnTo>
                    <a:pt x="473290" y="396862"/>
                  </a:lnTo>
                  <a:lnTo>
                    <a:pt x="522503" y="446074"/>
                  </a:lnTo>
                  <a:lnTo>
                    <a:pt x="530301" y="445020"/>
                  </a:lnTo>
                  <a:lnTo>
                    <a:pt x="551053" y="443077"/>
                  </a:lnTo>
                  <a:lnTo>
                    <a:pt x="615721" y="443992"/>
                  </a:lnTo>
                  <a:lnTo>
                    <a:pt x="663879" y="470827"/>
                  </a:lnTo>
                  <a:lnTo>
                    <a:pt x="674344" y="517296"/>
                  </a:lnTo>
                  <a:lnTo>
                    <a:pt x="671690" y="544360"/>
                  </a:lnTo>
                  <a:lnTo>
                    <a:pt x="660996" y="567296"/>
                  </a:lnTo>
                  <a:lnTo>
                    <a:pt x="638124" y="583552"/>
                  </a:lnTo>
                  <a:lnTo>
                    <a:pt x="598957" y="590588"/>
                  </a:lnTo>
                  <a:lnTo>
                    <a:pt x="557479" y="591591"/>
                  </a:lnTo>
                  <a:lnTo>
                    <a:pt x="530237" y="590715"/>
                  </a:lnTo>
                  <a:lnTo>
                    <a:pt x="505155" y="586905"/>
                  </a:lnTo>
                  <a:lnTo>
                    <a:pt x="470154" y="579069"/>
                  </a:lnTo>
                  <a:lnTo>
                    <a:pt x="470154" y="734047"/>
                  </a:lnTo>
                  <a:lnTo>
                    <a:pt x="483539" y="737489"/>
                  </a:lnTo>
                  <a:lnTo>
                    <a:pt x="521462" y="745045"/>
                  </a:lnTo>
                  <a:lnTo>
                    <a:pt x="580605" y="752602"/>
                  </a:lnTo>
                  <a:lnTo>
                    <a:pt x="657606" y="756043"/>
                  </a:lnTo>
                  <a:lnTo>
                    <a:pt x="707682" y="751128"/>
                  </a:lnTo>
                  <a:lnTo>
                    <a:pt x="751141" y="737158"/>
                  </a:lnTo>
                  <a:lnTo>
                    <a:pt x="788047" y="715289"/>
                  </a:lnTo>
                  <a:lnTo>
                    <a:pt x="818464" y="686663"/>
                  </a:lnTo>
                  <a:lnTo>
                    <a:pt x="842454" y="652449"/>
                  </a:lnTo>
                  <a:lnTo>
                    <a:pt x="860069" y="613791"/>
                  </a:lnTo>
                  <a:lnTo>
                    <a:pt x="871385" y="571842"/>
                  </a:lnTo>
                  <a:lnTo>
                    <a:pt x="876452" y="527761"/>
                  </a:lnTo>
                  <a:lnTo>
                    <a:pt x="876566" y="4783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1263286" y="4409763"/>
              <a:ext cx="3585381" cy="918200"/>
            </a:xfrm>
            <a:prstGeom prst="rect">
              <a:avLst/>
            </a:prstGeom>
          </p:spPr>
          <p:txBody>
            <a:bodyPr vert="horz" wrap="square" lIns="0" tIns="3454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2720"/>
                </a:spcBef>
              </a:pPr>
              <a:r>
                <a:rPr lang="es-CO" sz="3700" spc="-340" dirty="0">
                  <a:latin typeface="Trebuchet MS"/>
                  <a:cs typeface="Trebuchet MS"/>
                </a:rPr>
                <a:t>Vendidas</a:t>
              </a:r>
              <a:r>
                <a:rPr sz="3700" spc="-270" dirty="0">
                  <a:latin typeface="Trebuchet MS"/>
                  <a:cs typeface="Trebuchet MS"/>
                </a:rPr>
                <a:t> </a:t>
              </a:r>
              <a:r>
                <a:rPr lang="es-CO" sz="3700" spc="-425" dirty="0">
                  <a:latin typeface="Trebuchet MS"/>
                  <a:cs typeface="Trebuchet MS"/>
                </a:rPr>
                <a:t>en</a:t>
              </a:r>
              <a:r>
                <a:rPr sz="3700" spc="-270" dirty="0">
                  <a:latin typeface="Trebuchet MS"/>
                  <a:cs typeface="Trebuchet MS"/>
                </a:rPr>
                <a:t> </a:t>
              </a:r>
              <a:r>
                <a:rPr sz="3700" spc="-135" dirty="0">
                  <a:latin typeface="Trebuchet MS"/>
                  <a:cs typeface="Trebuchet MS"/>
                </a:rPr>
                <a:t>20</a:t>
              </a:r>
              <a:r>
                <a:rPr lang="es-CO" sz="3700" spc="-135" dirty="0">
                  <a:latin typeface="Trebuchet MS"/>
                  <a:cs typeface="Trebuchet MS"/>
                </a:rPr>
                <a:t>22</a:t>
              </a:r>
            </a:p>
          </p:txBody>
        </p:sp>
        <p:sp>
          <p:nvSpPr>
            <p:cNvPr id="33" name="object 24">
              <a:extLst>
                <a:ext uri="{FF2B5EF4-FFF2-40B4-BE49-F238E27FC236}">
                  <a16:creationId xmlns:a16="http://schemas.microsoft.com/office/drawing/2014/main" id="{5165E8C6-5128-CBA7-3B14-3076ED1893D5}"/>
                </a:ext>
              </a:extLst>
            </p:cNvPr>
            <p:cNvSpPr txBox="1"/>
            <p:nvPr/>
          </p:nvSpPr>
          <p:spPr>
            <a:xfrm>
              <a:off x="2812030" y="5115556"/>
              <a:ext cx="3585381" cy="1487587"/>
            </a:xfrm>
            <a:prstGeom prst="rect">
              <a:avLst/>
            </a:prstGeom>
          </p:spPr>
          <p:txBody>
            <a:bodyPr vert="horz" wrap="square" lIns="0" tIns="34544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CO" sz="3700" spc="-345" dirty="0">
                  <a:latin typeface="Trebuchet MS"/>
                  <a:cs typeface="Trebuchet MS"/>
                </a:rPr>
                <a:t>Empleos  </a:t>
              </a:r>
            </a:p>
            <a:p>
              <a:pPr>
                <a:lnSpc>
                  <a:spcPct val="100000"/>
                </a:lnSpc>
              </a:pPr>
              <a:r>
                <a:rPr lang="es-CO" sz="3700" spc="-310" dirty="0">
                  <a:latin typeface="Trebuchet MS"/>
                  <a:cs typeface="Trebuchet MS"/>
                </a:rPr>
                <a:t>directos</a:t>
              </a:r>
              <a:endParaRPr lang="es-CO" sz="3700" dirty="0">
                <a:latin typeface="Trebuchet MS"/>
                <a:cs typeface="Trebuchet MS"/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814815" y="1985421"/>
            <a:ext cx="10676060" cy="37055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l">
              <a:lnSpc>
                <a:spcPct val="100000"/>
              </a:lnSpc>
              <a:spcBef>
                <a:spcPts val="95"/>
              </a:spcBef>
            </a:pPr>
            <a:r>
              <a:rPr sz="6000" spc="-445" dirty="0"/>
              <a:t>Nuestra</a:t>
            </a:r>
            <a:r>
              <a:rPr sz="6000" spc="-360" dirty="0"/>
              <a:t> </a:t>
            </a:r>
            <a:r>
              <a:rPr sz="6000" spc="-380" dirty="0"/>
              <a:t>historia</a:t>
            </a:r>
            <a:r>
              <a:rPr sz="6000" spc="-360" dirty="0"/>
              <a:t> </a:t>
            </a:r>
            <a:r>
              <a:rPr sz="6000" spc="-415" dirty="0"/>
              <a:t>son</a:t>
            </a:r>
            <a:r>
              <a:rPr sz="6000" spc="-360" dirty="0"/>
              <a:t> </a:t>
            </a:r>
            <a:r>
              <a:rPr sz="6000" spc="-380" dirty="0"/>
              <a:t>logros</a:t>
            </a:r>
            <a:r>
              <a:rPr sz="6000" spc="-360" dirty="0"/>
              <a:t> </a:t>
            </a:r>
            <a:r>
              <a:rPr sz="6000" spc="-505" dirty="0"/>
              <a:t>y</a:t>
            </a:r>
            <a:r>
              <a:rPr sz="6000" spc="-360" dirty="0"/>
              <a:t> </a:t>
            </a:r>
            <a:r>
              <a:rPr sz="6000" spc="-445" dirty="0"/>
              <a:t>nuestra</a:t>
            </a:r>
            <a:r>
              <a:rPr sz="6000" spc="-360" dirty="0"/>
              <a:t> </a:t>
            </a:r>
            <a:r>
              <a:rPr sz="6000" spc="-390" dirty="0"/>
              <a:t>visión</a:t>
            </a:r>
            <a:r>
              <a:rPr sz="6000" spc="-360" dirty="0"/>
              <a:t> </a:t>
            </a:r>
            <a:r>
              <a:rPr sz="6000" spc="-315" dirty="0"/>
              <a:t>es </a:t>
            </a:r>
            <a:r>
              <a:rPr lang="es-CO" sz="6000" spc="-480" dirty="0"/>
              <a:t>crecimiento</a:t>
            </a:r>
            <a:r>
              <a:rPr sz="6000" spc="-360" dirty="0"/>
              <a:t> </a:t>
            </a:r>
            <a:r>
              <a:rPr lang="es-CO" sz="6000" spc="-495" dirty="0"/>
              <a:t>acelerado</a:t>
            </a:r>
            <a:r>
              <a:rPr lang="es-ES" sz="6000" spc="-495" dirty="0"/>
              <a:t> por eso</a:t>
            </a:r>
            <a:r>
              <a:rPr sz="6000" spc="-360" dirty="0"/>
              <a:t> </a:t>
            </a:r>
            <a:r>
              <a:rPr lang="es-CO" sz="6000" spc="-575" dirty="0"/>
              <a:t>en</a:t>
            </a:r>
            <a:r>
              <a:rPr sz="6000" spc="-360" dirty="0"/>
              <a:t> </a:t>
            </a:r>
            <a:r>
              <a:rPr sz="6000" spc="-330" dirty="0"/>
              <a:t>2025</a:t>
            </a:r>
            <a:r>
              <a:rPr sz="6000" spc="-360" dirty="0"/>
              <a:t> </a:t>
            </a:r>
            <a:r>
              <a:rPr lang="es-CO" sz="6000" spc="-455" dirty="0"/>
              <a:t>celebraremos</a:t>
            </a:r>
            <a:r>
              <a:rPr sz="6000" spc="-455" dirty="0"/>
              <a:t>  </a:t>
            </a:r>
            <a:r>
              <a:rPr lang="es-CO" sz="6000" spc="-484" dirty="0"/>
              <a:t>juntos</a:t>
            </a:r>
            <a:r>
              <a:rPr sz="6000" spc="-360" dirty="0"/>
              <a:t> </a:t>
            </a:r>
            <a:r>
              <a:rPr lang="es-CO" sz="6000" spc="-455" dirty="0"/>
              <a:t>nuestro</a:t>
            </a:r>
            <a:r>
              <a:rPr sz="6000" spc="-360" dirty="0"/>
              <a:t> </a:t>
            </a:r>
            <a:r>
              <a:rPr lang="es-CO" sz="6000" spc="-459" dirty="0"/>
              <a:t>aniversario</a:t>
            </a:r>
            <a:endParaRPr sz="6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>
            <a:extLst>
              <a:ext uri="{FF2B5EF4-FFF2-40B4-BE49-F238E27FC236}">
                <a16:creationId xmlns:a16="http://schemas.microsoft.com/office/drawing/2014/main" id="{F08147C2-D22F-5FC5-71C9-0822D7771B99}"/>
              </a:ext>
            </a:extLst>
          </p:cNvPr>
          <p:cNvSpPr txBox="1"/>
          <p:nvPr/>
        </p:nvSpPr>
        <p:spPr>
          <a:xfrm>
            <a:off x="4492211" y="232323"/>
            <a:ext cx="114300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4400" b="1" spc="-150" dirty="0">
                <a:latin typeface="Trebuchet MS" panose="020B0603020202020204" pitchFamily="34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2B2A0B5-0692-F643-6EEA-B6050196CC5C}"/>
              </a:ext>
            </a:extLst>
          </p:cNvPr>
          <p:cNvSpPr txBox="1"/>
          <p:nvPr/>
        </p:nvSpPr>
        <p:spPr>
          <a:xfrm>
            <a:off x="6864571" y="1109487"/>
            <a:ext cx="103632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800" b="1" spc="-150" dirty="0">
                <a:latin typeface="Trebuchet MS" panose="020B0603020202020204" pitchFamily="34" charset="0"/>
                <a:cs typeface="Aharoni" panose="02010803020104030203" pitchFamily="2" charset="-79"/>
              </a:rPr>
              <a:t>VENTAJAS</a:t>
            </a:r>
            <a:r>
              <a:rPr lang="es-ES" sz="11500" b="1" spc="-150" dirty="0">
                <a:latin typeface="Trebuchet MS" panose="020B0603020202020204" pitchFamily="34" charset="0"/>
                <a:cs typeface="Aharoni" panose="02010803020104030203" pitchFamily="2" charset="-79"/>
              </a:rPr>
              <a:t> </a:t>
            </a:r>
          </a:p>
          <a:p>
            <a:r>
              <a:rPr lang="es-ES" sz="9600" b="1" spc="-150" dirty="0">
                <a:latin typeface="Trebuchet MS" panose="020B0603020202020204" pitchFamily="34" charset="0"/>
                <a:cs typeface="Aharoni" panose="02010803020104030203" pitchFamily="2" charset="-79"/>
              </a:rPr>
              <a:t>COMPETITIVAS</a:t>
            </a:r>
            <a:endParaRPr lang="es-CO" sz="8800" b="1" spc="-150" dirty="0">
              <a:latin typeface="Trebuchet MS" panose="020B0603020202020204" pitchFamily="34" charset="0"/>
              <a:cs typeface="Aharoni" panose="02010803020104030203" pitchFamily="2" charset="-79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47A98A70-B65D-7F38-0AFB-C929E5B5B5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2050" y="10023300"/>
            <a:ext cx="2083406" cy="942688"/>
          </a:xfrm>
          <a:prstGeom prst="rect">
            <a:avLst/>
          </a:prstGeom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AAE88AA1-F3C8-E162-D7B4-606D1D235B69}"/>
              </a:ext>
            </a:extLst>
          </p:cNvPr>
          <p:cNvGrpSpPr/>
          <p:nvPr/>
        </p:nvGrpSpPr>
        <p:grpSpPr>
          <a:xfrm>
            <a:off x="895777" y="5497444"/>
            <a:ext cx="4154485" cy="4154485"/>
            <a:chOff x="876830" y="3489855"/>
            <a:chExt cx="3917420" cy="3917420"/>
          </a:xfrm>
        </p:grpSpPr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97980B6F-9A67-189B-69DC-CA3EDE86D618}"/>
                </a:ext>
              </a:extLst>
            </p:cNvPr>
            <p:cNvSpPr/>
            <p:nvPr/>
          </p:nvSpPr>
          <p:spPr>
            <a:xfrm>
              <a:off x="876830" y="3489855"/>
              <a:ext cx="3917420" cy="3917420"/>
            </a:xfrm>
            <a:custGeom>
              <a:avLst/>
              <a:gdLst/>
              <a:ahLst/>
              <a:cxnLst/>
              <a:rect l="l" t="t" r="r" b="b"/>
              <a:pathLst>
                <a:path w="3797935" h="3797934">
                  <a:moveTo>
                    <a:pt x="1898717" y="0"/>
                  </a:moveTo>
                  <a:lnTo>
                    <a:pt x="1850462" y="601"/>
                  </a:lnTo>
                  <a:lnTo>
                    <a:pt x="1802503" y="2395"/>
                  </a:lnTo>
                  <a:lnTo>
                    <a:pt x="1754855" y="5368"/>
                  </a:lnTo>
                  <a:lnTo>
                    <a:pt x="1707531" y="9505"/>
                  </a:lnTo>
                  <a:lnTo>
                    <a:pt x="1660546" y="14793"/>
                  </a:lnTo>
                  <a:lnTo>
                    <a:pt x="1613915" y="21217"/>
                  </a:lnTo>
                  <a:lnTo>
                    <a:pt x="1567651" y="28763"/>
                  </a:lnTo>
                  <a:lnTo>
                    <a:pt x="1521768" y="37416"/>
                  </a:lnTo>
                  <a:lnTo>
                    <a:pt x="1476281" y="47163"/>
                  </a:lnTo>
                  <a:lnTo>
                    <a:pt x="1431204" y="57988"/>
                  </a:lnTo>
                  <a:lnTo>
                    <a:pt x="1386552" y="69879"/>
                  </a:lnTo>
                  <a:lnTo>
                    <a:pt x="1342338" y="82820"/>
                  </a:lnTo>
                  <a:lnTo>
                    <a:pt x="1298577" y="96798"/>
                  </a:lnTo>
                  <a:lnTo>
                    <a:pt x="1255283" y="111798"/>
                  </a:lnTo>
                  <a:lnTo>
                    <a:pt x="1212470" y="127805"/>
                  </a:lnTo>
                  <a:lnTo>
                    <a:pt x="1170152" y="144807"/>
                  </a:lnTo>
                  <a:lnTo>
                    <a:pt x="1128345" y="162788"/>
                  </a:lnTo>
                  <a:lnTo>
                    <a:pt x="1087061" y="181734"/>
                  </a:lnTo>
                  <a:lnTo>
                    <a:pt x="1046315" y="201631"/>
                  </a:lnTo>
                  <a:lnTo>
                    <a:pt x="1006122" y="222465"/>
                  </a:lnTo>
                  <a:lnTo>
                    <a:pt x="966496" y="244221"/>
                  </a:lnTo>
                  <a:lnTo>
                    <a:pt x="927450" y="266886"/>
                  </a:lnTo>
                  <a:lnTo>
                    <a:pt x="888999" y="290445"/>
                  </a:lnTo>
                  <a:lnTo>
                    <a:pt x="851158" y="314883"/>
                  </a:lnTo>
                  <a:lnTo>
                    <a:pt x="813941" y="340188"/>
                  </a:lnTo>
                  <a:lnTo>
                    <a:pt x="777361" y="366343"/>
                  </a:lnTo>
                  <a:lnTo>
                    <a:pt x="741433" y="393336"/>
                  </a:lnTo>
                  <a:lnTo>
                    <a:pt x="706172" y="421151"/>
                  </a:lnTo>
                  <a:lnTo>
                    <a:pt x="671591" y="449775"/>
                  </a:lnTo>
                  <a:lnTo>
                    <a:pt x="637705" y="479194"/>
                  </a:lnTo>
                  <a:lnTo>
                    <a:pt x="604528" y="509393"/>
                  </a:lnTo>
                  <a:lnTo>
                    <a:pt x="572074" y="540357"/>
                  </a:lnTo>
                  <a:lnTo>
                    <a:pt x="540357" y="572074"/>
                  </a:lnTo>
                  <a:lnTo>
                    <a:pt x="509393" y="604528"/>
                  </a:lnTo>
                  <a:lnTo>
                    <a:pt x="479194" y="637705"/>
                  </a:lnTo>
                  <a:lnTo>
                    <a:pt x="449775" y="671591"/>
                  </a:lnTo>
                  <a:lnTo>
                    <a:pt x="421151" y="706172"/>
                  </a:lnTo>
                  <a:lnTo>
                    <a:pt x="393336" y="741433"/>
                  </a:lnTo>
                  <a:lnTo>
                    <a:pt x="366343" y="777361"/>
                  </a:lnTo>
                  <a:lnTo>
                    <a:pt x="340188" y="813941"/>
                  </a:lnTo>
                  <a:lnTo>
                    <a:pt x="314883" y="851158"/>
                  </a:lnTo>
                  <a:lnTo>
                    <a:pt x="290445" y="888999"/>
                  </a:lnTo>
                  <a:lnTo>
                    <a:pt x="266886" y="927450"/>
                  </a:lnTo>
                  <a:lnTo>
                    <a:pt x="244221" y="966496"/>
                  </a:lnTo>
                  <a:lnTo>
                    <a:pt x="222465" y="1006122"/>
                  </a:lnTo>
                  <a:lnTo>
                    <a:pt x="201631" y="1046315"/>
                  </a:lnTo>
                  <a:lnTo>
                    <a:pt x="181734" y="1087061"/>
                  </a:lnTo>
                  <a:lnTo>
                    <a:pt x="162788" y="1128345"/>
                  </a:lnTo>
                  <a:lnTo>
                    <a:pt x="144807" y="1170152"/>
                  </a:lnTo>
                  <a:lnTo>
                    <a:pt x="127805" y="1212470"/>
                  </a:lnTo>
                  <a:lnTo>
                    <a:pt x="111798" y="1255283"/>
                  </a:lnTo>
                  <a:lnTo>
                    <a:pt x="96798" y="1298577"/>
                  </a:lnTo>
                  <a:lnTo>
                    <a:pt x="82820" y="1342338"/>
                  </a:lnTo>
                  <a:lnTo>
                    <a:pt x="69879" y="1386552"/>
                  </a:lnTo>
                  <a:lnTo>
                    <a:pt x="57988" y="1431204"/>
                  </a:lnTo>
                  <a:lnTo>
                    <a:pt x="47163" y="1476281"/>
                  </a:lnTo>
                  <a:lnTo>
                    <a:pt x="37416" y="1521768"/>
                  </a:lnTo>
                  <a:lnTo>
                    <a:pt x="28763" y="1567651"/>
                  </a:lnTo>
                  <a:lnTo>
                    <a:pt x="21217" y="1613915"/>
                  </a:lnTo>
                  <a:lnTo>
                    <a:pt x="14793" y="1660546"/>
                  </a:lnTo>
                  <a:lnTo>
                    <a:pt x="9505" y="1707531"/>
                  </a:lnTo>
                  <a:lnTo>
                    <a:pt x="5368" y="1754855"/>
                  </a:lnTo>
                  <a:lnTo>
                    <a:pt x="2395" y="1802503"/>
                  </a:lnTo>
                  <a:lnTo>
                    <a:pt x="601" y="1850462"/>
                  </a:lnTo>
                  <a:lnTo>
                    <a:pt x="0" y="1898717"/>
                  </a:lnTo>
                  <a:lnTo>
                    <a:pt x="601" y="1946971"/>
                  </a:lnTo>
                  <a:lnTo>
                    <a:pt x="2395" y="1994930"/>
                  </a:lnTo>
                  <a:lnTo>
                    <a:pt x="5368" y="2042578"/>
                  </a:lnTo>
                  <a:lnTo>
                    <a:pt x="9505" y="2089902"/>
                  </a:lnTo>
                  <a:lnTo>
                    <a:pt x="14793" y="2136887"/>
                  </a:lnTo>
                  <a:lnTo>
                    <a:pt x="21217" y="2183518"/>
                  </a:lnTo>
                  <a:lnTo>
                    <a:pt x="28763" y="2229782"/>
                  </a:lnTo>
                  <a:lnTo>
                    <a:pt x="37416" y="2275665"/>
                  </a:lnTo>
                  <a:lnTo>
                    <a:pt x="47163" y="2321152"/>
                  </a:lnTo>
                  <a:lnTo>
                    <a:pt x="57988" y="2366229"/>
                  </a:lnTo>
                  <a:lnTo>
                    <a:pt x="69879" y="2410881"/>
                  </a:lnTo>
                  <a:lnTo>
                    <a:pt x="82820" y="2455095"/>
                  </a:lnTo>
                  <a:lnTo>
                    <a:pt x="96798" y="2498856"/>
                  </a:lnTo>
                  <a:lnTo>
                    <a:pt x="111798" y="2542150"/>
                  </a:lnTo>
                  <a:lnTo>
                    <a:pt x="127805" y="2584963"/>
                  </a:lnTo>
                  <a:lnTo>
                    <a:pt x="144807" y="2627281"/>
                  </a:lnTo>
                  <a:lnTo>
                    <a:pt x="162788" y="2669088"/>
                  </a:lnTo>
                  <a:lnTo>
                    <a:pt x="181734" y="2710372"/>
                  </a:lnTo>
                  <a:lnTo>
                    <a:pt x="201631" y="2751118"/>
                  </a:lnTo>
                  <a:lnTo>
                    <a:pt x="222465" y="2791311"/>
                  </a:lnTo>
                  <a:lnTo>
                    <a:pt x="244221" y="2830937"/>
                  </a:lnTo>
                  <a:lnTo>
                    <a:pt x="266886" y="2869983"/>
                  </a:lnTo>
                  <a:lnTo>
                    <a:pt x="290445" y="2908434"/>
                  </a:lnTo>
                  <a:lnTo>
                    <a:pt x="314883" y="2946275"/>
                  </a:lnTo>
                  <a:lnTo>
                    <a:pt x="340188" y="2983492"/>
                  </a:lnTo>
                  <a:lnTo>
                    <a:pt x="366343" y="3020072"/>
                  </a:lnTo>
                  <a:lnTo>
                    <a:pt x="393336" y="3056000"/>
                  </a:lnTo>
                  <a:lnTo>
                    <a:pt x="421151" y="3091261"/>
                  </a:lnTo>
                  <a:lnTo>
                    <a:pt x="449775" y="3125842"/>
                  </a:lnTo>
                  <a:lnTo>
                    <a:pt x="479194" y="3159728"/>
                  </a:lnTo>
                  <a:lnTo>
                    <a:pt x="509393" y="3192905"/>
                  </a:lnTo>
                  <a:lnTo>
                    <a:pt x="540357" y="3225359"/>
                  </a:lnTo>
                  <a:lnTo>
                    <a:pt x="572074" y="3257076"/>
                  </a:lnTo>
                  <a:lnTo>
                    <a:pt x="604528" y="3288040"/>
                  </a:lnTo>
                  <a:lnTo>
                    <a:pt x="637705" y="3318239"/>
                  </a:lnTo>
                  <a:lnTo>
                    <a:pt x="671591" y="3347658"/>
                  </a:lnTo>
                  <a:lnTo>
                    <a:pt x="706172" y="3376282"/>
                  </a:lnTo>
                  <a:lnTo>
                    <a:pt x="741433" y="3404097"/>
                  </a:lnTo>
                  <a:lnTo>
                    <a:pt x="777361" y="3431090"/>
                  </a:lnTo>
                  <a:lnTo>
                    <a:pt x="813941" y="3457246"/>
                  </a:lnTo>
                  <a:lnTo>
                    <a:pt x="851158" y="3482550"/>
                  </a:lnTo>
                  <a:lnTo>
                    <a:pt x="888999" y="3506988"/>
                  </a:lnTo>
                  <a:lnTo>
                    <a:pt x="927450" y="3530547"/>
                  </a:lnTo>
                  <a:lnTo>
                    <a:pt x="966496" y="3553212"/>
                  </a:lnTo>
                  <a:lnTo>
                    <a:pt x="1006122" y="3574968"/>
                  </a:lnTo>
                  <a:lnTo>
                    <a:pt x="1046315" y="3595802"/>
                  </a:lnTo>
                  <a:lnTo>
                    <a:pt x="1087061" y="3615699"/>
                  </a:lnTo>
                  <a:lnTo>
                    <a:pt x="1128345" y="3634645"/>
                  </a:lnTo>
                  <a:lnTo>
                    <a:pt x="1170152" y="3652626"/>
                  </a:lnTo>
                  <a:lnTo>
                    <a:pt x="1212470" y="3669628"/>
                  </a:lnTo>
                  <a:lnTo>
                    <a:pt x="1255283" y="3685635"/>
                  </a:lnTo>
                  <a:lnTo>
                    <a:pt x="1298577" y="3700635"/>
                  </a:lnTo>
                  <a:lnTo>
                    <a:pt x="1342338" y="3714613"/>
                  </a:lnTo>
                  <a:lnTo>
                    <a:pt x="1386552" y="3727554"/>
                  </a:lnTo>
                  <a:lnTo>
                    <a:pt x="1431204" y="3739445"/>
                  </a:lnTo>
                  <a:lnTo>
                    <a:pt x="1476281" y="3750270"/>
                  </a:lnTo>
                  <a:lnTo>
                    <a:pt x="1521768" y="3760017"/>
                  </a:lnTo>
                  <a:lnTo>
                    <a:pt x="1567651" y="3768670"/>
                  </a:lnTo>
                  <a:lnTo>
                    <a:pt x="1613915" y="3776216"/>
                  </a:lnTo>
                  <a:lnTo>
                    <a:pt x="1660546" y="3782640"/>
                  </a:lnTo>
                  <a:lnTo>
                    <a:pt x="1707531" y="3787928"/>
                  </a:lnTo>
                  <a:lnTo>
                    <a:pt x="1754855" y="3792065"/>
                  </a:lnTo>
                  <a:lnTo>
                    <a:pt x="1802503" y="3795038"/>
                  </a:lnTo>
                  <a:lnTo>
                    <a:pt x="1850462" y="3796832"/>
                  </a:lnTo>
                  <a:lnTo>
                    <a:pt x="1898717" y="3797434"/>
                  </a:lnTo>
                  <a:lnTo>
                    <a:pt x="1946971" y="3796832"/>
                  </a:lnTo>
                  <a:lnTo>
                    <a:pt x="1994930" y="3795038"/>
                  </a:lnTo>
                  <a:lnTo>
                    <a:pt x="2042578" y="3792065"/>
                  </a:lnTo>
                  <a:lnTo>
                    <a:pt x="2089902" y="3787928"/>
                  </a:lnTo>
                  <a:lnTo>
                    <a:pt x="2136887" y="3782640"/>
                  </a:lnTo>
                  <a:lnTo>
                    <a:pt x="2183518" y="3776216"/>
                  </a:lnTo>
                  <a:lnTo>
                    <a:pt x="2229782" y="3768670"/>
                  </a:lnTo>
                  <a:lnTo>
                    <a:pt x="2275665" y="3760017"/>
                  </a:lnTo>
                  <a:lnTo>
                    <a:pt x="2321152" y="3750270"/>
                  </a:lnTo>
                  <a:lnTo>
                    <a:pt x="2366229" y="3739445"/>
                  </a:lnTo>
                  <a:lnTo>
                    <a:pt x="2410881" y="3727554"/>
                  </a:lnTo>
                  <a:lnTo>
                    <a:pt x="2455095" y="3714613"/>
                  </a:lnTo>
                  <a:lnTo>
                    <a:pt x="2498856" y="3700635"/>
                  </a:lnTo>
                  <a:lnTo>
                    <a:pt x="2542150" y="3685635"/>
                  </a:lnTo>
                  <a:lnTo>
                    <a:pt x="2584963" y="3669628"/>
                  </a:lnTo>
                  <a:lnTo>
                    <a:pt x="2627281" y="3652626"/>
                  </a:lnTo>
                  <a:lnTo>
                    <a:pt x="2669088" y="3634645"/>
                  </a:lnTo>
                  <a:lnTo>
                    <a:pt x="2710372" y="3615699"/>
                  </a:lnTo>
                  <a:lnTo>
                    <a:pt x="2751118" y="3595802"/>
                  </a:lnTo>
                  <a:lnTo>
                    <a:pt x="2791311" y="3574968"/>
                  </a:lnTo>
                  <a:lnTo>
                    <a:pt x="2830937" y="3553212"/>
                  </a:lnTo>
                  <a:lnTo>
                    <a:pt x="2869983" y="3530547"/>
                  </a:lnTo>
                  <a:lnTo>
                    <a:pt x="2908434" y="3506988"/>
                  </a:lnTo>
                  <a:lnTo>
                    <a:pt x="2946275" y="3482550"/>
                  </a:lnTo>
                  <a:lnTo>
                    <a:pt x="2983492" y="3457246"/>
                  </a:lnTo>
                  <a:lnTo>
                    <a:pt x="3020072" y="3431090"/>
                  </a:lnTo>
                  <a:lnTo>
                    <a:pt x="3056000" y="3404097"/>
                  </a:lnTo>
                  <a:lnTo>
                    <a:pt x="3091261" y="3376282"/>
                  </a:lnTo>
                  <a:lnTo>
                    <a:pt x="3125842" y="3347658"/>
                  </a:lnTo>
                  <a:lnTo>
                    <a:pt x="3159728" y="3318239"/>
                  </a:lnTo>
                  <a:lnTo>
                    <a:pt x="3192905" y="3288040"/>
                  </a:lnTo>
                  <a:lnTo>
                    <a:pt x="3225359" y="3257076"/>
                  </a:lnTo>
                  <a:lnTo>
                    <a:pt x="3257076" y="3225359"/>
                  </a:lnTo>
                  <a:lnTo>
                    <a:pt x="3288040" y="3192905"/>
                  </a:lnTo>
                  <a:lnTo>
                    <a:pt x="3318239" y="3159728"/>
                  </a:lnTo>
                  <a:lnTo>
                    <a:pt x="3347658" y="3125842"/>
                  </a:lnTo>
                  <a:lnTo>
                    <a:pt x="3376282" y="3091261"/>
                  </a:lnTo>
                  <a:lnTo>
                    <a:pt x="3404097" y="3056000"/>
                  </a:lnTo>
                  <a:lnTo>
                    <a:pt x="3431090" y="3020072"/>
                  </a:lnTo>
                  <a:lnTo>
                    <a:pt x="3457246" y="2983492"/>
                  </a:lnTo>
                  <a:lnTo>
                    <a:pt x="3482550" y="2946275"/>
                  </a:lnTo>
                  <a:lnTo>
                    <a:pt x="3506988" y="2908434"/>
                  </a:lnTo>
                  <a:lnTo>
                    <a:pt x="3530547" y="2869983"/>
                  </a:lnTo>
                  <a:lnTo>
                    <a:pt x="3553212" y="2830937"/>
                  </a:lnTo>
                  <a:lnTo>
                    <a:pt x="3574968" y="2791311"/>
                  </a:lnTo>
                  <a:lnTo>
                    <a:pt x="3595802" y="2751118"/>
                  </a:lnTo>
                  <a:lnTo>
                    <a:pt x="3615699" y="2710372"/>
                  </a:lnTo>
                  <a:lnTo>
                    <a:pt x="3634645" y="2669088"/>
                  </a:lnTo>
                  <a:lnTo>
                    <a:pt x="3652626" y="2627281"/>
                  </a:lnTo>
                  <a:lnTo>
                    <a:pt x="3669628" y="2584963"/>
                  </a:lnTo>
                  <a:lnTo>
                    <a:pt x="3685635" y="2542150"/>
                  </a:lnTo>
                  <a:lnTo>
                    <a:pt x="3700635" y="2498856"/>
                  </a:lnTo>
                  <a:lnTo>
                    <a:pt x="3714613" y="2455095"/>
                  </a:lnTo>
                  <a:lnTo>
                    <a:pt x="3727554" y="2410881"/>
                  </a:lnTo>
                  <a:lnTo>
                    <a:pt x="3739445" y="2366229"/>
                  </a:lnTo>
                  <a:lnTo>
                    <a:pt x="3750270" y="2321152"/>
                  </a:lnTo>
                  <a:lnTo>
                    <a:pt x="3760017" y="2275665"/>
                  </a:lnTo>
                  <a:lnTo>
                    <a:pt x="3768670" y="2229782"/>
                  </a:lnTo>
                  <a:lnTo>
                    <a:pt x="3776216" y="2183518"/>
                  </a:lnTo>
                  <a:lnTo>
                    <a:pt x="3782640" y="2136887"/>
                  </a:lnTo>
                  <a:lnTo>
                    <a:pt x="3787928" y="2089902"/>
                  </a:lnTo>
                  <a:lnTo>
                    <a:pt x="3792065" y="2042578"/>
                  </a:lnTo>
                  <a:lnTo>
                    <a:pt x="3795038" y="1994930"/>
                  </a:lnTo>
                  <a:lnTo>
                    <a:pt x="3796832" y="1946971"/>
                  </a:lnTo>
                  <a:lnTo>
                    <a:pt x="3797434" y="1898717"/>
                  </a:lnTo>
                  <a:lnTo>
                    <a:pt x="3796832" y="1850462"/>
                  </a:lnTo>
                  <a:lnTo>
                    <a:pt x="3795038" y="1802503"/>
                  </a:lnTo>
                  <a:lnTo>
                    <a:pt x="3792065" y="1754855"/>
                  </a:lnTo>
                  <a:lnTo>
                    <a:pt x="3787928" y="1707531"/>
                  </a:lnTo>
                  <a:lnTo>
                    <a:pt x="3782640" y="1660546"/>
                  </a:lnTo>
                  <a:lnTo>
                    <a:pt x="3776216" y="1613915"/>
                  </a:lnTo>
                  <a:lnTo>
                    <a:pt x="3768670" y="1567651"/>
                  </a:lnTo>
                  <a:lnTo>
                    <a:pt x="3760017" y="1521768"/>
                  </a:lnTo>
                  <a:lnTo>
                    <a:pt x="3750270" y="1476281"/>
                  </a:lnTo>
                  <a:lnTo>
                    <a:pt x="3739445" y="1431204"/>
                  </a:lnTo>
                  <a:lnTo>
                    <a:pt x="3727554" y="1386552"/>
                  </a:lnTo>
                  <a:lnTo>
                    <a:pt x="3714613" y="1342338"/>
                  </a:lnTo>
                  <a:lnTo>
                    <a:pt x="3700635" y="1298577"/>
                  </a:lnTo>
                  <a:lnTo>
                    <a:pt x="3685635" y="1255283"/>
                  </a:lnTo>
                  <a:lnTo>
                    <a:pt x="3669628" y="1212470"/>
                  </a:lnTo>
                  <a:lnTo>
                    <a:pt x="3652626" y="1170152"/>
                  </a:lnTo>
                  <a:lnTo>
                    <a:pt x="3634645" y="1128345"/>
                  </a:lnTo>
                  <a:lnTo>
                    <a:pt x="3615699" y="1087061"/>
                  </a:lnTo>
                  <a:lnTo>
                    <a:pt x="3595802" y="1046315"/>
                  </a:lnTo>
                  <a:lnTo>
                    <a:pt x="3574968" y="1006122"/>
                  </a:lnTo>
                  <a:lnTo>
                    <a:pt x="3553212" y="966496"/>
                  </a:lnTo>
                  <a:lnTo>
                    <a:pt x="3530547" y="927450"/>
                  </a:lnTo>
                  <a:lnTo>
                    <a:pt x="3506988" y="888999"/>
                  </a:lnTo>
                  <a:lnTo>
                    <a:pt x="3482550" y="851158"/>
                  </a:lnTo>
                  <a:lnTo>
                    <a:pt x="3457246" y="813941"/>
                  </a:lnTo>
                  <a:lnTo>
                    <a:pt x="3431090" y="777361"/>
                  </a:lnTo>
                  <a:lnTo>
                    <a:pt x="3404097" y="741433"/>
                  </a:lnTo>
                  <a:lnTo>
                    <a:pt x="3376282" y="706172"/>
                  </a:lnTo>
                  <a:lnTo>
                    <a:pt x="3347658" y="671591"/>
                  </a:lnTo>
                  <a:lnTo>
                    <a:pt x="3318239" y="637705"/>
                  </a:lnTo>
                  <a:lnTo>
                    <a:pt x="3288040" y="604528"/>
                  </a:lnTo>
                  <a:lnTo>
                    <a:pt x="3257076" y="572074"/>
                  </a:lnTo>
                  <a:lnTo>
                    <a:pt x="3225359" y="540357"/>
                  </a:lnTo>
                  <a:lnTo>
                    <a:pt x="3192905" y="509393"/>
                  </a:lnTo>
                  <a:lnTo>
                    <a:pt x="3159728" y="479194"/>
                  </a:lnTo>
                  <a:lnTo>
                    <a:pt x="3125842" y="449775"/>
                  </a:lnTo>
                  <a:lnTo>
                    <a:pt x="3091261" y="421151"/>
                  </a:lnTo>
                  <a:lnTo>
                    <a:pt x="3056000" y="393336"/>
                  </a:lnTo>
                  <a:lnTo>
                    <a:pt x="3020072" y="366343"/>
                  </a:lnTo>
                  <a:lnTo>
                    <a:pt x="2983492" y="340188"/>
                  </a:lnTo>
                  <a:lnTo>
                    <a:pt x="2946275" y="314883"/>
                  </a:lnTo>
                  <a:lnTo>
                    <a:pt x="2908434" y="290445"/>
                  </a:lnTo>
                  <a:lnTo>
                    <a:pt x="2869983" y="266886"/>
                  </a:lnTo>
                  <a:lnTo>
                    <a:pt x="2830937" y="244221"/>
                  </a:lnTo>
                  <a:lnTo>
                    <a:pt x="2791311" y="222465"/>
                  </a:lnTo>
                  <a:lnTo>
                    <a:pt x="2751118" y="201631"/>
                  </a:lnTo>
                  <a:lnTo>
                    <a:pt x="2710372" y="181734"/>
                  </a:lnTo>
                  <a:lnTo>
                    <a:pt x="2669088" y="162788"/>
                  </a:lnTo>
                  <a:lnTo>
                    <a:pt x="2627281" y="144807"/>
                  </a:lnTo>
                  <a:lnTo>
                    <a:pt x="2584963" y="127805"/>
                  </a:lnTo>
                  <a:lnTo>
                    <a:pt x="2542150" y="111798"/>
                  </a:lnTo>
                  <a:lnTo>
                    <a:pt x="2498856" y="96798"/>
                  </a:lnTo>
                  <a:lnTo>
                    <a:pt x="2455095" y="82820"/>
                  </a:lnTo>
                  <a:lnTo>
                    <a:pt x="2410881" y="69879"/>
                  </a:lnTo>
                  <a:lnTo>
                    <a:pt x="2366229" y="57988"/>
                  </a:lnTo>
                  <a:lnTo>
                    <a:pt x="2321152" y="47163"/>
                  </a:lnTo>
                  <a:lnTo>
                    <a:pt x="2275665" y="37416"/>
                  </a:lnTo>
                  <a:lnTo>
                    <a:pt x="2229782" y="28763"/>
                  </a:lnTo>
                  <a:lnTo>
                    <a:pt x="2183518" y="21217"/>
                  </a:lnTo>
                  <a:lnTo>
                    <a:pt x="2136887" y="14793"/>
                  </a:lnTo>
                  <a:lnTo>
                    <a:pt x="2089902" y="9505"/>
                  </a:lnTo>
                  <a:lnTo>
                    <a:pt x="2042578" y="5368"/>
                  </a:lnTo>
                  <a:lnTo>
                    <a:pt x="1994930" y="2395"/>
                  </a:lnTo>
                  <a:lnTo>
                    <a:pt x="1946971" y="601"/>
                  </a:lnTo>
                  <a:lnTo>
                    <a:pt x="1898717" y="0"/>
                  </a:lnTo>
                  <a:close/>
                </a:path>
              </a:pathLst>
            </a:custGeom>
            <a:solidFill>
              <a:srgbClr val="8BB8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2">
              <a:extLst>
                <a:ext uri="{FF2B5EF4-FFF2-40B4-BE49-F238E27FC236}">
                  <a16:creationId xmlns:a16="http://schemas.microsoft.com/office/drawing/2014/main" id="{935CC5D7-609D-9578-6C5B-EF66D8B7F7F4}"/>
                </a:ext>
              </a:extLst>
            </p:cNvPr>
            <p:cNvSpPr/>
            <p:nvPr/>
          </p:nvSpPr>
          <p:spPr>
            <a:xfrm>
              <a:off x="1202588" y="5714840"/>
              <a:ext cx="412750" cy="412750"/>
            </a:xfrm>
            <a:custGeom>
              <a:avLst/>
              <a:gdLst/>
              <a:ahLst/>
              <a:cxnLst/>
              <a:rect l="l" t="t" r="r" b="b"/>
              <a:pathLst>
                <a:path w="412750" h="412750">
                  <a:moveTo>
                    <a:pt x="412584" y="127000"/>
                  </a:moveTo>
                  <a:lnTo>
                    <a:pt x="285877" y="127000"/>
                  </a:lnTo>
                  <a:lnTo>
                    <a:pt x="285877" y="0"/>
                  </a:lnTo>
                  <a:lnTo>
                    <a:pt x="125666" y="0"/>
                  </a:lnTo>
                  <a:lnTo>
                    <a:pt x="125666" y="127000"/>
                  </a:lnTo>
                  <a:lnTo>
                    <a:pt x="0" y="127000"/>
                  </a:lnTo>
                  <a:lnTo>
                    <a:pt x="0" y="287020"/>
                  </a:lnTo>
                  <a:lnTo>
                    <a:pt x="125666" y="287020"/>
                  </a:lnTo>
                  <a:lnTo>
                    <a:pt x="125666" y="412750"/>
                  </a:lnTo>
                  <a:lnTo>
                    <a:pt x="285877" y="412750"/>
                  </a:lnTo>
                  <a:lnTo>
                    <a:pt x="285877" y="287020"/>
                  </a:lnTo>
                  <a:lnTo>
                    <a:pt x="412584" y="287020"/>
                  </a:lnTo>
                  <a:lnTo>
                    <a:pt x="412584" y="127000"/>
                  </a:lnTo>
                  <a:close/>
                </a:path>
              </a:pathLst>
            </a:custGeom>
            <a:solidFill>
              <a:srgbClr val="0084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3">
            <a:extLst>
              <a:ext uri="{FF2B5EF4-FFF2-40B4-BE49-F238E27FC236}">
                <a16:creationId xmlns:a16="http://schemas.microsoft.com/office/drawing/2014/main" id="{29DE49CC-30C7-FDE7-B2B7-9ECBC6FC6EA3}"/>
              </a:ext>
            </a:extLst>
          </p:cNvPr>
          <p:cNvSpPr/>
          <p:nvPr/>
        </p:nvSpPr>
        <p:spPr>
          <a:xfrm>
            <a:off x="1326670" y="6678297"/>
            <a:ext cx="4880323" cy="707650"/>
          </a:xfrm>
          <a:custGeom>
            <a:avLst/>
            <a:gdLst/>
            <a:ahLst/>
            <a:cxnLst/>
            <a:rect l="l" t="t" r="r" b="b"/>
            <a:pathLst>
              <a:path w="4401185" h="638175">
                <a:moveTo>
                  <a:pt x="308254" y="28041"/>
                </a:moveTo>
                <a:lnTo>
                  <a:pt x="0" y="28041"/>
                </a:lnTo>
                <a:lnTo>
                  <a:pt x="0" y="158851"/>
                </a:lnTo>
                <a:lnTo>
                  <a:pt x="0" y="262991"/>
                </a:lnTo>
                <a:lnTo>
                  <a:pt x="0" y="393801"/>
                </a:lnTo>
                <a:lnTo>
                  <a:pt x="0" y="628751"/>
                </a:lnTo>
                <a:lnTo>
                  <a:pt x="158838" y="628751"/>
                </a:lnTo>
                <a:lnTo>
                  <a:pt x="158838" y="393801"/>
                </a:lnTo>
                <a:lnTo>
                  <a:pt x="291071" y="393801"/>
                </a:lnTo>
                <a:lnTo>
                  <a:pt x="291071" y="262991"/>
                </a:lnTo>
                <a:lnTo>
                  <a:pt x="158838" y="262991"/>
                </a:lnTo>
                <a:lnTo>
                  <a:pt x="158838" y="158851"/>
                </a:lnTo>
                <a:lnTo>
                  <a:pt x="308254" y="158851"/>
                </a:lnTo>
                <a:lnTo>
                  <a:pt x="308254" y="28041"/>
                </a:lnTo>
                <a:close/>
              </a:path>
              <a:path w="4401185" h="638175">
                <a:moveTo>
                  <a:pt x="701484" y="177749"/>
                </a:moveTo>
                <a:lnTo>
                  <a:pt x="551230" y="177749"/>
                </a:lnTo>
                <a:lnTo>
                  <a:pt x="551230" y="492861"/>
                </a:lnTo>
                <a:lnTo>
                  <a:pt x="549084" y="512737"/>
                </a:lnTo>
                <a:lnTo>
                  <a:pt x="543077" y="526338"/>
                </a:lnTo>
                <a:lnTo>
                  <a:pt x="533844" y="534149"/>
                </a:lnTo>
                <a:lnTo>
                  <a:pt x="522033" y="536651"/>
                </a:lnTo>
                <a:lnTo>
                  <a:pt x="509866" y="534149"/>
                </a:lnTo>
                <a:lnTo>
                  <a:pt x="500684" y="526338"/>
                </a:lnTo>
                <a:lnTo>
                  <a:pt x="494868" y="512737"/>
                </a:lnTo>
                <a:lnTo>
                  <a:pt x="492848" y="492861"/>
                </a:lnTo>
                <a:lnTo>
                  <a:pt x="492848" y="177749"/>
                </a:lnTo>
                <a:lnTo>
                  <a:pt x="342582" y="177749"/>
                </a:lnTo>
                <a:lnTo>
                  <a:pt x="342582" y="510032"/>
                </a:lnTo>
                <a:lnTo>
                  <a:pt x="347433" y="548132"/>
                </a:lnTo>
                <a:lnTo>
                  <a:pt x="365226" y="590092"/>
                </a:lnTo>
                <a:lnTo>
                  <a:pt x="400900" y="624014"/>
                </a:lnTo>
                <a:lnTo>
                  <a:pt x="459359" y="637959"/>
                </a:lnTo>
                <a:lnTo>
                  <a:pt x="490004" y="634961"/>
                </a:lnTo>
                <a:lnTo>
                  <a:pt x="516458" y="626808"/>
                </a:lnTo>
                <a:lnTo>
                  <a:pt x="539051" y="614781"/>
                </a:lnTo>
                <a:lnTo>
                  <a:pt x="558101" y="600176"/>
                </a:lnTo>
                <a:lnTo>
                  <a:pt x="558101" y="628523"/>
                </a:lnTo>
                <a:lnTo>
                  <a:pt x="701484" y="628523"/>
                </a:lnTo>
                <a:lnTo>
                  <a:pt x="701484" y="177749"/>
                </a:lnTo>
                <a:close/>
              </a:path>
              <a:path w="4401185" h="638175">
                <a:moveTo>
                  <a:pt x="1103312" y="296227"/>
                </a:moveTo>
                <a:lnTo>
                  <a:pt x="1098461" y="258127"/>
                </a:lnTo>
                <a:lnTo>
                  <a:pt x="1080668" y="216166"/>
                </a:lnTo>
                <a:lnTo>
                  <a:pt x="1044994" y="182245"/>
                </a:lnTo>
                <a:lnTo>
                  <a:pt x="986536" y="168300"/>
                </a:lnTo>
                <a:lnTo>
                  <a:pt x="955890" y="171297"/>
                </a:lnTo>
                <a:lnTo>
                  <a:pt x="929436" y="179463"/>
                </a:lnTo>
                <a:lnTo>
                  <a:pt x="906843" y="191477"/>
                </a:lnTo>
                <a:lnTo>
                  <a:pt x="887793" y="206082"/>
                </a:lnTo>
                <a:lnTo>
                  <a:pt x="887793" y="177749"/>
                </a:lnTo>
                <a:lnTo>
                  <a:pt x="744410" y="177749"/>
                </a:lnTo>
                <a:lnTo>
                  <a:pt x="744410" y="628510"/>
                </a:lnTo>
                <a:lnTo>
                  <a:pt x="894664" y="628510"/>
                </a:lnTo>
                <a:lnTo>
                  <a:pt x="894664" y="313410"/>
                </a:lnTo>
                <a:lnTo>
                  <a:pt x="896823" y="293522"/>
                </a:lnTo>
                <a:lnTo>
                  <a:pt x="902931" y="279920"/>
                </a:lnTo>
                <a:lnTo>
                  <a:pt x="912418" y="272110"/>
                </a:lnTo>
                <a:lnTo>
                  <a:pt x="924712" y="269608"/>
                </a:lnTo>
                <a:lnTo>
                  <a:pt x="936383" y="272110"/>
                </a:lnTo>
                <a:lnTo>
                  <a:pt x="945324" y="279920"/>
                </a:lnTo>
                <a:lnTo>
                  <a:pt x="951039" y="293522"/>
                </a:lnTo>
                <a:lnTo>
                  <a:pt x="953046" y="313410"/>
                </a:lnTo>
                <a:lnTo>
                  <a:pt x="953046" y="628510"/>
                </a:lnTo>
                <a:lnTo>
                  <a:pt x="1103312" y="628510"/>
                </a:lnTo>
                <a:lnTo>
                  <a:pt x="1103312" y="296227"/>
                </a:lnTo>
                <a:close/>
              </a:path>
              <a:path w="4401185" h="638175">
                <a:moveTo>
                  <a:pt x="1433868" y="182041"/>
                </a:moveTo>
                <a:lnTo>
                  <a:pt x="1415211" y="176022"/>
                </a:lnTo>
                <a:lnTo>
                  <a:pt x="1397368" y="171945"/>
                </a:lnTo>
                <a:lnTo>
                  <a:pt x="1377594" y="169481"/>
                </a:lnTo>
                <a:lnTo>
                  <a:pt x="1353159" y="168300"/>
                </a:lnTo>
                <a:lnTo>
                  <a:pt x="1318196" y="169633"/>
                </a:lnTo>
                <a:lnTo>
                  <a:pt x="1246708" y="187782"/>
                </a:lnTo>
                <a:lnTo>
                  <a:pt x="1213739" y="207048"/>
                </a:lnTo>
                <a:lnTo>
                  <a:pt x="1184986" y="234721"/>
                </a:lnTo>
                <a:lnTo>
                  <a:pt x="1162253" y="272021"/>
                </a:lnTo>
                <a:lnTo>
                  <a:pt x="1147305" y="320167"/>
                </a:lnTo>
                <a:lnTo>
                  <a:pt x="1141933" y="380377"/>
                </a:lnTo>
                <a:lnTo>
                  <a:pt x="1141933" y="426745"/>
                </a:lnTo>
                <a:lnTo>
                  <a:pt x="1147305" y="486918"/>
                </a:lnTo>
                <a:lnTo>
                  <a:pt x="1162253" y="534962"/>
                </a:lnTo>
                <a:lnTo>
                  <a:pt x="1184986" y="572135"/>
                </a:lnTo>
                <a:lnTo>
                  <a:pt x="1213739" y="599643"/>
                </a:lnTo>
                <a:lnTo>
                  <a:pt x="1246708" y="618744"/>
                </a:lnTo>
                <a:lnTo>
                  <a:pt x="1318196" y="636663"/>
                </a:lnTo>
                <a:lnTo>
                  <a:pt x="1353159" y="637959"/>
                </a:lnTo>
                <a:lnTo>
                  <a:pt x="1377594" y="637273"/>
                </a:lnTo>
                <a:lnTo>
                  <a:pt x="1397368" y="635063"/>
                </a:lnTo>
                <a:lnTo>
                  <a:pt x="1415211" y="631075"/>
                </a:lnTo>
                <a:lnTo>
                  <a:pt x="1433868" y="625081"/>
                </a:lnTo>
                <a:lnTo>
                  <a:pt x="1433868" y="504875"/>
                </a:lnTo>
                <a:lnTo>
                  <a:pt x="1417662" y="509524"/>
                </a:lnTo>
                <a:lnTo>
                  <a:pt x="1403388" y="513041"/>
                </a:lnTo>
                <a:lnTo>
                  <a:pt x="1388465" y="515264"/>
                </a:lnTo>
                <a:lnTo>
                  <a:pt x="1370330" y="516039"/>
                </a:lnTo>
                <a:lnTo>
                  <a:pt x="1340091" y="510971"/>
                </a:lnTo>
                <a:lnTo>
                  <a:pt x="1317091" y="494144"/>
                </a:lnTo>
                <a:lnTo>
                  <a:pt x="1302473" y="463156"/>
                </a:lnTo>
                <a:lnTo>
                  <a:pt x="1297343" y="415582"/>
                </a:lnTo>
                <a:lnTo>
                  <a:pt x="1297343" y="391541"/>
                </a:lnTo>
                <a:lnTo>
                  <a:pt x="1302473" y="343471"/>
                </a:lnTo>
                <a:lnTo>
                  <a:pt x="1317091" y="312229"/>
                </a:lnTo>
                <a:lnTo>
                  <a:pt x="1340091" y="295313"/>
                </a:lnTo>
                <a:lnTo>
                  <a:pt x="1370330" y="290220"/>
                </a:lnTo>
                <a:lnTo>
                  <a:pt x="1388465" y="290995"/>
                </a:lnTo>
                <a:lnTo>
                  <a:pt x="1403388" y="293217"/>
                </a:lnTo>
                <a:lnTo>
                  <a:pt x="1417662" y="296735"/>
                </a:lnTo>
                <a:lnTo>
                  <a:pt x="1433868" y="301383"/>
                </a:lnTo>
                <a:lnTo>
                  <a:pt x="1433868" y="182041"/>
                </a:lnTo>
                <a:close/>
              </a:path>
              <a:path w="4401185" h="638175">
                <a:moveTo>
                  <a:pt x="1627047" y="75565"/>
                </a:moveTo>
                <a:lnTo>
                  <a:pt x="1621167" y="46367"/>
                </a:lnTo>
                <a:lnTo>
                  <a:pt x="1605153" y="22326"/>
                </a:lnTo>
                <a:lnTo>
                  <a:pt x="1581404" y="6019"/>
                </a:lnTo>
                <a:lnTo>
                  <a:pt x="1552333" y="0"/>
                </a:lnTo>
                <a:lnTo>
                  <a:pt x="1523149" y="6019"/>
                </a:lnTo>
                <a:lnTo>
                  <a:pt x="1499108" y="22326"/>
                </a:lnTo>
                <a:lnTo>
                  <a:pt x="1482801" y="46367"/>
                </a:lnTo>
                <a:lnTo>
                  <a:pt x="1476794" y="75565"/>
                </a:lnTo>
                <a:lnTo>
                  <a:pt x="1482801" y="104622"/>
                </a:lnTo>
                <a:lnTo>
                  <a:pt x="1499108" y="128371"/>
                </a:lnTo>
                <a:lnTo>
                  <a:pt x="1523149" y="144399"/>
                </a:lnTo>
                <a:lnTo>
                  <a:pt x="1552333" y="150266"/>
                </a:lnTo>
                <a:lnTo>
                  <a:pt x="1581404" y="144399"/>
                </a:lnTo>
                <a:lnTo>
                  <a:pt x="1605153" y="128371"/>
                </a:lnTo>
                <a:lnTo>
                  <a:pt x="1621167" y="104622"/>
                </a:lnTo>
                <a:lnTo>
                  <a:pt x="1627047" y="75565"/>
                </a:lnTo>
                <a:close/>
              </a:path>
              <a:path w="4401185" h="638175">
                <a:moveTo>
                  <a:pt x="1627060" y="177749"/>
                </a:moveTo>
                <a:lnTo>
                  <a:pt x="1476794" y="177749"/>
                </a:lnTo>
                <a:lnTo>
                  <a:pt x="1476794" y="628523"/>
                </a:lnTo>
                <a:lnTo>
                  <a:pt x="1627060" y="628523"/>
                </a:lnTo>
                <a:lnTo>
                  <a:pt x="1627060" y="177749"/>
                </a:lnTo>
                <a:close/>
              </a:path>
              <a:path w="4401185" h="638175">
                <a:moveTo>
                  <a:pt x="2038311" y="379514"/>
                </a:moveTo>
                <a:lnTo>
                  <a:pt x="2033485" y="317538"/>
                </a:lnTo>
                <a:lnTo>
                  <a:pt x="2023529" y="281635"/>
                </a:lnTo>
                <a:lnTo>
                  <a:pt x="2019693" y="267804"/>
                </a:lnTo>
                <a:lnTo>
                  <a:pt x="1997964" y="229336"/>
                </a:lnTo>
                <a:lnTo>
                  <a:pt x="1969300" y="201142"/>
                </a:lnTo>
                <a:lnTo>
                  <a:pt x="1934743" y="182232"/>
                </a:lnTo>
                <a:lnTo>
                  <a:pt x="1895297" y="171615"/>
                </a:lnTo>
                <a:lnTo>
                  <a:pt x="1891487" y="171335"/>
                </a:lnTo>
                <a:lnTo>
                  <a:pt x="1891487" y="390677"/>
                </a:lnTo>
                <a:lnTo>
                  <a:pt x="1891487" y="415582"/>
                </a:lnTo>
                <a:lnTo>
                  <a:pt x="1889899" y="468122"/>
                </a:lnTo>
                <a:lnTo>
                  <a:pt x="1883981" y="501662"/>
                </a:lnTo>
                <a:lnTo>
                  <a:pt x="1871929" y="519417"/>
                </a:lnTo>
                <a:lnTo>
                  <a:pt x="1852002" y="524624"/>
                </a:lnTo>
                <a:lnTo>
                  <a:pt x="1832063" y="519417"/>
                </a:lnTo>
                <a:lnTo>
                  <a:pt x="1820011" y="501662"/>
                </a:lnTo>
                <a:lnTo>
                  <a:pt x="1814080" y="468122"/>
                </a:lnTo>
                <a:lnTo>
                  <a:pt x="1812493" y="415582"/>
                </a:lnTo>
                <a:lnTo>
                  <a:pt x="1812493" y="390677"/>
                </a:lnTo>
                <a:lnTo>
                  <a:pt x="1814080" y="338150"/>
                </a:lnTo>
                <a:lnTo>
                  <a:pt x="1820011" y="304609"/>
                </a:lnTo>
                <a:lnTo>
                  <a:pt x="1832063" y="286842"/>
                </a:lnTo>
                <a:lnTo>
                  <a:pt x="1852002" y="281635"/>
                </a:lnTo>
                <a:lnTo>
                  <a:pt x="1871929" y="286842"/>
                </a:lnTo>
                <a:lnTo>
                  <a:pt x="1883981" y="304609"/>
                </a:lnTo>
                <a:lnTo>
                  <a:pt x="1889899" y="338150"/>
                </a:lnTo>
                <a:lnTo>
                  <a:pt x="1891487" y="390677"/>
                </a:lnTo>
                <a:lnTo>
                  <a:pt x="1891487" y="171335"/>
                </a:lnTo>
                <a:lnTo>
                  <a:pt x="1852002" y="168300"/>
                </a:lnTo>
                <a:lnTo>
                  <a:pt x="1808429" y="171615"/>
                </a:lnTo>
                <a:lnTo>
                  <a:pt x="1768868" y="182232"/>
                </a:lnTo>
                <a:lnTo>
                  <a:pt x="1734324" y="201142"/>
                </a:lnTo>
                <a:lnTo>
                  <a:pt x="1705749" y="229336"/>
                </a:lnTo>
                <a:lnTo>
                  <a:pt x="1684134" y="267804"/>
                </a:lnTo>
                <a:lnTo>
                  <a:pt x="1670456" y="317538"/>
                </a:lnTo>
                <a:lnTo>
                  <a:pt x="1665668" y="379514"/>
                </a:lnTo>
                <a:lnTo>
                  <a:pt x="1665668" y="426745"/>
                </a:lnTo>
                <a:lnTo>
                  <a:pt x="1670456" y="488734"/>
                </a:lnTo>
                <a:lnTo>
                  <a:pt x="1684134" y="538454"/>
                </a:lnTo>
                <a:lnTo>
                  <a:pt x="1705749" y="576922"/>
                </a:lnTo>
                <a:lnTo>
                  <a:pt x="1734324" y="605116"/>
                </a:lnTo>
                <a:lnTo>
                  <a:pt x="1768868" y="624027"/>
                </a:lnTo>
                <a:lnTo>
                  <a:pt x="1808429" y="634644"/>
                </a:lnTo>
                <a:lnTo>
                  <a:pt x="1852002" y="637959"/>
                </a:lnTo>
                <a:lnTo>
                  <a:pt x="1895297" y="634644"/>
                </a:lnTo>
                <a:lnTo>
                  <a:pt x="1934743" y="624027"/>
                </a:lnTo>
                <a:lnTo>
                  <a:pt x="1969300" y="605116"/>
                </a:lnTo>
                <a:lnTo>
                  <a:pt x="1997964" y="576922"/>
                </a:lnTo>
                <a:lnTo>
                  <a:pt x="2019693" y="538454"/>
                </a:lnTo>
                <a:lnTo>
                  <a:pt x="2023529" y="524624"/>
                </a:lnTo>
                <a:lnTo>
                  <a:pt x="2033485" y="488734"/>
                </a:lnTo>
                <a:lnTo>
                  <a:pt x="2038311" y="426745"/>
                </a:lnTo>
                <a:lnTo>
                  <a:pt x="2038311" y="379514"/>
                </a:lnTo>
                <a:close/>
              </a:path>
              <a:path w="4401185" h="638175">
                <a:moveTo>
                  <a:pt x="2440140" y="296227"/>
                </a:moveTo>
                <a:lnTo>
                  <a:pt x="2435288" y="258127"/>
                </a:lnTo>
                <a:lnTo>
                  <a:pt x="2417495" y="216166"/>
                </a:lnTo>
                <a:lnTo>
                  <a:pt x="2381821" y="182245"/>
                </a:lnTo>
                <a:lnTo>
                  <a:pt x="2323363" y="168300"/>
                </a:lnTo>
                <a:lnTo>
                  <a:pt x="2292718" y="171297"/>
                </a:lnTo>
                <a:lnTo>
                  <a:pt x="2266264" y="179463"/>
                </a:lnTo>
                <a:lnTo>
                  <a:pt x="2243671" y="191477"/>
                </a:lnTo>
                <a:lnTo>
                  <a:pt x="2224621" y="206082"/>
                </a:lnTo>
                <a:lnTo>
                  <a:pt x="2224621" y="177749"/>
                </a:lnTo>
                <a:lnTo>
                  <a:pt x="2081237" y="177749"/>
                </a:lnTo>
                <a:lnTo>
                  <a:pt x="2081237" y="628510"/>
                </a:lnTo>
                <a:lnTo>
                  <a:pt x="2231491" y="628510"/>
                </a:lnTo>
                <a:lnTo>
                  <a:pt x="2231491" y="313410"/>
                </a:lnTo>
                <a:lnTo>
                  <a:pt x="2233650" y="293522"/>
                </a:lnTo>
                <a:lnTo>
                  <a:pt x="2239759" y="279920"/>
                </a:lnTo>
                <a:lnTo>
                  <a:pt x="2249246" y="272110"/>
                </a:lnTo>
                <a:lnTo>
                  <a:pt x="2261539" y="269608"/>
                </a:lnTo>
                <a:lnTo>
                  <a:pt x="2273211" y="272110"/>
                </a:lnTo>
                <a:lnTo>
                  <a:pt x="2282152" y="279920"/>
                </a:lnTo>
                <a:lnTo>
                  <a:pt x="2287867" y="293522"/>
                </a:lnTo>
                <a:lnTo>
                  <a:pt x="2289873" y="313410"/>
                </a:lnTo>
                <a:lnTo>
                  <a:pt x="2289873" y="628510"/>
                </a:lnTo>
                <a:lnTo>
                  <a:pt x="2440140" y="628510"/>
                </a:lnTo>
                <a:lnTo>
                  <a:pt x="2440140" y="296227"/>
                </a:lnTo>
                <a:close/>
              </a:path>
              <a:path w="4401185" h="638175">
                <a:moveTo>
                  <a:pt x="2822219" y="364058"/>
                </a:moveTo>
                <a:lnTo>
                  <a:pt x="2822092" y="304444"/>
                </a:lnTo>
                <a:lnTo>
                  <a:pt x="2808452" y="243230"/>
                </a:lnTo>
                <a:lnTo>
                  <a:pt x="2783636" y="207264"/>
                </a:lnTo>
                <a:lnTo>
                  <a:pt x="2740114" y="179451"/>
                </a:lnTo>
                <a:lnTo>
                  <a:pt x="2672804" y="168300"/>
                </a:lnTo>
                <a:lnTo>
                  <a:pt x="2617241" y="168744"/>
                </a:lnTo>
                <a:lnTo>
                  <a:pt x="2582443" y="171843"/>
                </a:lnTo>
                <a:lnTo>
                  <a:pt x="2553754" y="180251"/>
                </a:lnTo>
                <a:lnTo>
                  <a:pt x="2516543" y="196634"/>
                </a:lnTo>
                <a:lnTo>
                  <a:pt x="2516543" y="307390"/>
                </a:lnTo>
                <a:lnTo>
                  <a:pt x="2524658" y="304444"/>
                </a:lnTo>
                <a:lnTo>
                  <a:pt x="2546058" y="297954"/>
                </a:lnTo>
                <a:lnTo>
                  <a:pt x="2576309" y="291452"/>
                </a:lnTo>
                <a:lnTo>
                  <a:pt x="2610993" y="288505"/>
                </a:lnTo>
                <a:lnTo>
                  <a:pt x="2643111" y="292519"/>
                </a:lnTo>
                <a:lnTo>
                  <a:pt x="2661869" y="302564"/>
                </a:lnTo>
                <a:lnTo>
                  <a:pt x="2670632" y="315671"/>
                </a:lnTo>
                <a:lnTo>
                  <a:pt x="2672804" y="328866"/>
                </a:lnTo>
                <a:lnTo>
                  <a:pt x="2672804" y="364058"/>
                </a:lnTo>
                <a:lnTo>
                  <a:pt x="2672804" y="444779"/>
                </a:lnTo>
                <a:lnTo>
                  <a:pt x="2672804" y="494576"/>
                </a:lnTo>
                <a:lnTo>
                  <a:pt x="2670860" y="510679"/>
                </a:lnTo>
                <a:lnTo>
                  <a:pt x="2664980" y="523659"/>
                </a:lnTo>
                <a:lnTo>
                  <a:pt x="2655062" y="532612"/>
                </a:lnTo>
                <a:lnTo>
                  <a:pt x="2641041" y="536651"/>
                </a:lnTo>
                <a:lnTo>
                  <a:pt x="2621191" y="532638"/>
                </a:lnTo>
                <a:lnTo>
                  <a:pt x="2609062" y="520014"/>
                </a:lnTo>
                <a:lnTo>
                  <a:pt x="2604338" y="501751"/>
                </a:lnTo>
                <a:lnTo>
                  <a:pt x="2606700" y="480834"/>
                </a:lnTo>
                <a:lnTo>
                  <a:pt x="2615946" y="465061"/>
                </a:lnTo>
                <a:lnTo>
                  <a:pt x="2631706" y="453783"/>
                </a:lnTo>
                <a:lnTo>
                  <a:pt x="2651493" y="447027"/>
                </a:lnTo>
                <a:lnTo>
                  <a:pt x="2672804" y="444779"/>
                </a:lnTo>
                <a:lnTo>
                  <a:pt x="2672804" y="364058"/>
                </a:lnTo>
                <a:lnTo>
                  <a:pt x="2595537" y="368033"/>
                </a:lnTo>
                <a:lnTo>
                  <a:pt x="2551341" y="380606"/>
                </a:lnTo>
                <a:lnTo>
                  <a:pt x="2513101" y="403555"/>
                </a:lnTo>
                <a:lnTo>
                  <a:pt x="2480068" y="463727"/>
                </a:lnTo>
                <a:lnTo>
                  <a:pt x="2475217" y="502246"/>
                </a:lnTo>
                <a:lnTo>
                  <a:pt x="2478760" y="541693"/>
                </a:lnTo>
                <a:lnTo>
                  <a:pt x="2491155" y="578510"/>
                </a:lnTo>
                <a:lnTo>
                  <a:pt x="2512860" y="609180"/>
                </a:lnTo>
                <a:lnTo>
                  <a:pt x="2544356" y="630174"/>
                </a:lnTo>
                <a:lnTo>
                  <a:pt x="2586088" y="637959"/>
                </a:lnTo>
                <a:lnTo>
                  <a:pt x="2613647" y="635076"/>
                </a:lnTo>
                <a:lnTo>
                  <a:pt x="2637167" y="627126"/>
                </a:lnTo>
                <a:lnTo>
                  <a:pt x="2656840" y="615149"/>
                </a:lnTo>
                <a:lnTo>
                  <a:pt x="2672804" y="600176"/>
                </a:lnTo>
                <a:lnTo>
                  <a:pt x="2672804" y="628523"/>
                </a:lnTo>
                <a:lnTo>
                  <a:pt x="2822219" y="628523"/>
                </a:lnTo>
                <a:lnTo>
                  <a:pt x="2822219" y="600176"/>
                </a:lnTo>
                <a:lnTo>
                  <a:pt x="2822219" y="536651"/>
                </a:lnTo>
                <a:lnTo>
                  <a:pt x="2822219" y="444779"/>
                </a:lnTo>
                <a:lnTo>
                  <a:pt x="2822219" y="364058"/>
                </a:lnTo>
                <a:close/>
              </a:path>
              <a:path w="4401185" h="638175">
                <a:moveTo>
                  <a:pt x="3015386" y="6883"/>
                </a:moveTo>
                <a:lnTo>
                  <a:pt x="2865120" y="6883"/>
                </a:lnTo>
                <a:lnTo>
                  <a:pt x="2865120" y="628523"/>
                </a:lnTo>
                <a:lnTo>
                  <a:pt x="3015386" y="628523"/>
                </a:lnTo>
                <a:lnTo>
                  <a:pt x="3015386" y="6883"/>
                </a:lnTo>
                <a:close/>
              </a:path>
              <a:path w="4401185" h="638175">
                <a:moveTo>
                  <a:pt x="3208566" y="75565"/>
                </a:moveTo>
                <a:lnTo>
                  <a:pt x="3202698" y="46367"/>
                </a:lnTo>
                <a:lnTo>
                  <a:pt x="3186671" y="22326"/>
                </a:lnTo>
                <a:lnTo>
                  <a:pt x="3162922" y="6019"/>
                </a:lnTo>
                <a:lnTo>
                  <a:pt x="3133864" y="0"/>
                </a:lnTo>
                <a:lnTo>
                  <a:pt x="3104667" y="6019"/>
                </a:lnTo>
                <a:lnTo>
                  <a:pt x="3080639" y="22326"/>
                </a:lnTo>
                <a:lnTo>
                  <a:pt x="3064319" y="46367"/>
                </a:lnTo>
                <a:lnTo>
                  <a:pt x="3058312" y="75565"/>
                </a:lnTo>
                <a:lnTo>
                  <a:pt x="3064319" y="104622"/>
                </a:lnTo>
                <a:lnTo>
                  <a:pt x="3080639" y="128371"/>
                </a:lnTo>
                <a:lnTo>
                  <a:pt x="3104667" y="144399"/>
                </a:lnTo>
                <a:lnTo>
                  <a:pt x="3133864" y="150266"/>
                </a:lnTo>
                <a:lnTo>
                  <a:pt x="3162922" y="144399"/>
                </a:lnTo>
                <a:lnTo>
                  <a:pt x="3186671" y="128371"/>
                </a:lnTo>
                <a:lnTo>
                  <a:pt x="3202698" y="104622"/>
                </a:lnTo>
                <a:lnTo>
                  <a:pt x="3208566" y="75565"/>
                </a:lnTo>
                <a:close/>
              </a:path>
              <a:path w="4401185" h="638175">
                <a:moveTo>
                  <a:pt x="3208578" y="177749"/>
                </a:moveTo>
                <a:lnTo>
                  <a:pt x="3058312" y="177749"/>
                </a:lnTo>
                <a:lnTo>
                  <a:pt x="3058312" y="628523"/>
                </a:lnTo>
                <a:lnTo>
                  <a:pt x="3208578" y="628523"/>
                </a:lnTo>
                <a:lnTo>
                  <a:pt x="3208578" y="177749"/>
                </a:lnTo>
                <a:close/>
              </a:path>
              <a:path w="4401185" h="638175">
                <a:moveTo>
                  <a:pt x="3613835" y="27482"/>
                </a:moveTo>
                <a:lnTo>
                  <a:pt x="3464420" y="27482"/>
                </a:lnTo>
                <a:lnTo>
                  <a:pt x="3464420" y="192341"/>
                </a:lnTo>
                <a:lnTo>
                  <a:pt x="3460991" y="190131"/>
                </a:lnTo>
                <a:lnTo>
                  <a:pt x="3460991" y="388962"/>
                </a:lnTo>
                <a:lnTo>
                  <a:pt x="3460991" y="416433"/>
                </a:lnTo>
                <a:lnTo>
                  <a:pt x="3459797" y="473265"/>
                </a:lnTo>
                <a:lnTo>
                  <a:pt x="3455314" y="507885"/>
                </a:lnTo>
                <a:lnTo>
                  <a:pt x="3446145" y="525106"/>
                </a:lnTo>
                <a:lnTo>
                  <a:pt x="3430943" y="529780"/>
                </a:lnTo>
                <a:lnTo>
                  <a:pt x="3415881" y="525106"/>
                </a:lnTo>
                <a:lnTo>
                  <a:pt x="3407016" y="507885"/>
                </a:lnTo>
                <a:lnTo>
                  <a:pt x="3402812" y="473265"/>
                </a:lnTo>
                <a:lnTo>
                  <a:pt x="3401758" y="416433"/>
                </a:lnTo>
                <a:lnTo>
                  <a:pt x="3401758" y="388962"/>
                </a:lnTo>
                <a:lnTo>
                  <a:pt x="3402812" y="332130"/>
                </a:lnTo>
                <a:lnTo>
                  <a:pt x="3407016" y="297522"/>
                </a:lnTo>
                <a:lnTo>
                  <a:pt x="3415881" y="280289"/>
                </a:lnTo>
                <a:lnTo>
                  <a:pt x="3430943" y="275628"/>
                </a:lnTo>
                <a:lnTo>
                  <a:pt x="3446145" y="280289"/>
                </a:lnTo>
                <a:lnTo>
                  <a:pt x="3455314" y="297522"/>
                </a:lnTo>
                <a:lnTo>
                  <a:pt x="3459797" y="332130"/>
                </a:lnTo>
                <a:lnTo>
                  <a:pt x="3460991" y="388962"/>
                </a:lnTo>
                <a:lnTo>
                  <a:pt x="3460991" y="190131"/>
                </a:lnTo>
                <a:lnTo>
                  <a:pt x="3449104" y="182422"/>
                </a:lnTo>
                <a:lnTo>
                  <a:pt x="3432657" y="174840"/>
                </a:lnTo>
                <a:lnTo>
                  <a:pt x="3414928" y="170002"/>
                </a:lnTo>
                <a:lnTo>
                  <a:pt x="3395738" y="168300"/>
                </a:lnTo>
                <a:lnTo>
                  <a:pt x="3354527" y="171577"/>
                </a:lnTo>
                <a:lnTo>
                  <a:pt x="3293300" y="200875"/>
                </a:lnTo>
                <a:lnTo>
                  <a:pt x="3258324" y="267423"/>
                </a:lnTo>
                <a:lnTo>
                  <a:pt x="3249930" y="317258"/>
                </a:lnTo>
                <a:lnTo>
                  <a:pt x="3247186" y="379514"/>
                </a:lnTo>
                <a:lnTo>
                  <a:pt x="3247186" y="425881"/>
                </a:lnTo>
                <a:lnTo>
                  <a:pt x="3249930" y="488188"/>
                </a:lnTo>
                <a:lnTo>
                  <a:pt x="3258324" y="538149"/>
                </a:lnTo>
                <a:lnTo>
                  <a:pt x="3272675" y="576757"/>
                </a:lnTo>
                <a:lnTo>
                  <a:pt x="3320478" y="624001"/>
                </a:lnTo>
                <a:lnTo>
                  <a:pt x="3395738" y="637959"/>
                </a:lnTo>
                <a:lnTo>
                  <a:pt x="3416833" y="635647"/>
                </a:lnTo>
                <a:lnTo>
                  <a:pt x="3436315" y="629158"/>
                </a:lnTo>
                <a:lnTo>
                  <a:pt x="3454171" y="619125"/>
                </a:lnTo>
                <a:lnTo>
                  <a:pt x="3470427" y="606196"/>
                </a:lnTo>
                <a:lnTo>
                  <a:pt x="3470427" y="628510"/>
                </a:lnTo>
                <a:lnTo>
                  <a:pt x="3613835" y="628510"/>
                </a:lnTo>
                <a:lnTo>
                  <a:pt x="3613835" y="606196"/>
                </a:lnTo>
                <a:lnTo>
                  <a:pt x="3613835" y="529780"/>
                </a:lnTo>
                <a:lnTo>
                  <a:pt x="3613835" y="275628"/>
                </a:lnTo>
                <a:lnTo>
                  <a:pt x="3613835" y="192341"/>
                </a:lnTo>
                <a:lnTo>
                  <a:pt x="3613835" y="27482"/>
                </a:lnTo>
                <a:close/>
              </a:path>
              <a:path w="4401185" h="638175">
                <a:moveTo>
                  <a:pt x="3995902" y="364058"/>
                </a:moveTo>
                <a:lnTo>
                  <a:pt x="3995788" y="304444"/>
                </a:lnTo>
                <a:lnTo>
                  <a:pt x="3994239" y="288505"/>
                </a:lnTo>
                <a:lnTo>
                  <a:pt x="3993311" y="278866"/>
                </a:lnTo>
                <a:lnTo>
                  <a:pt x="3982135" y="243230"/>
                </a:lnTo>
                <a:lnTo>
                  <a:pt x="3957320" y="207264"/>
                </a:lnTo>
                <a:lnTo>
                  <a:pt x="3913797" y="179451"/>
                </a:lnTo>
                <a:lnTo>
                  <a:pt x="3846499" y="168300"/>
                </a:lnTo>
                <a:lnTo>
                  <a:pt x="3790924" y="168744"/>
                </a:lnTo>
                <a:lnTo>
                  <a:pt x="3756126" y="171843"/>
                </a:lnTo>
                <a:lnTo>
                  <a:pt x="3727450" y="180251"/>
                </a:lnTo>
                <a:lnTo>
                  <a:pt x="3690226" y="196634"/>
                </a:lnTo>
                <a:lnTo>
                  <a:pt x="3690226" y="307390"/>
                </a:lnTo>
                <a:lnTo>
                  <a:pt x="3698341" y="304444"/>
                </a:lnTo>
                <a:lnTo>
                  <a:pt x="3719741" y="297954"/>
                </a:lnTo>
                <a:lnTo>
                  <a:pt x="3750005" y="291452"/>
                </a:lnTo>
                <a:lnTo>
                  <a:pt x="3784689" y="288505"/>
                </a:lnTo>
                <a:lnTo>
                  <a:pt x="3816807" y="292519"/>
                </a:lnTo>
                <a:lnTo>
                  <a:pt x="3835552" y="302564"/>
                </a:lnTo>
                <a:lnTo>
                  <a:pt x="3844328" y="315671"/>
                </a:lnTo>
                <a:lnTo>
                  <a:pt x="3846499" y="328866"/>
                </a:lnTo>
                <a:lnTo>
                  <a:pt x="3846499" y="364058"/>
                </a:lnTo>
                <a:lnTo>
                  <a:pt x="3846499" y="444779"/>
                </a:lnTo>
                <a:lnTo>
                  <a:pt x="3846499" y="494576"/>
                </a:lnTo>
                <a:lnTo>
                  <a:pt x="3844556" y="510679"/>
                </a:lnTo>
                <a:lnTo>
                  <a:pt x="3838664" y="523659"/>
                </a:lnTo>
                <a:lnTo>
                  <a:pt x="3828758" y="532612"/>
                </a:lnTo>
                <a:lnTo>
                  <a:pt x="3814724" y="536651"/>
                </a:lnTo>
                <a:lnTo>
                  <a:pt x="3794874" y="532638"/>
                </a:lnTo>
                <a:lnTo>
                  <a:pt x="3782745" y="520014"/>
                </a:lnTo>
                <a:lnTo>
                  <a:pt x="3778034" y="501751"/>
                </a:lnTo>
                <a:lnTo>
                  <a:pt x="3780396" y="480834"/>
                </a:lnTo>
                <a:lnTo>
                  <a:pt x="3789629" y="465061"/>
                </a:lnTo>
                <a:lnTo>
                  <a:pt x="3805390" y="453783"/>
                </a:lnTo>
                <a:lnTo>
                  <a:pt x="3825176" y="447027"/>
                </a:lnTo>
                <a:lnTo>
                  <a:pt x="3846499" y="444779"/>
                </a:lnTo>
                <a:lnTo>
                  <a:pt x="3846499" y="364058"/>
                </a:lnTo>
                <a:lnTo>
                  <a:pt x="3769233" y="368033"/>
                </a:lnTo>
                <a:lnTo>
                  <a:pt x="3725037" y="380606"/>
                </a:lnTo>
                <a:lnTo>
                  <a:pt x="3686797" y="403555"/>
                </a:lnTo>
                <a:lnTo>
                  <a:pt x="3653764" y="463727"/>
                </a:lnTo>
                <a:lnTo>
                  <a:pt x="3648913" y="502246"/>
                </a:lnTo>
                <a:lnTo>
                  <a:pt x="3652456" y="541693"/>
                </a:lnTo>
                <a:lnTo>
                  <a:pt x="3664839" y="578510"/>
                </a:lnTo>
                <a:lnTo>
                  <a:pt x="3686556" y="609180"/>
                </a:lnTo>
                <a:lnTo>
                  <a:pt x="3718039" y="630174"/>
                </a:lnTo>
                <a:lnTo>
                  <a:pt x="3759771" y="637959"/>
                </a:lnTo>
                <a:lnTo>
                  <a:pt x="3787330" y="635076"/>
                </a:lnTo>
                <a:lnTo>
                  <a:pt x="3810863" y="627126"/>
                </a:lnTo>
                <a:lnTo>
                  <a:pt x="3830536" y="615149"/>
                </a:lnTo>
                <a:lnTo>
                  <a:pt x="3846499" y="600176"/>
                </a:lnTo>
                <a:lnTo>
                  <a:pt x="3846499" y="628523"/>
                </a:lnTo>
                <a:lnTo>
                  <a:pt x="3995902" y="628523"/>
                </a:lnTo>
                <a:lnTo>
                  <a:pt x="3995902" y="600176"/>
                </a:lnTo>
                <a:lnTo>
                  <a:pt x="3995902" y="536651"/>
                </a:lnTo>
                <a:lnTo>
                  <a:pt x="3995902" y="444779"/>
                </a:lnTo>
                <a:lnTo>
                  <a:pt x="3995902" y="364058"/>
                </a:lnTo>
                <a:close/>
              </a:path>
              <a:path w="4401185" h="638175">
                <a:moveTo>
                  <a:pt x="4401159" y="27482"/>
                </a:moveTo>
                <a:lnTo>
                  <a:pt x="4251757" y="27482"/>
                </a:lnTo>
                <a:lnTo>
                  <a:pt x="4251757" y="192341"/>
                </a:lnTo>
                <a:lnTo>
                  <a:pt x="4248328" y="190131"/>
                </a:lnTo>
                <a:lnTo>
                  <a:pt x="4248328" y="388962"/>
                </a:lnTo>
                <a:lnTo>
                  <a:pt x="4248328" y="416433"/>
                </a:lnTo>
                <a:lnTo>
                  <a:pt x="4247134" y="473265"/>
                </a:lnTo>
                <a:lnTo>
                  <a:pt x="4242638" y="507885"/>
                </a:lnTo>
                <a:lnTo>
                  <a:pt x="4233481" y="525106"/>
                </a:lnTo>
                <a:lnTo>
                  <a:pt x="4218279" y="529780"/>
                </a:lnTo>
                <a:lnTo>
                  <a:pt x="4203204" y="525106"/>
                </a:lnTo>
                <a:lnTo>
                  <a:pt x="4194340" y="507885"/>
                </a:lnTo>
                <a:lnTo>
                  <a:pt x="4190136" y="473265"/>
                </a:lnTo>
                <a:lnTo>
                  <a:pt x="4189082" y="416433"/>
                </a:lnTo>
                <a:lnTo>
                  <a:pt x="4189082" y="388962"/>
                </a:lnTo>
                <a:lnTo>
                  <a:pt x="4190136" y="332130"/>
                </a:lnTo>
                <a:lnTo>
                  <a:pt x="4194340" y="297522"/>
                </a:lnTo>
                <a:lnTo>
                  <a:pt x="4203204" y="280289"/>
                </a:lnTo>
                <a:lnTo>
                  <a:pt x="4218279" y="275628"/>
                </a:lnTo>
                <a:lnTo>
                  <a:pt x="4233481" y="280289"/>
                </a:lnTo>
                <a:lnTo>
                  <a:pt x="4242638" y="297522"/>
                </a:lnTo>
                <a:lnTo>
                  <a:pt x="4247134" y="332130"/>
                </a:lnTo>
                <a:lnTo>
                  <a:pt x="4248328" y="388962"/>
                </a:lnTo>
                <a:lnTo>
                  <a:pt x="4248328" y="190131"/>
                </a:lnTo>
                <a:lnTo>
                  <a:pt x="4236428" y="182422"/>
                </a:lnTo>
                <a:lnTo>
                  <a:pt x="4219981" y="174840"/>
                </a:lnTo>
                <a:lnTo>
                  <a:pt x="4202252" y="170002"/>
                </a:lnTo>
                <a:lnTo>
                  <a:pt x="4183075" y="168300"/>
                </a:lnTo>
                <a:lnTo>
                  <a:pt x="4141863" y="171577"/>
                </a:lnTo>
                <a:lnTo>
                  <a:pt x="4080624" y="200875"/>
                </a:lnTo>
                <a:lnTo>
                  <a:pt x="4045648" y="267423"/>
                </a:lnTo>
                <a:lnTo>
                  <a:pt x="4037253" y="317258"/>
                </a:lnTo>
                <a:lnTo>
                  <a:pt x="4034523" y="379514"/>
                </a:lnTo>
                <a:lnTo>
                  <a:pt x="4034523" y="425881"/>
                </a:lnTo>
                <a:lnTo>
                  <a:pt x="4037253" y="488188"/>
                </a:lnTo>
                <a:lnTo>
                  <a:pt x="4045648" y="538149"/>
                </a:lnTo>
                <a:lnTo>
                  <a:pt x="4060012" y="576757"/>
                </a:lnTo>
                <a:lnTo>
                  <a:pt x="4107815" y="624001"/>
                </a:lnTo>
                <a:lnTo>
                  <a:pt x="4183075" y="637959"/>
                </a:lnTo>
                <a:lnTo>
                  <a:pt x="4204157" y="635647"/>
                </a:lnTo>
                <a:lnTo>
                  <a:pt x="4223639" y="629158"/>
                </a:lnTo>
                <a:lnTo>
                  <a:pt x="4241508" y="619125"/>
                </a:lnTo>
                <a:lnTo>
                  <a:pt x="4257764" y="606196"/>
                </a:lnTo>
                <a:lnTo>
                  <a:pt x="4257764" y="628510"/>
                </a:lnTo>
                <a:lnTo>
                  <a:pt x="4401159" y="628510"/>
                </a:lnTo>
                <a:lnTo>
                  <a:pt x="4401159" y="606196"/>
                </a:lnTo>
                <a:lnTo>
                  <a:pt x="4401159" y="529780"/>
                </a:lnTo>
                <a:lnTo>
                  <a:pt x="4401159" y="275628"/>
                </a:lnTo>
                <a:lnTo>
                  <a:pt x="4401159" y="192341"/>
                </a:lnTo>
                <a:lnTo>
                  <a:pt x="4401159" y="27482"/>
                </a:lnTo>
                <a:close/>
              </a:path>
            </a:pathLst>
          </a:custGeom>
          <a:solidFill>
            <a:srgbClr val="293611"/>
          </a:solidFill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28" name="object 5">
            <a:extLst>
              <a:ext uri="{FF2B5EF4-FFF2-40B4-BE49-F238E27FC236}">
                <a16:creationId xmlns:a16="http://schemas.microsoft.com/office/drawing/2014/main" id="{A8FB4113-76F1-0152-A0B9-33E9BC961290}"/>
              </a:ext>
            </a:extLst>
          </p:cNvPr>
          <p:cNvSpPr/>
          <p:nvPr/>
        </p:nvSpPr>
        <p:spPr>
          <a:xfrm>
            <a:off x="1794871" y="7642765"/>
            <a:ext cx="2008779" cy="528626"/>
          </a:xfrm>
          <a:custGeom>
            <a:avLst/>
            <a:gdLst/>
            <a:ahLst/>
            <a:cxnLst/>
            <a:rect l="l" t="t" r="r" b="b"/>
            <a:pathLst>
              <a:path w="2425065" h="638175">
                <a:moveTo>
                  <a:pt x="291934" y="182016"/>
                </a:moveTo>
                <a:lnTo>
                  <a:pt x="273278" y="176009"/>
                </a:lnTo>
                <a:lnTo>
                  <a:pt x="255435" y="171932"/>
                </a:lnTo>
                <a:lnTo>
                  <a:pt x="235661" y="169468"/>
                </a:lnTo>
                <a:lnTo>
                  <a:pt x="211226" y="168287"/>
                </a:lnTo>
                <a:lnTo>
                  <a:pt x="176263" y="169608"/>
                </a:lnTo>
                <a:lnTo>
                  <a:pt x="104775" y="187769"/>
                </a:lnTo>
                <a:lnTo>
                  <a:pt x="71805" y="207022"/>
                </a:lnTo>
                <a:lnTo>
                  <a:pt x="43053" y="234696"/>
                </a:lnTo>
                <a:lnTo>
                  <a:pt x="20320" y="271995"/>
                </a:lnTo>
                <a:lnTo>
                  <a:pt x="5372" y="320154"/>
                </a:lnTo>
                <a:lnTo>
                  <a:pt x="0" y="380365"/>
                </a:lnTo>
                <a:lnTo>
                  <a:pt x="0" y="426732"/>
                </a:lnTo>
                <a:lnTo>
                  <a:pt x="5372" y="486905"/>
                </a:lnTo>
                <a:lnTo>
                  <a:pt x="20320" y="534949"/>
                </a:lnTo>
                <a:lnTo>
                  <a:pt x="43053" y="572109"/>
                </a:lnTo>
                <a:lnTo>
                  <a:pt x="71805" y="599630"/>
                </a:lnTo>
                <a:lnTo>
                  <a:pt x="104775" y="618731"/>
                </a:lnTo>
                <a:lnTo>
                  <a:pt x="176263" y="636651"/>
                </a:lnTo>
                <a:lnTo>
                  <a:pt x="211226" y="637946"/>
                </a:lnTo>
                <a:lnTo>
                  <a:pt x="235661" y="637260"/>
                </a:lnTo>
                <a:lnTo>
                  <a:pt x="255435" y="635050"/>
                </a:lnTo>
                <a:lnTo>
                  <a:pt x="273278" y="631063"/>
                </a:lnTo>
                <a:lnTo>
                  <a:pt x="291934" y="625068"/>
                </a:lnTo>
                <a:lnTo>
                  <a:pt x="291934" y="504863"/>
                </a:lnTo>
                <a:lnTo>
                  <a:pt x="275729" y="509511"/>
                </a:lnTo>
                <a:lnTo>
                  <a:pt x="261454" y="513016"/>
                </a:lnTo>
                <a:lnTo>
                  <a:pt x="246532" y="515251"/>
                </a:lnTo>
                <a:lnTo>
                  <a:pt x="228396" y="516026"/>
                </a:lnTo>
                <a:lnTo>
                  <a:pt x="198158" y="510946"/>
                </a:lnTo>
                <a:lnTo>
                  <a:pt x="175158" y="494131"/>
                </a:lnTo>
                <a:lnTo>
                  <a:pt x="160540" y="463130"/>
                </a:lnTo>
                <a:lnTo>
                  <a:pt x="155409" y="415569"/>
                </a:lnTo>
                <a:lnTo>
                  <a:pt x="155409" y="391528"/>
                </a:lnTo>
                <a:lnTo>
                  <a:pt x="160540" y="343458"/>
                </a:lnTo>
                <a:lnTo>
                  <a:pt x="175158" y="312204"/>
                </a:lnTo>
                <a:lnTo>
                  <a:pt x="198158" y="295287"/>
                </a:lnTo>
                <a:lnTo>
                  <a:pt x="228396" y="290207"/>
                </a:lnTo>
                <a:lnTo>
                  <a:pt x="246532" y="290982"/>
                </a:lnTo>
                <a:lnTo>
                  <a:pt x="261454" y="293204"/>
                </a:lnTo>
                <a:lnTo>
                  <a:pt x="275729" y="296722"/>
                </a:lnTo>
                <a:lnTo>
                  <a:pt x="291934" y="301371"/>
                </a:lnTo>
                <a:lnTo>
                  <a:pt x="291934" y="182016"/>
                </a:lnTo>
                <a:close/>
              </a:path>
              <a:path w="2425065" h="638175">
                <a:moveTo>
                  <a:pt x="485114" y="6858"/>
                </a:moveTo>
                <a:lnTo>
                  <a:pt x="334848" y="6858"/>
                </a:lnTo>
                <a:lnTo>
                  <a:pt x="334848" y="628497"/>
                </a:lnTo>
                <a:lnTo>
                  <a:pt x="485114" y="628497"/>
                </a:lnTo>
                <a:lnTo>
                  <a:pt x="485114" y="6858"/>
                </a:lnTo>
                <a:close/>
              </a:path>
              <a:path w="2425065" h="638175">
                <a:moveTo>
                  <a:pt x="678294" y="75552"/>
                </a:moveTo>
                <a:lnTo>
                  <a:pt x="672414" y="46355"/>
                </a:lnTo>
                <a:lnTo>
                  <a:pt x="656399" y="22313"/>
                </a:lnTo>
                <a:lnTo>
                  <a:pt x="632650" y="6007"/>
                </a:lnTo>
                <a:lnTo>
                  <a:pt x="603580" y="0"/>
                </a:lnTo>
                <a:lnTo>
                  <a:pt x="574395" y="6007"/>
                </a:lnTo>
                <a:lnTo>
                  <a:pt x="550354" y="22313"/>
                </a:lnTo>
                <a:lnTo>
                  <a:pt x="534047" y="46355"/>
                </a:lnTo>
                <a:lnTo>
                  <a:pt x="528040" y="75552"/>
                </a:lnTo>
                <a:lnTo>
                  <a:pt x="534047" y="104609"/>
                </a:lnTo>
                <a:lnTo>
                  <a:pt x="550354" y="128358"/>
                </a:lnTo>
                <a:lnTo>
                  <a:pt x="574395" y="144373"/>
                </a:lnTo>
                <a:lnTo>
                  <a:pt x="603580" y="150253"/>
                </a:lnTo>
                <a:lnTo>
                  <a:pt x="632650" y="144373"/>
                </a:lnTo>
                <a:lnTo>
                  <a:pt x="656399" y="128358"/>
                </a:lnTo>
                <a:lnTo>
                  <a:pt x="672414" y="104609"/>
                </a:lnTo>
                <a:lnTo>
                  <a:pt x="678294" y="75552"/>
                </a:lnTo>
                <a:close/>
              </a:path>
              <a:path w="2425065" h="638175">
                <a:moveTo>
                  <a:pt x="678307" y="177723"/>
                </a:moveTo>
                <a:lnTo>
                  <a:pt x="528040" y="177723"/>
                </a:lnTo>
                <a:lnTo>
                  <a:pt x="528040" y="628497"/>
                </a:lnTo>
                <a:lnTo>
                  <a:pt x="678307" y="628497"/>
                </a:lnTo>
                <a:lnTo>
                  <a:pt x="678307" y="177723"/>
                </a:lnTo>
                <a:close/>
              </a:path>
              <a:path w="2425065" h="638175">
                <a:moveTo>
                  <a:pt x="1057795" y="379488"/>
                </a:moveTo>
                <a:lnTo>
                  <a:pt x="1057059" y="367487"/>
                </a:lnTo>
                <a:lnTo>
                  <a:pt x="1054011" y="317512"/>
                </a:lnTo>
                <a:lnTo>
                  <a:pt x="1044473" y="274751"/>
                </a:lnTo>
                <a:lnTo>
                  <a:pt x="1024877" y="229323"/>
                </a:lnTo>
                <a:lnTo>
                  <a:pt x="969365" y="182219"/>
                </a:lnTo>
                <a:lnTo>
                  <a:pt x="932624" y="171602"/>
                </a:lnTo>
                <a:lnTo>
                  <a:pt x="925563" y="171056"/>
                </a:lnTo>
                <a:lnTo>
                  <a:pt x="925563" y="367487"/>
                </a:lnTo>
                <a:lnTo>
                  <a:pt x="863739" y="367487"/>
                </a:lnTo>
                <a:lnTo>
                  <a:pt x="864349" y="324739"/>
                </a:lnTo>
                <a:lnTo>
                  <a:pt x="867930" y="295998"/>
                </a:lnTo>
                <a:lnTo>
                  <a:pt x="877150" y="279819"/>
                </a:lnTo>
                <a:lnTo>
                  <a:pt x="894651" y="274751"/>
                </a:lnTo>
                <a:lnTo>
                  <a:pt x="911796" y="279819"/>
                </a:lnTo>
                <a:lnTo>
                  <a:pt x="921054" y="295998"/>
                </a:lnTo>
                <a:lnTo>
                  <a:pt x="924839" y="324739"/>
                </a:lnTo>
                <a:lnTo>
                  <a:pt x="925563" y="367487"/>
                </a:lnTo>
                <a:lnTo>
                  <a:pt x="925563" y="171056"/>
                </a:lnTo>
                <a:lnTo>
                  <a:pt x="847775" y="171602"/>
                </a:lnTo>
                <a:lnTo>
                  <a:pt x="810171" y="182219"/>
                </a:lnTo>
                <a:lnTo>
                  <a:pt x="752208" y="229323"/>
                </a:lnTo>
                <a:lnTo>
                  <a:pt x="732980" y="267792"/>
                </a:lnTo>
                <a:lnTo>
                  <a:pt x="721029" y="317512"/>
                </a:lnTo>
                <a:lnTo>
                  <a:pt x="716927" y="379488"/>
                </a:lnTo>
                <a:lnTo>
                  <a:pt x="716927" y="426732"/>
                </a:lnTo>
                <a:lnTo>
                  <a:pt x="721004" y="481660"/>
                </a:lnTo>
                <a:lnTo>
                  <a:pt x="732878" y="527100"/>
                </a:lnTo>
                <a:lnTo>
                  <a:pt x="751916" y="563740"/>
                </a:lnTo>
                <a:lnTo>
                  <a:pt x="777557" y="592226"/>
                </a:lnTo>
                <a:lnTo>
                  <a:pt x="846239" y="627405"/>
                </a:lnTo>
                <a:lnTo>
                  <a:pt x="888085" y="635419"/>
                </a:lnTo>
                <a:lnTo>
                  <a:pt x="934148" y="637946"/>
                </a:lnTo>
                <a:lnTo>
                  <a:pt x="966673" y="636358"/>
                </a:lnTo>
                <a:lnTo>
                  <a:pt x="998550" y="632371"/>
                </a:lnTo>
                <a:lnTo>
                  <a:pt x="1025918" y="627075"/>
                </a:lnTo>
                <a:lnTo>
                  <a:pt x="1044905" y="621639"/>
                </a:lnTo>
                <a:lnTo>
                  <a:pt x="1044905" y="520319"/>
                </a:lnTo>
                <a:lnTo>
                  <a:pt x="1044905" y="505726"/>
                </a:lnTo>
                <a:lnTo>
                  <a:pt x="1022883" y="511619"/>
                </a:lnTo>
                <a:lnTo>
                  <a:pt x="999401" y="516229"/>
                </a:lnTo>
                <a:lnTo>
                  <a:pt x="974636" y="519239"/>
                </a:lnTo>
                <a:lnTo>
                  <a:pt x="948740" y="520319"/>
                </a:lnTo>
                <a:lnTo>
                  <a:pt x="910983" y="518414"/>
                </a:lnTo>
                <a:lnTo>
                  <a:pt x="886180" y="510222"/>
                </a:lnTo>
                <a:lnTo>
                  <a:pt x="871829" y="492048"/>
                </a:lnTo>
                <a:lnTo>
                  <a:pt x="865466" y="460209"/>
                </a:lnTo>
                <a:lnTo>
                  <a:pt x="1056932" y="460209"/>
                </a:lnTo>
                <a:lnTo>
                  <a:pt x="1057071" y="452323"/>
                </a:lnTo>
                <a:lnTo>
                  <a:pt x="1057656" y="435584"/>
                </a:lnTo>
                <a:lnTo>
                  <a:pt x="1057795" y="426732"/>
                </a:lnTo>
                <a:lnTo>
                  <a:pt x="1057795" y="379488"/>
                </a:lnTo>
                <a:close/>
              </a:path>
              <a:path w="2425065" h="638175">
                <a:moveTo>
                  <a:pt x="1459611" y="296214"/>
                </a:moveTo>
                <a:lnTo>
                  <a:pt x="1454772" y="258114"/>
                </a:lnTo>
                <a:lnTo>
                  <a:pt x="1436966" y="216141"/>
                </a:lnTo>
                <a:lnTo>
                  <a:pt x="1401292" y="182232"/>
                </a:lnTo>
                <a:lnTo>
                  <a:pt x="1342847" y="168275"/>
                </a:lnTo>
                <a:lnTo>
                  <a:pt x="1312202" y="171284"/>
                </a:lnTo>
                <a:lnTo>
                  <a:pt x="1285748" y="179438"/>
                </a:lnTo>
                <a:lnTo>
                  <a:pt x="1263154" y="191465"/>
                </a:lnTo>
                <a:lnTo>
                  <a:pt x="1244104" y="206070"/>
                </a:lnTo>
                <a:lnTo>
                  <a:pt x="1244104" y="177736"/>
                </a:lnTo>
                <a:lnTo>
                  <a:pt x="1100709" y="177736"/>
                </a:lnTo>
                <a:lnTo>
                  <a:pt x="1100709" y="628497"/>
                </a:lnTo>
                <a:lnTo>
                  <a:pt x="1250975" y="628497"/>
                </a:lnTo>
                <a:lnTo>
                  <a:pt x="1250975" y="313397"/>
                </a:lnTo>
                <a:lnTo>
                  <a:pt x="1253134" y="293509"/>
                </a:lnTo>
                <a:lnTo>
                  <a:pt x="1259230" y="279895"/>
                </a:lnTo>
                <a:lnTo>
                  <a:pt x="1268717" y="272084"/>
                </a:lnTo>
                <a:lnTo>
                  <a:pt x="1281023" y="269595"/>
                </a:lnTo>
                <a:lnTo>
                  <a:pt x="1292694" y="272084"/>
                </a:lnTo>
                <a:lnTo>
                  <a:pt x="1301623" y="279895"/>
                </a:lnTo>
                <a:lnTo>
                  <a:pt x="1307338" y="293509"/>
                </a:lnTo>
                <a:lnTo>
                  <a:pt x="1309357" y="313397"/>
                </a:lnTo>
                <a:lnTo>
                  <a:pt x="1309357" y="628497"/>
                </a:lnTo>
                <a:lnTo>
                  <a:pt x="1459611" y="628497"/>
                </a:lnTo>
                <a:lnTo>
                  <a:pt x="1459611" y="296214"/>
                </a:lnTo>
                <a:close/>
              </a:path>
              <a:path w="2425065" h="638175">
                <a:moveTo>
                  <a:pt x="1762696" y="177736"/>
                </a:moveTo>
                <a:lnTo>
                  <a:pt x="1690560" y="177736"/>
                </a:lnTo>
                <a:lnTo>
                  <a:pt x="1690560" y="81559"/>
                </a:lnTo>
                <a:lnTo>
                  <a:pt x="1540306" y="81559"/>
                </a:lnTo>
                <a:lnTo>
                  <a:pt x="1540306" y="177736"/>
                </a:lnTo>
                <a:lnTo>
                  <a:pt x="1489659" y="177736"/>
                </a:lnTo>
                <a:lnTo>
                  <a:pt x="1489659" y="296214"/>
                </a:lnTo>
                <a:lnTo>
                  <a:pt x="1540306" y="296214"/>
                </a:lnTo>
                <a:lnTo>
                  <a:pt x="1540306" y="433590"/>
                </a:lnTo>
                <a:lnTo>
                  <a:pt x="1542529" y="500303"/>
                </a:lnTo>
                <a:lnTo>
                  <a:pt x="1550327" y="552589"/>
                </a:lnTo>
                <a:lnTo>
                  <a:pt x="1565427" y="591477"/>
                </a:lnTo>
                <a:lnTo>
                  <a:pt x="1624380" y="633120"/>
                </a:lnTo>
                <a:lnTo>
                  <a:pt x="1671675" y="637946"/>
                </a:lnTo>
                <a:lnTo>
                  <a:pt x="1697113" y="637146"/>
                </a:lnTo>
                <a:lnTo>
                  <a:pt x="1720621" y="634733"/>
                </a:lnTo>
                <a:lnTo>
                  <a:pt x="1742198" y="630707"/>
                </a:lnTo>
                <a:lnTo>
                  <a:pt x="1761845" y="625068"/>
                </a:lnTo>
                <a:lnTo>
                  <a:pt x="1761845" y="508292"/>
                </a:lnTo>
                <a:lnTo>
                  <a:pt x="1727885" y="513321"/>
                </a:lnTo>
                <a:lnTo>
                  <a:pt x="1705914" y="510552"/>
                </a:lnTo>
                <a:lnTo>
                  <a:pt x="1694091" y="498271"/>
                </a:lnTo>
                <a:lnTo>
                  <a:pt x="1690560" y="474814"/>
                </a:lnTo>
                <a:lnTo>
                  <a:pt x="1690560" y="296214"/>
                </a:lnTo>
                <a:lnTo>
                  <a:pt x="1762696" y="296214"/>
                </a:lnTo>
                <a:lnTo>
                  <a:pt x="1762696" y="177736"/>
                </a:lnTo>
                <a:close/>
              </a:path>
              <a:path w="2425065" h="638175">
                <a:moveTo>
                  <a:pt x="2129320" y="379488"/>
                </a:moveTo>
                <a:lnTo>
                  <a:pt x="2128583" y="367487"/>
                </a:lnTo>
                <a:lnTo>
                  <a:pt x="2125535" y="317512"/>
                </a:lnTo>
                <a:lnTo>
                  <a:pt x="2115997" y="274751"/>
                </a:lnTo>
                <a:lnTo>
                  <a:pt x="2096401" y="229323"/>
                </a:lnTo>
                <a:lnTo>
                  <a:pt x="2040890" y="182219"/>
                </a:lnTo>
                <a:lnTo>
                  <a:pt x="2004148" y="171602"/>
                </a:lnTo>
                <a:lnTo>
                  <a:pt x="1997087" y="171056"/>
                </a:lnTo>
                <a:lnTo>
                  <a:pt x="1997087" y="367487"/>
                </a:lnTo>
                <a:lnTo>
                  <a:pt x="1935276" y="367487"/>
                </a:lnTo>
                <a:lnTo>
                  <a:pt x="1935873" y="324739"/>
                </a:lnTo>
                <a:lnTo>
                  <a:pt x="1939455" y="295998"/>
                </a:lnTo>
                <a:lnTo>
                  <a:pt x="1948675" y="279819"/>
                </a:lnTo>
                <a:lnTo>
                  <a:pt x="1966175" y="274751"/>
                </a:lnTo>
                <a:lnTo>
                  <a:pt x="1983333" y="279819"/>
                </a:lnTo>
                <a:lnTo>
                  <a:pt x="1992579" y="295998"/>
                </a:lnTo>
                <a:lnTo>
                  <a:pt x="1996363" y="324739"/>
                </a:lnTo>
                <a:lnTo>
                  <a:pt x="1997087" y="367487"/>
                </a:lnTo>
                <a:lnTo>
                  <a:pt x="1997087" y="171056"/>
                </a:lnTo>
                <a:lnTo>
                  <a:pt x="1919300" y="171602"/>
                </a:lnTo>
                <a:lnTo>
                  <a:pt x="1881695" y="182219"/>
                </a:lnTo>
                <a:lnTo>
                  <a:pt x="1823732" y="229323"/>
                </a:lnTo>
                <a:lnTo>
                  <a:pt x="1804504" y="267792"/>
                </a:lnTo>
                <a:lnTo>
                  <a:pt x="1792554" y="317512"/>
                </a:lnTo>
                <a:lnTo>
                  <a:pt x="1788452" y="379488"/>
                </a:lnTo>
                <a:lnTo>
                  <a:pt x="1788452" y="426732"/>
                </a:lnTo>
                <a:lnTo>
                  <a:pt x="1792541" y="481660"/>
                </a:lnTo>
                <a:lnTo>
                  <a:pt x="1804403" y="527100"/>
                </a:lnTo>
                <a:lnTo>
                  <a:pt x="1823453" y="563740"/>
                </a:lnTo>
                <a:lnTo>
                  <a:pt x="1849094" y="592226"/>
                </a:lnTo>
                <a:lnTo>
                  <a:pt x="1917763" y="627405"/>
                </a:lnTo>
                <a:lnTo>
                  <a:pt x="1959610" y="635419"/>
                </a:lnTo>
                <a:lnTo>
                  <a:pt x="2005672" y="637946"/>
                </a:lnTo>
                <a:lnTo>
                  <a:pt x="2038197" y="636358"/>
                </a:lnTo>
                <a:lnTo>
                  <a:pt x="2070074" y="632371"/>
                </a:lnTo>
                <a:lnTo>
                  <a:pt x="2097443" y="627075"/>
                </a:lnTo>
                <a:lnTo>
                  <a:pt x="2116442" y="621639"/>
                </a:lnTo>
                <a:lnTo>
                  <a:pt x="2116442" y="520319"/>
                </a:lnTo>
                <a:lnTo>
                  <a:pt x="2116442" y="505726"/>
                </a:lnTo>
                <a:lnTo>
                  <a:pt x="2094407" y="511619"/>
                </a:lnTo>
                <a:lnTo>
                  <a:pt x="2070938" y="516229"/>
                </a:lnTo>
                <a:lnTo>
                  <a:pt x="2046173" y="519239"/>
                </a:lnTo>
                <a:lnTo>
                  <a:pt x="2020277" y="520319"/>
                </a:lnTo>
                <a:lnTo>
                  <a:pt x="1982508" y="518414"/>
                </a:lnTo>
                <a:lnTo>
                  <a:pt x="1957705" y="510222"/>
                </a:lnTo>
                <a:lnTo>
                  <a:pt x="1943366" y="492048"/>
                </a:lnTo>
                <a:lnTo>
                  <a:pt x="1936991" y="460209"/>
                </a:lnTo>
                <a:lnTo>
                  <a:pt x="2128456" y="460209"/>
                </a:lnTo>
                <a:lnTo>
                  <a:pt x="2128596" y="452323"/>
                </a:lnTo>
                <a:lnTo>
                  <a:pt x="2129180" y="435584"/>
                </a:lnTo>
                <a:lnTo>
                  <a:pt x="2129320" y="426732"/>
                </a:lnTo>
                <a:lnTo>
                  <a:pt x="2129320" y="379488"/>
                </a:lnTo>
                <a:close/>
              </a:path>
              <a:path w="2425065" h="638175">
                <a:moveTo>
                  <a:pt x="2424684" y="516026"/>
                </a:moveTo>
                <a:lnTo>
                  <a:pt x="2419921" y="468820"/>
                </a:lnTo>
                <a:lnTo>
                  <a:pt x="2402675" y="428866"/>
                </a:lnTo>
                <a:lnTo>
                  <a:pt x="2376259" y="392137"/>
                </a:lnTo>
                <a:lnTo>
                  <a:pt x="2343975" y="354596"/>
                </a:lnTo>
                <a:lnTo>
                  <a:pt x="2320467" y="327660"/>
                </a:lnTo>
                <a:lnTo>
                  <a:pt x="2312936" y="315849"/>
                </a:lnTo>
                <a:lnTo>
                  <a:pt x="2310485" y="303949"/>
                </a:lnTo>
                <a:lnTo>
                  <a:pt x="2312314" y="293103"/>
                </a:lnTo>
                <a:lnTo>
                  <a:pt x="2318639" y="284200"/>
                </a:lnTo>
                <a:lnTo>
                  <a:pt x="2330767" y="277863"/>
                </a:lnTo>
                <a:lnTo>
                  <a:pt x="2349982" y="274751"/>
                </a:lnTo>
                <a:lnTo>
                  <a:pt x="2367724" y="273977"/>
                </a:lnTo>
                <a:lnTo>
                  <a:pt x="2379281" y="274967"/>
                </a:lnTo>
                <a:lnTo>
                  <a:pt x="2389708" y="278853"/>
                </a:lnTo>
                <a:lnTo>
                  <a:pt x="2404072" y="286766"/>
                </a:lnTo>
                <a:lnTo>
                  <a:pt x="2404072" y="188036"/>
                </a:lnTo>
                <a:lnTo>
                  <a:pt x="2396325" y="184950"/>
                </a:lnTo>
                <a:lnTo>
                  <a:pt x="2375522" y="178155"/>
                </a:lnTo>
                <a:lnTo>
                  <a:pt x="2345398" y="171373"/>
                </a:lnTo>
                <a:lnTo>
                  <a:pt x="2309622" y="168287"/>
                </a:lnTo>
                <a:lnTo>
                  <a:pt x="2266746" y="172440"/>
                </a:lnTo>
                <a:lnTo>
                  <a:pt x="2220976" y="188036"/>
                </a:lnTo>
                <a:lnTo>
                  <a:pt x="2182609" y="219722"/>
                </a:lnTo>
                <a:lnTo>
                  <a:pt x="2161946" y="272173"/>
                </a:lnTo>
                <a:lnTo>
                  <a:pt x="2160968" y="313232"/>
                </a:lnTo>
                <a:lnTo>
                  <a:pt x="2169566" y="350735"/>
                </a:lnTo>
                <a:lnTo>
                  <a:pt x="2187664" y="385673"/>
                </a:lnTo>
                <a:lnTo>
                  <a:pt x="2215172" y="418998"/>
                </a:lnTo>
                <a:lnTo>
                  <a:pt x="2244788" y="449478"/>
                </a:lnTo>
                <a:lnTo>
                  <a:pt x="2263368" y="472236"/>
                </a:lnTo>
                <a:lnTo>
                  <a:pt x="2271801" y="490486"/>
                </a:lnTo>
                <a:lnTo>
                  <a:pt x="2270988" y="507441"/>
                </a:lnTo>
                <a:lnTo>
                  <a:pt x="2264867" y="519468"/>
                </a:lnTo>
                <a:lnTo>
                  <a:pt x="2254885" y="525792"/>
                </a:lnTo>
                <a:lnTo>
                  <a:pt x="2242007" y="528078"/>
                </a:lnTo>
                <a:lnTo>
                  <a:pt x="2204478" y="527837"/>
                </a:lnTo>
                <a:lnTo>
                  <a:pt x="2190381" y="526427"/>
                </a:lnTo>
                <a:lnTo>
                  <a:pt x="2179015" y="522605"/>
                </a:lnTo>
                <a:lnTo>
                  <a:pt x="2164524" y="515162"/>
                </a:lnTo>
                <a:lnTo>
                  <a:pt x="2164524" y="619061"/>
                </a:lnTo>
                <a:lnTo>
                  <a:pt x="2174062" y="622007"/>
                </a:lnTo>
                <a:lnTo>
                  <a:pt x="2198967" y="628497"/>
                </a:lnTo>
                <a:lnTo>
                  <a:pt x="2233701" y="634987"/>
                </a:lnTo>
                <a:lnTo>
                  <a:pt x="2272703" y="637946"/>
                </a:lnTo>
                <a:lnTo>
                  <a:pt x="2309774" y="635317"/>
                </a:lnTo>
                <a:lnTo>
                  <a:pt x="2349195" y="625195"/>
                </a:lnTo>
                <a:lnTo>
                  <a:pt x="2385276" y="604189"/>
                </a:lnTo>
                <a:lnTo>
                  <a:pt x="2412339" y="568934"/>
                </a:lnTo>
                <a:lnTo>
                  <a:pt x="2424684" y="51602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6">
            <a:extLst>
              <a:ext uri="{FF2B5EF4-FFF2-40B4-BE49-F238E27FC236}">
                <a16:creationId xmlns:a16="http://schemas.microsoft.com/office/drawing/2014/main" id="{F5872125-C0F2-75C9-373D-9EAEDA4DF6EE}"/>
              </a:ext>
            </a:extLst>
          </p:cNvPr>
          <p:cNvSpPr/>
          <p:nvPr/>
        </p:nvSpPr>
        <p:spPr>
          <a:xfrm>
            <a:off x="1642146" y="8156402"/>
            <a:ext cx="2993450" cy="645059"/>
          </a:xfrm>
          <a:custGeom>
            <a:avLst/>
            <a:gdLst/>
            <a:ahLst/>
            <a:cxnLst/>
            <a:rect l="l" t="t" r="r" b="b"/>
            <a:pathLst>
              <a:path w="3615690" h="779144">
                <a:moveTo>
                  <a:pt x="367499" y="380365"/>
                </a:moveTo>
                <a:lnTo>
                  <a:pt x="364769" y="318058"/>
                </a:lnTo>
                <a:lnTo>
                  <a:pt x="357784" y="276466"/>
                </a:lnTo>
                <a:lnTo>
                  <a:pt x="342011" y="229489"/>
                </a:lnTo>
                <a:lnTo>
                  <a:pt x="320979" y="200914"/>
                </a:lnTo>
                <a:lnTo>
                  <a:pt x="294208" y="182245"/>
                </a:lnTo>
                <a:lnTo>
                  <a:pt x="260159" y="171602"/>
                </a:lnTo>
                <a:lnTo>
                  <a:pt x="218948" y="168287"/>
                </a:lnTo>
                <a:lnTo>
                  <a:pt x="212940" y="168935"/>
                </a:lnTo>
                <a:lnTo>
                  <a:pt x="212940" y="390664"/>
                </a:lnTo>
                <a:lnTo>
                  <a:pt x="212940" y="417283"/>
                </a:lnTo>
                <a:lnTo>
                  <a:pt x="211747" y="474116"/>
                </a:lnTo>
                <a:lnTo>
                  <a:pt x="207251" y="508723"/>
                </a:lnTo>
                <a:lnTo>
                  <a:pt x="198094" y="525945"/>
                </a:lnTo>
                <a:lnTo>
                  <a:pt x="182892" y="530618"/>
                </a:lnTo>
                <a:lnTo>
                  <a:pt x="167830" y="525945"/>
                </a:lnTo>
                <a:lnTo>
                  <a:pt x="158965" y="508723"/>
                </a:lnTo>
                <a:lnTo>
                  <a:pt x="154762" y="474116"/>
                </a:lnTo>
                <a:lnTo>
                  <a:pt x="153708" y="417283"/>
                </a:lnTo>
                <a:lnTo>
                  <a:pt x="153708" y="390664"/>
                </a:lnTo>
                <a:lnTo>
                  <a:pt x="154762" y="333705"/>
                </a:lnTo>
                <a:lnTo>
                  <a:pt x="158965" y="298792"/>
                </a:lnTo>
                <a:lnTo>
                  <a:pt x="167830" y="281266"/>
                </a:lnTo>
                <a:lnTo>
                  <a:pt x="182892" y="276466"/>
                </a:lnTo>
                <a:lnTo>
                  <a:pt x="198094" y="281266"/>
                </a:lnTo>
                <a:lnTo>
                  <a:pt x="207251" y="298792"/>
                </a:lnTo>
                <a:lnTo>
                  <a:pt x="211747" y="333705"/>
                </a:lnTo>
                <a:lnTo>
                  <a:pt x="212940" y="390664"/>
                </a:lnTo>
                <a:lnTo>
                  <a:pt x="212940" y="168935"/>
                </a:lnTo>
                <a:lnTo>
                  <a:pt x="197370" y="170611"/>
                </a:lnTo>
                <a:lnTo>
                  <a:pt x="177736" y="177190"/>
                </a:lnTo>
                <a:lnTo>
                  <a:pt x="160032" y="187477"/>
                </a:lnTo>
                <a:lnTo>
                  <a:pt x="144246" y="200914"/>
                </a:lnTo>
                <a:lnTo>
                  <a:pt x="144246" y="177723"/>
                </a:lnTo>
                <a:lnTo>
                  <a:pt x="0" y="177723"/>
                </a:lnTo>
                <a:lnTo>
                  <a:pt x="0" y="778764"/>
                </a:lnTo>
                <a:lnTo>
                  <a:pt x="150266" y="778764"/>
                </a:lnTo>
                <a:lnTo>
                  <a:pt x="150266" y="613905"/>
                </a:lnTo>
                <a:lnTo>
                  <a:pt x="165227" y="624179"/>
                </a:lnTo>
                <a:lnTo>
                  <a:pt x="181711" y="631723"/>
                </a:lnTo>
                <a:lnTo>
                  <a:pt x="199644" y="636358"/>
                </a:lnTo>
                <a:lnTo>
                  <a:pt x="218948" y="637946"/>
                </a:lnTo>
                <a:lnTo>
                  <a:pt x="260159" y="634669"/>
                </a:lnTo>
                <a:lnTo>
                  <a:pt x="294208" y="624179"/>
                </a:lnTo>
                <a:lnTo>
                  <a:pt x="309105" y="613905"/>
                </a:lnTo>
                <a:lnTo>
                  <a:pt x="321398" y="605434"/>
                </a:lnTo>
                <a:lnTo>
                  <a:pt x="342011" y="577430"/>
                </a:lnTo>
                <a:lnTo>
                  <a:pt x="356374" y="539127"/>
                </a:lnTo>
                <a:lnTo>
                  <a:pt x="357809" y="530618"/>
                </a:lnTo>
                <a:lnTo>
                  <a:pt x="364769" y="489521"/>
                </a:lnTo>
                <a:lnTo>
                  <a:pt x="367499" y="427583"/>
                </a:lnTo>
                <a:lnTo>
                  <a:pt x="367499" y="380365"/>
                </a:lnTo>
                <a:close/>
              </a:path>
              <a:path w="3615690" h="779144">
                <a:moveTo>
                  <a:pt x="778764" y="379501"/>
                </a:moveTo>
                <a:lnTo>
                  <a:pt x="773938" y="317512"/>
                </a:lnTo>
                <a:lnTo>
                  <a:pt x="763981" y="281622"/>
                </a:lnTo>
                <a:lnTo>
                  <a:pt x="760145" y="267792"/>
                </a:lnTo>
                <a:lnTo>
                  <a:pt x="738416" y="229323"/>
                </a:lnTo>
                <a:lnTo>
                  <a:pt x="709752" y="201129"/>
                </a:lnTo>
                <a:lnTo>
                  <a:pt x="675195" y="182219"/>
                </a:lnTo>
                <a:lnTo>
                  <a:pt x="635749" y="171602"/>
                </a:lnTo>
                <a:lnTo>
                  <a:pt x="631939" y="171323"/>
                </a:lnTo>
                <a:lnTo>
                  <a:pt x="631939" y="390664"/>
                </a:lnTo>
                <a:lnTo>
                  <a:pt x="631939" y="415569"/>
                </a:lnTo>
                <a:lnTo>
                  <a:pt x="630351" y="468096"/>
                </a:lnTo>
                <a:lnTo>
                  <a:pt x="624420" y="501637"/>
                </a:lnTo>
                <a:lnTo>
                  <a:pt x="612381" y="519404"/>
                </a:lnTo>
                <a:lnTo>
                  <a:pt x="592455" y="524611"/>
                </a:lnTo>
                <a:lnTo>
                  <a:pt x="572516" y="519404"/>
                </a:lnTo>
                <a:lnTo>
                  <a:pt x="560463" y="501637"/>
                </a:lnTo>
                <a:lnTo>
                  <a:pt x="554532" y="468096"/>
                </a:lnTo>
                <a:lnTo>
                  <a:pt x="552945" y="415569"/>
                </a:lnTo>
                <a:lnTo>
                  <a:pt x="552945" y="390664"/>
                </a:lnTo>
                <a:lnTo>
                  <a:pt x="554532" y="338124"/>
                </a:lnTo>
                <a:lnTo>
                  <a:pt x="560463" y="304584"/>
                </a:lnTo>
                <a:lnTo>
                  <a:pt x="572516" y="286829"/>
                </a:lnTo>
                <a:lnTo>
                  <a:pt x="592455" y="281622"/>
                </a:lnTo>
                <a:lnTo>
                  <a:pt x="612381" y="286829"/>
                </a:lnTo>
                <a:lnTo>
                  <a:pt x="624420" y="304584"/>
                </a:lnTo>
                <a:lnTo>
                  <a:pt x="630351" y="338124"/>
                </a:lnTo>
                <a:lnTo>
                  <a:pt x="631939" y="390664"/>
                </a:lnTo>
                <a:lnTo>
                  <a:pt x="631939" y="171323"/>
                </a:lnTo>
                <a:lnTo>
                  <a:pt x="592455" y="168287"/>
                </a:lnTo>
                <a:lnTo>
                  <a:pt x="548868" y="171602"/>
                </a:lnTo>
                <a:lnTo>
                  <a:pt x="509320" y="182219"/>
                </a:lnTo>
                <a:lnTo>
                  <a:pt x="474776" y="201129"/>
                </a:lnTo>
                <a:lnTo>
                  <a:pt x="446201" y="229323"/>
                </a:lnTo>
                <a:lnTo>
                  <a:pt x="424586" y="267792"/>
                </a:lnTo>
                <a:lnTo>
                  <a:pt x="410895" y="317512"/>
                </a:lnTo>
                <a:lnTo>
                  <a:pt x="406120" y="379501"/>
                </a:lnTo>
                <a:lnTo>
                  <a:pt x="406120" y="426732"/>
                </a:lnTo>
                <a:lnTo>
                  <a:pt x="410895" y="488708"/>
                </a:lnTo>
                <a:lnTo>
                  <a:pt x="424586" y="538441"/>
                </a:lnTo>
                <a:lnTo>
                  <a:pt x="446201" y="576910"/>
                </a:lnTo>
                <a:lnTo>
                  <a:pt x="474776" y="605104"/>
                </a:lnTo>
                <a:lnTo>
                  <a:pt x="509320" y="624014"/>
                </a:lnTo>
                <a:lnTo>
                  <a:pt x="548868" y="634631"/>
                </a:lnTo>
                <a:lnTo>
                  <a:pt x="592455" y="637946"/>
                </a:lnTo>
                <a:lnTo>
                  <a:pt x="635749" y="634631"/>
                </a:lnTo>
                <a:lnTo>
                  <a:pt x="675195" y="624014"/>
                </a:lnTo>
                <a:lnTo>
                  <a:pt x="709752" y="605104"/>
                </a:lnTo>
                <a:lnTo>
                  <a:pt x="738416" y="576910"/>
                </a:lnTo>
                <a:lnTo>
                  <a:pt x="760145" y="538441"/>
                </a:lnTo>
                <a:lnTo>
                  <a:pt x="763981" y="524611"/>
                </a:lnTo>
                <a:lnTo>
                  <a:pt x="773938" y="488708"/>
                </a:lnTo>
                <a:lnTo>
                  <a:pt x="778764" y="426732"/>
                </a:lnTo>
                <a:lnTo>
                  <a:pt x="778764" y="379501"/>
                </a:lnTo>
                <a:close/>
              </a:path>
              <a:path w="3615690" h="779144">
                <a:moveTo>
                  <a:pt x="1073264" y="177736"/>
                </a:moveTo>
                <a:lnTo>
                  <a:pt x="1001128" y="177736"/>
                </a:lnTo>
                <a:lnTo>
                  <a:pt x="1001128" y="81559"/>
                </a:lnTo>
                <a:lnTo>
                  <a:pt x="850874" y="81559"/>
                </a:lnTo>
                <a:lnTo>
                  <a:pt x="850874" y="177736"/>
                </a:lnTo>
                <a:lnTo>
                  <a:pt x="800227" y="177736"/>
                </a:lnTo>
                <a:lnTo>
                  <a:pt x="800227" y="296214"/>
                </a:lnTo>
                <a:lnTo>
                  <a:pt x="850874" y="296214"/>
                </a:lnTo>
                <a:lnTo>
                  <a:pt x="850874" y="433590"/>
                </a:lnTo>
                <a:lnTo>
                  <a:pt x="853084" y="500303"/>
                </a:lnTo>
                <a:lnTo>
                  <a:pt x="860894" y="552589"/>
                </a:lnTo>
                <a:lnTo>
                  <a:pt x="875982" y="591477"/>
                </a:lnTo>
                <a:lnTo>
                  <a:pt x="934948" y="633120"/>
                </a:lnTo>
                <a:lnTo>
                  <a:pt x="982243" y="637946"/>
                </a:lnTo>
                <a:lnTo>
                  <a:pt x="1007681" y="637146"/>
                </a:lnTo>
                <a:lnTo>
                  <a:pt x="1031189" y="634733"/>
                </a:lnTo>
                <a:lnTo>
                  <a:pt x="1052766" y="630707"/>
                </a:lnTo>
                <a:lnTo>
                  <a:pt x="1072400" y="625068"/>
                </a:lnTo>
                <a:lnTo>
                  <a:pt x="1072400" y="508292"/>
                </a:lnTo>
                <a:lnTo>
                  <a:pt x="1038440" y="513321"/>
                </a:lnTo>
                <a:lnTo>
                  <a:pt x="1016482" y="510552"/>
                </a:lnTo>
                <a:lnTo>
                  <a:pt x="1004658" y="498271"/>
                </a:lnTo>
                <a:lnTo>
                  <a:pt x="1001128" y="474814"/>
                </a:lnTo>
                <a:lnTo>
                  <a:pt x="1001128" y="296214"/>
                </a:lnTo>
                <a:lnTo>
                  <a:pt x="1073264" y="296214"/>
                </a:lnTo>
                <a:lnTo>
                  <a:pt x="1073264" y="177736"/>
                </a:lnTo>
                <a:close/>
              </a:path>
              <a:path w="3615690" h="779144">
                <a:moveTo>
                  <a:pt x="1439875" y="379488"/>
                </a:moveTo>
                <a:lnTo>
                  <a:pt x="1439151" y="367487"/>
                </a:lnTo>
                <a:lnTo>
                  <a:pt x="1436103" y="317512"/>
                </a:lnTo>
                <a:lnTo>
                  <a:pt x="1426565" y="274751"/>
                </a:lnTo>
                <a:lnTo>
                  <a:pt x="1425016" y="267792"/>
                </a:lnTo>
                <a:lnTo>
                  <a:pt x="1406969" y="229323"/>
                </a:lnTo>
                <a:lnTo>
                  <a:pt x="1351457" y="182219"/>
                </a:lnTo>
                <a:lnTo>
                  <a:pt x="1314704" y="171602"/>
                </a:lnTo>
                <a:lnTo>
                  <a:pt x="1307655" y="171056"/>
                </a:lnTo>
                <a:lnTo>
                  <a:pt x="1307655" y="367487"/>
                </a:lnTo>
                <a:lnTo>
                  <a:pt x="1245831" y="367487"/>
                </a:lnTo>
                <a:lnTo>
                  <a:pt x="1246441" y="324739"/>
                </a:lnTo>
                <a:lnTo>
                  <a:pt x="1250022" y="295998"/>
                </a:lnTo>
                <a:lnTo>
                  <a:pt x="1259243" y="279819"/>
                </a:lnTo>
                <a:lnTo>
                  <a:pt x="1276743" y="274751"/>
                </a:lnTo>
                <a:lnTo>
                  <a:pt x="1293888" y="279819"/>
                </a:lnTo>
                <a:lnTo>
                  <a:pt x="1303147" y="295998"/>
                </a:lnTo>
                <a:lnTo>
                  <a:pt x="1306931" y="324739"/>
                </a:lnTo>
                <a:lnTo>
                  <a:pt x="1307655" y="367487"/>
                </a:lnTo>
                <a:lnTo>
                  <a:pt x="1307655" y="171056"/>
                </a:lnTo>
                <a:lnTo>
                  <a:pt x="1229855" y="171602"/>
                </a:lnTo>
                <a:lnTo>
                  <a:pt x="1192263" y="182219"/>
                </a:lnTo>
                <a:lnTo>
                  <a:pt x="1134287" y="229323"/>
                </a:lnTo>
                <a:lnTo>
                  <a:pt x="1115072" y="267792"/>
                </a:lnTo>
                <a:lnTo>
                  <a:pt x="1103122" y="317512"/>
                </a:lnTo>
                <a:lnTo>
                  <a:pt x="1099007" y="379488"/>
                </a:lnTo>
                <a:lnTo>
                  <a:pt x="1099007" y="426732"/>
                </a:lnTo>
                <a:lnTo>
                  <a:pt x="1103096" y="481660"/>
                </a:lnTo>
                <a:lnTo>
                  <a:pt x="1114958" y="527100"/>
                </a:lnTo>
                <a:lnTo>
                  <a:pt x="1134008" y="563740"/>
                </a:lnTo>
                <a:lnTo>
                  <a:pt x="1159649" y="592226"/>
                </a:lnTo>
                <a:lnTo>
                  <a:pt x="1228331" y="627405"/>
                </a:lnTo>
                <a:lnTo>
                  <a:pt x="1270177" y="635419"/>
                </a:lnTo>
                <a:lnTo>
                  <a:pt x="1316240" y="637946"/>
                </a:lnTo>
                <a:lnTo>
                  <a:pt x="1348765" y="636358"/>
                </a:lnTo>
                <a:lnTo>
                  <a:pt x="1380642" y="632371"/>
                </a:lnTo>
                <a:lnTo>
                  <a:pt x="1408010" y="627075"/>
                </a:lnTo>
                <a:lnTo>
                  <a:pt x="1426997" y="621639"/>
                </a:lnTo>
                <a:lnTo>
                  <a:pt x="1426997" y="520319"/>
                </a:lnTo>
                <a:lnTo>
                  <a:pt x="1426997" y="505726"/>
                </a:lnTo>
                <a:lnTo>
                  <a:pt x="1404975" y="511619"/>
                </a:lnTo>
                <a:lnTo>
                  <a:pt x="1381493" y="516229"/>
                </a:lnTo>
                <a:lnTo>
                  <a:pt x="1356728" y="519239"/>
                </a:lnTo>
                <a:lnTo>
                  <a:pt x="1330833" y="520319"/>
                </a:lnTo>
                <a:lnTo>
                  <a:pt x="1293075" y="518414"/>
                </a:lnTo>
                <a:lnTo>
                  <a:pt x="1268260" y="510222"/>
                </a:lnTo>
                <a:lnTo>
                  <a:pt x="1253921" y="492048"/>
                </a:lnTo>
                <a:lnTo>
                  <a:pt x="1247546" y="460209"/>
                </a:lnTo>
                <a:lnTo>
                  <a:pt x="1439024" y="460209"/>
                </a:lnTo>
                <a:lnTo>
                  <a:pt x="1439151" y="452323"/>
                </a:lnTo>
                <a:lnTo>
                  <a:pt x="1439748" y="435584"/>
                </a:lnTo>
                <a:lnTo>
                  <a:pt x="1439875" y="426732"/>
                </a:lnTo>
                <a:lnTo>
                  <a:pt x="1439875" y="379488"/>
                </a:lnTo>
                <a:close/>
              </a:path>
              <a:path w="3615690" h="779144">
                <a:moveTo>
                  <a:pt x="1841703" y="296214"/>
                </a:moveTo>
                <a:lnTo>
                  <a:pt x="1836864" y="258114"/>
                </a:lnTo>
                <a:lnTo>
                  <a:pt x="1819059" y="216141"/>
                </a:lnTo>
                <a:lnTo>
                  <a:pt x="1783384" y="182232"/>
                </a:lnTo>
                <a:lnTo>
                  <a:pt x="1724926" y="168275"/>
                </a:lnTo>
                <a:lnTo>
                  <a:pt x="1694294" y="171284"/>
                </a:lnTo>
                <a:lnTo>
                  <a:pt x="1667840" y="179438"/>
                </a:lnTo>
                <a:lnTo>
                  <a:pt x="1645246" y="191465"/>
                </a:lnTo>
                <a:lnTo>
                  <a:pt x="1626196" y="206070"/>
                </a:lnTo>
                <a:lnTo>
                  <a:pt x="1626196" y="177736"/>
                </a:lnTo>
                <a:lnTo>
                  <a:pt x="1482801" y="177736"/>
                </a:lnTo>
                <a:lnTo>
                  <a:pt x="1482801" y="628497"/>
                </a:lnTo>
                <a:lnTo>
                  <a:pt x="1633054" y="628497"/>
                </a:lnTo>
                <a:lnTo>
                  <a:pt x="1633054" y="313397"/>
                </a:lnTo>
                <a:lnTo>
                  <a:pt x="1635213" y="293509"/>
                </a:lnTo>
                <a:lnTo>
                  <a:pt x="1641322" y="279895"/>
                </a:lnTo>
                <a:lnTo>
                  <a:pt x="1650809" y="272084"/>
                </a:lnTo>
                <a:lnTo>
                  <a:pt x="1663115" y="269595"/>
                </a:lnTo>
                <a:lnTo>
                  <a:pt x="1674787" y="272084"/>
                </a:lnTo>
                <a:lnTo>
                  <a:pt x="1683715" y="279895"/>
                </a:lnTo>
                <a:lnTo>
                  <a:pt x="1689430" y="293509"/>
                </a:lnTo>
                <a:lnTo>
                  <a:pt x="1691449" y="313397"/>
                </a:lnTo>
                <a:lnTo>
                  <a:pt x="1691449" y="628497"/>
                </a:lnTo>
                <a:lnTo>
                  <a:pt x="1841703" y="628497"/>
                </a:lnTo>
                <a:lnTo>
                  <a:pt x="1841703" y="296214"/>
                </a:lnTo>
                <a:close/>
              </a:path>
              <a:path w="3615690" h="779144">
                <a:moveTo>
                  <a:pt x="2172258" y="182016"/>
                </a:moveTo>
                <a:lnTo>
                  <a:pt x="2153615" y="176009"/>
                </a:lnTo>
                <a:lnTo>
                  <a:pt x="2135771" y="171932"/>
                </a:lnTo>
                <a:lnTo>
                  <a:pt x="2115985" y="169468"/>
                </a:lnTo>
                <a:lnTo>
                  <a:pt x="2091550" y="168287"/>
                </a:lnTo>
                <a:lnTo>
                  <a:pt x="2056587" y="169608"/>
                </a:lnTo>
                <a:lnTo>
                  <a:pt x="1985098" y="187769"/>
                </a:lnTo>
                <a:lnTo>
                  <a:pt x="1952129" y="207022"/>
                </a:lnTo>
                <a:lnTo>
                  <a:pt x="1923389" y="234696"/>
                </a:lnTo>
                <a:lnTo>
                  <a:pt x="1900643" y="271995"/>
                </a:lnTo>
                <a:lnTo>
                  <a:pt x="1885696" y="320154"/>
                </a:lnTo>
                <a:lnTo>
                  <a:pt x="1880323" y="380365"/>
                </a:lnTo>
                <a:lnTo>
                  <a:pt x="1880323" y="426732"/>
                </a:lnTo>
                <a:lnTo>
                  <a:pt x="1885696" y="486905"/>
                </a:lnTo>
                <a:lnTo>
                  <a:pt x="1900643" y="534949"/>
                </a:lnTo>
                <a:lnTo>
                  <a:pt x="1923389" y="572109"/>
                </a:lnTo>
                <a:lnTo>
                  <a:pt x="1952129" y="599630"/>
                </a:lnTo>
                <a:lnTo>
                  <a:pt x="1985098" y="618731"/>
                </a:lnTo>
                <a:lnTo>
                  <a:pt x="2056587" y="636651"/>
                </a:lnTo>
                <a:lnTo>
                  <a:pt x="2091550" y="637946"/>
                </a:lnTo>
                <a:lnTo>
                  <a:pt x="2115985" y="637260"/>
                </a:lnTo>
                <a:lnTo>
                  <a:pt x="2135771" y="635050"/>
                </a:lnTo>
                <a:lnTo>
                  <a:pt x="2153615" y="631063"/>
                </a:lnTo>
                <a:lnTo>
                  <a:pt x="2172258" y="625068"/>
                </a:lnTo>
                <a:lnTo>
                  <a:pt x="2172258" y="504863"/>
                </a:lnTo>
                <a:lnTo>
                  <a:pt x="2156053" y="509511"/>
                </a:lnTo>
                <a:lnTo>
                  <a:pt x="2141778" y="513016"/>
                </a:lnTo>
                <a:lnTo>
                  <a:pt x="2126856" y="515251"/>
                </a:lnTo>
                <a:lnTo>
                  <a:pt x="2108720" y="516026"/>
                </a:lnTo>
                <a:lnTo>
                  <a:pt x="2078482" y="510946"/>
                </a:lnTo>
                <a:lnTo>
                  <a:pt x="2055495" y="494131"/>
                </a:lnTo>
                <a:lnTo>
                  <a:pt x="2040864" y="463130"/>
                </a:lnTo>
                <a:lnTo>
                  <a:pt x="2035746" y="415569"/>
                </a:lnTo>
                <a:lnTo>
                  <a:pt x="2035746" y="391528"/>
                </a:lnTo>
                <a:lnTo>
                  <a:pt x="2040864" y="343458"/>
                </a:lnTo>
                <a:lnTo>
                  <a:pt x="2055495" y="312204"/>
                </a:lnTo>
                <a:lnTo>
                  <a:pt x="2078482" y="295287"/>
                </a:lnTo>
                <a:lnTo>
                  <a:pt x="2108720" y="290207"/>
                </a:lnTo>
                <a:lnTo>
                  <a:pt x="2126856" y="290982"/>
                </a:lnTo>
                <a:lnTo>
                  <a:pt x="2141778" y="293204"/>
                </a:lnTo>
                <a:lnTo>
                  <a:pt x="2156053" y="296722"/>
                </a:lnTo>
                <a:lnTo>
                  <a:pt x="2172258" y="301371"/>
                </a:lnTo>
                <a:lnTo>
                  <a:pt x="2172258" y="182016"/>
                </a:lnTo>
                <a:close/>
              </a:path>
              <a:path w="3615690" h="779144">
                <a:moveTo>
                  <a:pt x="2365438" y="75552"/>
                </a:moveTo>
                <a:lnTo>
                  <a:pt x="2359558" y="46355"/>
                </a:lnTo>
                <a:lnTo>
                  <a:pt x="2343543" y="22313"/>
                </a:lnTo>
                <a:lnTo>
                  <a:pt x="2319794" y="6007"/>
                </a:lnTo>
                <a:lnTo>
                  <a:pt x="2290737" y="0"/>
                </a:lnTo>
                <a:lnTo>
                  <a:pt x="2261539" y="6007"/>
                </a:lnTo>
                <a:lnTo>
                  <a:pt x="2237498" y="22313"/>
                </a:lnTo>
                <a:lnTo>
                  <a:pt x="2221192" y="46355"/>
                </a:lnTo>
                <a:lnTo>
                  <a:pt x="2215184" y="75552"/>
                </a:lnTo>
                <a:lnTo>
                  <a:pt x="2221192" y="104609"/>
                </a:lnTo>
                <a:lnTo>
                  <a:pt x="2237498" y="128358"/>
                </a:lnTo>
                <a:lnTo>
                  <a:pt x="2261539" y="144373"/>
                </a:lnTo>
                <a:lnTo>
                  <a:pt x="2290737" y="150253"/>
                </a:lnTo>
                <a:lnTo>
                  <a:pt x="2319794" y="144373"/>
                </a:lnTo>
                <a:lnTo>
                  <a:pt x="2343543" y="128358"/>
                </a:lnTo>
                <a:lnTo>
                  <a:pt x="2359558" y="104609"/>
                </a:lnTo>
                <a:lnTo>
                  <a:pt x="2365438" y="75552"/>
                </a:lnTo>
                <a:close/>
              </a:path>
              <a:path w="3615690" h="779144">
                <a:moveTo>
                  <a:pt x="2365451" y="177723"/>
                </a:moveTo>
                <a:lnTo>
                  <a:pt x="2215184" y="177723"/>
                </a:lnTo>
                <a:lnTo>
                  <a:pt x="2215184" y="628497"/>
                </a:lnTo>
                <a:lnTo>
                  <a:pt x="2365451" y="628497"/>
                </a:lnTo>
                <a:lnTo>
                  <a:pt x="2365451" y="177723"/>
                </a:lnTo>
                <a:close/>
              </a:path>
              <a:path w="3615690" h="779144">
                <a:moveTo>
                  <a:pt x="2747518" y="364045"/>
                </a:moveTo>
                <a:lnTo>
                  <a:pt x="2747403" y="304431"/>
                </a:lnTo>
                <a:lnTo>
                  <a:pt x="2745854" y="288493"/>
                </a:lnTo>
                <a:lnTo>
                  <a:pt x="2744927" y="278841"/>
                </a:lnTo>
                <a:lnTo>
                  <a:pt x="2733751" y="243205"/>
                </a:lnTo>
                <a:lnTo>
                  <a:pt x="2708935" y="207251"/>
                </a:lnTo>
                <a:lnTo>
                  <a:pt x="2665412" y="179438"/>
                </a:lnTo>
                <a:lnTo>
                  <a:pt x="2598115" y="168287"/>
                </a:lnTo>
                <a:lnTo>
                  <a:pt x="2542540" y="168732"/>
                </a:lnTo>
                <a:lnTo>
                  <a:pt x="2507742" y="171831"/>
                </a:lnTo>
                <a:lnTo>
                  <a:pt x="2479065" y="180238"/>
                </a:lnTo>
                <a:lnTo>
                  <a:pt x="2441841" y="196621"/>
                </a:lnTo>
                <a:lnTo>
                  <a:pt x="2441841" y="307378"/>
                </a:lnTo>
                <a:lnTo>
                  <a:pt x="2449957" y="304431"/>
                </a:lnTo>
                <a:lnTo>
                  <a:pt x="2471356" y="297942"/>
                </a:lnTo>
                <a:lnTo>
                  <a:pt x="2501620" y="291439"/>
                </a:lnTo>
                <a:lnTo>
                  <a:pt x="2536304" y="288493"/>
                </a:lnTo>
                <a:lnTo>
                  <a:pt x="2568422" y="292506"/>
                </a:lnTo>
                <a:lnTo>
                  <a:pt x="2587167" y="302552"/>
                </a:lnTo>
                <a:lnTo>
                  <a:pt x="2595943" y="315658"/>
                </a:lnTo>
                <a:lnTo>
                  <a:pt x="2598115" y="328841"/>
                </a:lnTo>
                <a:lnTo>
                  <a:pt x="2598115" y="364045"/>
                </a:lnTo>
                <a:lnTo>
                  <a:pt x="2598115" y="444754"/>
                </a:lnTo>
                <a:lnTo>
                  <a:pt x="2598115" y="494563"/>
                </a:lnTo>
                <a:lnTo>
                  <a:pt x="2596172" y="510667"/>
                </a:lnTo>
                <a:lnTo>
                  <a:pt x="2590279" y="523646"/>
                </a:lnTo>
                <a:lnTo>
                  <a:pt x="2580373" y="532587"/>
                </a:lnTo>
                <a:lnTo>
                  <a:pt x="2566339" y="536625"/>
                </a:lnTo>
                <a:lnTo>
                  <a:pt x="2546489" y="532612"/>
                </a:lnTo>
                <a:lnTo>
                  <a:pt x="2534361" y="519988"/>
                </a:lnTo>
                <a:lnTo>
                  <a:pt x="2529649" y="501738"/>
                </a:lnTo>
                <a:lnTo>
                  <a:pt x="2532011" y="480822"/>
                </a:lnTo>
                <a:lnTo>
                  <a:pt x="2541244" y="465048"/>
                </a:lnTo>
                <a:lnTo>
                  <a:pt x="2557005" y="453771"/>
                </a:lnTo>
                <a:lnTo>
                  <a:pt x="2576792" y="447014"/>
                </a:lnTo>
                <a:lnTo>
                  <a:pt x="2598115" y="444754"/>
                </a:lnTo>
                <a:lnTo>
                  <a:pt x="2598115" y="364045"/>
                </a:lnTo>
                <a:lnTo>
                  <a:pt x="2520848" y="368020"/>
                </a:lnTo>
                <a:lnTo>
                  <a:pt x="2476652" y="380580"/>
                </a:lnTo>
                <a:lnTo>
                  <a:pt x="2438412" y="403529"/>
                </a:lnTo>
                <a:lnTo>
                  <a:pt x="2405380" y="463715"/>
                </a:lnTo>
                <a:lnTo>
                  <a:pt x="2400528" y="502234"/>
                </a:lnTo>
                <a:lnTo>
                  <a:pt x="2404072" y="541667"/>
                </a:lnTo>
                <a:lnTo>
                  <a:pt x="2416454" y="578497"/>
                </a:lnTo>
                <a:lnTo>
                  <a:pt x="2438171" y="609168"/>
                </a:lnTo>
                <a:lnTo>
                  <a:pt x="2469654" y="630161"/>
                </a:lnTo>
                <a:lnTo>
                  <a:pt x="2511387" y="637946"/>
                </a:lnTo>
                <a:lnTo>
                  <a:pt x="2538946" y="635063"/>
                </a:lnTo>
                <a:lnTo>
                  <a:pt x="2562479" y="627113"/>
                </a:lnTo>
                <a:lnTo>
                  <a:pt x="2582151" y="615124"/>
                </a:lnTo>
                <a:lnTo>
                  <a:pt x="2598115" y="600163"/>
                </a:lnTo>
                <a:lnTo>
                  <a:pt x="2598115" y="628497"/>
                </a:lnTo>
                <a:lnTo>
                  <a:pt x="2747518" y="628497"/>
                </a:lnTo>
                <a:lnTo>
                  <a:pt x="2747518" y="600163"/>
                </a:lnTo>
                <a:lnTo>
                  <a:pt x="2747518" y="536625"/>
                </a:lnTo>
                <a:lnTo>
                  <a:pt x="2747518" y="444754"/>
                </a:lnTo>
                <a:lnTo>
                  <a:pt x="2747518" y="364045"/>
                </a:lnTo>
                <a:close/>
              </a:path>
              <a:path w="3615690" h="779144">
                <a:moveTo>
                  <a:pt x="2940697" y="6858"/>
                </a:moveTo>
                <a:lnTo>
                  <a:pt x="2790431" y="6858"/>
                </a:lnTo>
                <a:lnTo>
                  <a:pt x="2790431" y="628497"/>
                </a:lnTo>
                <a:lnTo>
                  <a:pt x="2940697" y="628497"/>
                </a:lnTo>
                <a:lnTo>
                  <a:pt x="2940697" y="6858"/>
                </a:lnTo>
                <a:close/>
              </a:path>
              <a:path w="3615690" h="779144">
                <a:moveTo>
                  <a:pt x="3320186" y="379488"/>
                </a:moveTo>
                <a:lnTo>
                  <a:pt x="3319462" y="367487"/>
                </a:lnTo>
                <a:lnTo>
                  <a:pt x="3316414" y="317512"/>
                </a:lnTo>
                <a:lnTo>
                  <a:pt x="3306876" y="274751"/>
                </a:lnTo>
                <a:lnTo>
                  <a:pt x="3305327" y="267792"/>
                </a:lnTo>
                <a:lnTo>
                  <a:pt x="3287280" y="229323"/>
                </a:lnTo>
                <a:lnTo>
                  <a:pt x="3231769" y="182219"/>
                </a:lnTo>
                <a:lnTo>
                  <a:pt x="3195015" y="171602"/>
                </a:lnTo>
                <a:lnTo>
                  <a:pt x="3187966" y="171056"/>
                </a:lnTo>
                <a:lnTo>
                  <a:pt x="3187966" y="367487"/>
                </a:lnTo>
                <a:lnTo>
                  <a:pt x="3126143" y="367487"/>
                </a:lnTo>
                <a:lnTo>
                  <a:pt x="3126752" y="324739"/>
                </a:lnTo>
                <a:lnTo>
                  <a:pt x="3130334" y="295998"/>
                </a:lnTo>
                <a:lnTo>
                  <a:pt x="3139554" y="279819"/>
                </a:lnTo>
                <a:lnTo>
                  <a:pt x="3157055" y="274751"/>
                </a:lnTo>
                <a:lnTo>
                  <a:pt x="3174200" y="279819"/>
                </a:lnTo>
                <a:lnTo>
                  <a:pt x="3183458" y="295998"/>
                </a:lnTo>
                <a:lnTo>
                  <a:pt x="3187242" y="324739"/>
                </a:lnTo>
                <a:lnTo>
                  <a:pt x="3187966" y="367487"/>
                </a:lnTo>
                <a:lnTo>
                  <a:pt x="3187966" y="171056"/>
                </a:lnTo>
                <a:lnTo>
                  <a:pt x="3110166" y="171602"/>
                </a:lnTo>
                <a:lnTo>
                  <a:pt x="3072574" y="182219"/>
                </a:lnTo>
                <a:lnTo>
                  <a:pt x="3014599" y="229323"/>
                </a:lnTo>
                <a:lnTo>
                  <a:pt x="2995384" y="267792"/>
                </a:lnTo>
                <a:lnTo>
                  <a:pt x="2983433" y="317512"/>
                </a:lnTo>
                <a:lnTo>
                  <a:pt x="2979318" y="379488"/>
                </a:lnTo>
                <a:lnTo>
                  <a:pt x="2979318" y="426732"/>
                </a:lnTo>
                <a:lnTo>
                  <a:pt x="2983407" y="481660"/>
                </a:lnTo>
                <a:lnTo>
                  <a:pt x="2995269" y="527100"/>
                </a:lnTo>
                <a:lnTo>
                  <a:pt x="3014319" y="563740"/>
                </a:lnTo>
                <a:lnTo>
                  <a:pt x="3039961" y="592226"/>
                </a:lnTo>
                <a:lnTo>
                  <a:pt x="3108642" y="627405"/>
                </a:lnTo>
                <a:lnTo>
                  <a:pt x="3150489" y="635419"/>
                </a:lnTo>
                <a:lnTo>
                  <a:pt x="3196552" y="637946"/>
                </a:lnTo>
                <a:lnTo>
                  <a:pt x="3229076" y="636358"/>
                </a:lnTo>
                <a:lnTo>
                  <a:pt x="3260953" y="632371"/>
                </a:lnTo>
                <a:lnTo>
                  <a:pt x="3288322" y="627075"/>
                </a:lnTo>
                <a:lnTo>
                  <a:pt x="3307308" y="621639"/>
                </a:lnTo>
                <a:lnTo>
                  <a:pt x="3307308" y="520319"/>
                </a:lnTo>
                <a:lnTo>
                  <a:pt x="3307308" y="505726"/>
                </a:lnTo>
                <a:lnTo>
                  <a:pt x="3285286" y="511619"/>
                </a:lnTo>
                <a:lnTo>
                  <a:pt x="3261804" y="516229"/>
                </a:lnTo>
                <a:lnTo>
                  <a:pt x="3237039" y="519239"/>
                </a:lnTo>
                <a:lnTo>
                  <a:pt x="3211144" y="520319"/>
                </a:lnTo>
                <a:lnTo>
                  <a:pt x="3173387" y="518414"/>
                </a:lnTo>
                <a:lnTo>
                  <a:pt x="3148571" y="510222"/>
                </a:lnTo>
                <a:lnTo>
                  <a:pt x="3134233" y="492048"/>
                </a:lnTo>
                <a:lnTo>
                  <a:pt x="3127857" y="460209"/>
                </a:lnTo>
                <a:lnTo>
                  <a:pt x="3319335" y="460209"/>
                </a:lnTo>
                <a:lnTo>
                  <a:pt x="3319462" y="452323"/>
                </a:lnTo>
                <a:lnTo>
                  <a:pt x="3320059" y="435584"/>
                </a:lnTo>
                <a:lnTo>
                  <a:pt x="3320186" y="426732"/>
                </a:lnTo>
                <a:lnTo>
                  <a:pt x="3320186" y="379488"/>
                </a:lnTo>
                <a:close/>
              </a:path>
              <a:path w="3615690" h="779144">
                <a:moveTo>
                  <a:pt x="3615550" y="516026"/>
                </a:moveTo>
                <a:lnTo>
                  <a:pt x="3610787" y="468820"/>
                </a:lnTo>
                <a:lnTo>
                  <a:pt x="3593554" y="428866"/>
                </a:lnTo>
                <a:lnTo>
                  <a:pt x="3567138" y="392137"/>
                </a:lnTo>
                <a:lnTo>
                  <a:pt x="3534841" y="354596"/>
                </a:lnTo>
                <a:lnTo>
                  <a:pt x="3511334" y="327660"/>
                </a:lnTo>
                <a:lnTo>
                  <a:pt x="3503815" y="315849"/>
                </a:lnTo>
                <a:lnTo>
                  <a:pt x="3501364" y="303949"/>
                </a:lnTo>
                <a:lnTo>
                  <a:pt x="3503180" y="293103"/>
                </a:lnTo>
                <a:lnTo>
                  <a:pt x="3509518" y="284200"/>
                </a:lnTo>
                <a:lnTo>
                  <a:pt x="3521646" y="277863"/>
                </a:lnTo>
                <a:lnTo>
                  <a:pt x="3540849" y="274751"/>
                </a:lnTo>
                <a:lnTo>
                  <a:pt x="3558603" y="273977"/>
                </a:lnTo>
                <a:lnTo>
                  <a:pt x="3570160" y="274967"/>
                </a:lnTo>
                <a:lnTo>
                  <a:pt x="3580574" y="278853"/>
                </a:lnTo>
                <a:lnTo>
                  <a:pt x="3594951" y="286766"/>
                </a:lnTo>
                <a:lnTo>
                  <a:pt x="3594951" y="188036"/>
                </a:lnTo>
                <a:lnTo>
                  <a:pt x="3587191" y="184950"/>
                </a:lnTo>
                <a:lnTo>
                  <a:pt x="3566401" y="178155"/>
                </a:lnTo>
                <a:lnTo>
                  <a:pt x="3536264" y="171373"/>
                </a:lnTo>
                <a:lnTo>
                  <a:pt x="3500501" y="168287"/>
                </a:lnTo>
                <a:lnTo>
                  <a:pt x="3457625" y="172440"/>
                </a:lnTo>
                <a:lnTo>
                  <a:pt x="3411842" y="188036"/>
                </a:lnTo>
                <a:lnTo>
                  <a:pt x="3373475" y="219722"/>
                </a:lnTo>
                <a:lnTo>
                  <a:pt x="3352812" y="272173"/>
                </a:lnTo>
                <a:lnTo>
                  <a:pt x="3351834" y="313232"/>
                </a:lnTo>
                <a:lnTo>
                  <a:pt x="3360432" y="350735"/>
                </a:lnTo>
                <a:lnTo>
                  <a:pt x="3378530" y="385673"/>
                </a:lnTo>
                <a:lnTo>
                  <a:pt x="3406038" y="418998"/>
                </a:lnTo>
                <a:lnTo>
                  <a:pt x="3435654" y="449478"/>
                </a:lnTo>
                <a:lnTo>
                  <a:pt x="3454235" y="472236"/>
                </a:lnTo>
                <a:lnTo>
                  <a:pt x="3462680" y="490486"/>
                </a:lnTo>
                <a:lnTo>
                  <a:pt x="3461867" y="507441"/>
                </a:lnTo>
                <a:lnTo>
                  <a:pt x="3455746" y="519468"/>
                </a:lnTo>
                <a:lnTo>
                  <a:pt x="3445764" y="525792"/>
                </a:lnTo>
                <a:lnTo>
                  <a:pt x="3432886" y="528078"/>
                </a:lnTo>
                <a:lnTo>
                  <a:pt x="3395357" y="527837"/>
                </a:lnTo>
                <a:lnTo>
                  <a:pt x="3381248" y="526427"/>
                </a:lnTo>
                <a:lnTo>
                  <a:pt x="3369894" y="522605"/>
                </a:lnTo>
                <a:lnTo>
                  <a:pt x="3355390" y="515162"/>
                </a:lnTo>
                <a:lnTo>
                  <a:pt x="3355390" y="619061"/>
                </a:lnTo>
                <a:lnTo>
                  <a:pt x="3364928" y="622007"/>
                </a:lnTo>
                <a:lnTo>
                  <a:pt x="3389846" y="628497"/>
                </a:lnTo>
                <a:lnTo>
                  <a:pt x="3424580" y="634987"/>
                </a:lnTo>
                <a:lnTo>
                  <a:pt x="3463582" y="637946"/>
                </a:lnTo>
                <a:lnTo>
                  <a:pt x="3500653" y="635317"/>
                </a:lnTo>
                <a:lnTo>
                  <a:pt x="3540074" y="625195"/>
                </a:lnTo>
                <a:lnTo>
                  <a:pt x="3576155" y="604189"/>
                </a:lnTo>
                <a:lnTo>
                  <a:pt x="3603206" y="568934"/>
                </a:lnTo>
                <a:lnTo>
                  <a:pt x="3615550" y="51602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EA4C3BD8-FFDD-2F4B-D8BD-B2D0D9F17323}"/>
              </a:ext>
            </a:extLst>
          </p:cNvPr>
          <p:cNvGrpSpPr/>
          <p:nvPr/>
        </p:nvGrpSpPr>
        <p:grpSpPr>
          <a:xfrm>
            <a:off x="7537450" y="5706813"/>
            <a:ext cx="3917420" cy="3917420"/>
            <a:chOff x="876830" y="3489855"/>
            <a:chExt cx="3917420" cy="3917420"/>
          </a:xfrm>
          <a:solidFill>
            <a:srgbClr val="487F21"/>
          </a:solidFill>
        </p:grpSpPr>
        <p:sp>
          <p:nvSpPr>
            <p:cNvPr id="34" name="object 20">
              <a:extLst>
                <a:ext uri="{FF2B5EF4-FFF2-40B4-BE49-F238E27FC236}">
                  <a16:creationId xmlns:a16="http://schemas.microsoft.com/office/drawing/2014/main" id="{BD9D3C50-992D-5C24-65B3-1EE7F8BBA390}"/>
                </a:ext>
              </a:extLst>
            </p:cNvPr>
            <p:cNvSpPr/>
            <p:nvPr/>
          </p:nvSpPr>
          <p:spPr>
            <a:xfrm>
              <a:off x="876830" y="3489855"/>
              <a:ext cx="3917420" cy="3917420"/>
            </a:xfrm>
            <a:custGeom>
              <a:avLst/>
              <a:gdLst/>
              <a:ahLst/>
              <a:cxnLst/>
              <a:rect l="l" t="t" r="r" b="b"/>
              <a:pathLst>
                <a:path w="3797935" h="3797934">
                  <a:moveTo>
                    <a:pt x="1898717" y="0"/>
                  </a:moveTo>
                  <a:lnTo>
                    <a:pt x="1850462" y="601"/>
                  </a:lnTo>
                  <a:lnTo>
                    <a:pt x="1802503" y="2395"/>
                  </a:lnTo>
                  <a:lnTo>
                    <a:pt x="1754855" y="5368"/>
                  </a:lnTo>
                  <a:lnTo>
                    <a:pt x="1707531" y="9505"/>
                  </a:lnTo>
                  <a:lnTo>
                    <a:pt x="1660546" y="14793"/>
                  </a:lnTo>
                  <a:lnTo>
                    <a:pt x="1613915" y="21217"/>
                  </a:lnTo>
                  <a:lnTo>
                    <a:pt x="1567651" y="28763"/>
                  </a:lnTo>
                  <a:lnTo>
                    <a:pt x="1521768" y="37416"/>
                  </a:lnTo>
                  <a:lnTo>
                    <a:pt x="1476281" y="47163"/>
                  </a:lnTo>
                  <a:lnTo>
                    <a:pt x="1431204" y="57988"/>
                  </a:lnTo>
                  <a:lnTo>
                    <a:pt x="1386552" y="69879"/>
                  </a:lnTo>
                  <a:lnTo>
                    <a:pt x="1342338" y="82820"/>
                  </a:lnTo>
                  <a:lnTo>
                    <a:pt x="1298577" y="96798"/>
                  </a:lnTo>
                  <a:lnTo>
                    <a:pt x="1255283" y="111798"/>
                  </a:lnTo>
                  <a:lnTo>
                    <a:pt x="1212470" y="127805"/>
                  </a:lnTo>
                  <a:lnTo>
                    <a:pt x="1170152" y="144807"/>
                  </a:lnTo>
                  <a:lnTo>
                    <a:pt x="1128345" y="162788"/>
                  </a:lnTo>
                  <a:lnTo>
                    <a:pt x="1087061" y="181734"/>
                  </a:lnTo>
                  <a:lnTo>
                    <a:pt x="1046315" y="201631"/>
                  </a:lnTo>
                  <a:lnTo>
                    <a:pt x="1006122" y="222465"/>
                  </a:lnTo>
                  <a:lnTo>
                    <a:pt x="966496" y="244221"/>
                  </a:lnTo>
                  <a:lnTo>
                    <a:pt x="927450" y="266886"/>
                  </a:lnTo>
                  <a:lnTo>
                    <a:pt x="888999" y="290445"/>
                  </a:lnTo>
                  <a:lnTo>
                    <a:pt x="851158" y="314883"/>
                  </a:lnTo>
                  <a:lnTo>
                    <a:pt x="813941" y="340188"/>
                  </a:lnTo>
                  <a:lnTo>
                    <a:pt x="777361" y="366343"/>
                  </a:lnTo>
                  <a:lnTo>
                    <a:pt x="741433" y="393336"/>
                  </a:lnTo>
                  <a:lnTo>
                    <a:pt x="706172" y="421151"/>
                  </a:lnTo>
                  <a:lnTo>
                    <a:pt x="671591" y="449775"/>
                  </a:lnTo>
                  <a:lnTo>
                    <a:pt x="637705" y="479194"/>
                  </a:lnTo>
                  <a:lnTo>
                    <a:pt x="604528" y="509393"/>
                  </a:lnTo>
                  <a:lnTo>
                    <a:pt x="572074" y="540357"/>
                  </a:lnTo>
                  <a:lnTo>
                    <a:pt x="540357" y="572074"/>
                  </a:lnTo>
                  <a:lnTo>
                    <a:pt x="509393" y="604528"/>
                  </a:lnTo>
                  <a:lnTo>
                    <a:pt x="479194" y="637705"/>
                  </a:lnTo>
                  <a:lnTo>
                    <a:pt x="449775" y="671591"/>
                  </a:lnTo>
                  <a:lnTo>
                    <a:pt x="421151" y="706172"/>
                  </a:lnTo>
                  <a:lnTo>
                    <a:pt x="393336" y="741433"/>
                  </a:lnTo>
                  <a:lnTo>
                    <a:pt x="366343" y="777361"/>
                  </a:lnTo>
                  <a:lnTo>
                    <a:pt x="340188" y="813941"/>
                  </a:lnTo>
                  <a:lnTo>
                    <a:pt x="314883" y="851158"/>
                  </a:lnTo>
                  <a:lnTo>
                    <a:pt x="290445" y="888999"/>
                  </a:lnTo>
                  <a:lnTo>
                    <a:pt x="266886" y="927450"/>
                  </a:lnTo>
                  <a:lnTo>
                    <a:pt x="244221" y="966496"/>
                  </a:lnTo>
                  <a:lnTo>
                    <a:pt x="222465" y="1006122"/>
                  </a:lnTo>
                  <a:lnTo>
                    <a:pt x="201631" y="1046315"/>
                  </a:lnTo>
                  <a:lnTo>
                    <a:pt x="181734" y="1087061"/>
                  </a:lnTo>
                  <a:lnTo>
                    <a:pt x="162788" y="1128345"/>
                  </a:lnTo>
                  <a:lnTo>
                    <a:pt x="144807" y="1170152"/>
                  </a:lnTo>
                  <a:lnTo>
                    <a:pt x="127805" y="1212470"/>
                  </a:lnTo>
                  <a:lnTo>
                    <a:pt x="111798" y="1255283"/>
                  </a:lnTo>
                  <a:lnTo>
                    <a:pt x="96798" y="1298577"/>
                  </a:lnTo>
                  <a:lnTo>
                    <a:pt x="82820" y="1342338"/>
                  </a:lnTo>
                  <a:lnTo>
                    <a:pt x="69879" y="1386552"/>
                  </a:lnTo>
                  <a:lnTo>
                    <a:pt x="57988" y="1431204"/>
                  </a:lnTo>
                  <a:lnTo>
                    <a:pt x="47163" y="1476281"/>
                  </a:lnTo>
                  <a:lnTo>
                    <a:pt x="37416" y="1521768"/>
                  </a:lnTo>
                  <a:lnTo>
                    <a:pt x="28763" y="1567651"/>
                  </a:lnTo>
                  <a:lnTo>
                    <a:pt x="21217" y="1613915"/>
                  </a:lnTo>
                  <a:lnTo>
                    <a:pt x="14793" y="1660546"/>
                  </a:lnTo>
                  <a:lnTo>
                    <a:pt x="9505" y="1707531"/>
                  </a:lnTo>
                  <a:lnTo>
                    <a:pt x="5368" y="1754855"/>
                  </a:lnTo>
                  <a:lnTo>
                    <a:pt x="2395" y="1802503"/>
                  </a:lnTo>
                  <a:lnTo>
                    <a:pt x="601" y="1850462"/>
                  </a:lnTo>
                  <a:lnTo>
                    <a:pt x="0" y="1898717"/>
                  </a:lnTo>
                  <a:lnTo>
                    <a:pt x="601" y="1946971"/>
                  </a:lnTo>
                  <a:lnTo>
                    <a:pt x="2395" y="1994930"/>
                  </a:lnTo>
                  <a:lnTo>
                    <a:pt x="5368" y="2042578"/>
                  </a:lnTo>
                  <a:lnTo>
                    <a:pt x="9505" y="2089902"/>
                  </a:lnTo>
                  <a:lnTo>
                    <a:pt x="14793" y="2136887"/>
                  </a:lnTo>
                  <a:lnTo>
                    <a:pt x="21217" y="2183518"/>
                  </a:lnTo>
                  <a:lnTo>
                    <a:pt x="28763" y="2229782"/>
                  </a:lnTo>
                  <a:lnTo>
                    <a:pt x="37416" y="2275665"/>
                  </a:lnTo>
                  <a:lnTo>
                    <a:pt x="47163" y="2321152"/>
                  </a:lnTo>
                  <a:lnTo>
                    <a:pt x="57988" y="2366229"/>
                  </a:lnTo>
                  <a:lnTo>
                    <a:pt x="69879" y="2410881"/>
                  </a:lnTo>
                  <a:lnTo>
                    <a:pt x="82820" y="2455095"/>
                  </a:lnTo>
                  <a:lnTo>
                    <a:pt x="96798" y="2498856"/>
                  </a:lnTo>
                  <a:lnTo>
                    <a:pt x="111798" y="2542150"/>
                  </a:lnTo>
                  <a:lnTo>
                    <a:pt x="127805" y="2584963"/>
                  </a:lnTo>
                  <a:lnTo>
                    <a:pt x="144807" y="2627281"/>
                  </a:lnTo>
                  <a:lnTo>
                    <a:pt x="162788" y="2669088"/>
                  </a:lnTo>
                  <a:lnTo>
                    <a:pt x="181734" y="2710372"/>
                  </a:lnTo>
                  <a:lnTo>
                    <a:pt x="201631" y="2751118"/>
                  </a:lnTo>
                  <a:lnTo>
                    <a:pt x="222465" y="2791311"/>
                  </a:lnTo>
                  <a:lnTo>
                    <a:pt x="244221" y="2830937"/>
                  </a:lnTo>
                  <a:lnTo>
                    <a:pt x="266886" y="2869983"/>
                  </a:lnTo>
                  <a:lnTo>
                    <a:pt x="290445" y="2908434"/>
                  </a:lnTo>
                  <a:lnTo>
                    <a:pt x="314883" y="2946275"/>
                  </a:lnTo>
                  <a:lnTo>
                    <a:pt x="340188" y="2983492"/>
                  </a:lnTo>
                  <a:lnTo>
                    <a:pt x="366343" y="3020072"/>
                  </a:lnTo>
                  <a:lnTo>
                    <a:pt x="393336" y="3056000"/>
                  </a:lnTo>
                  <a:lnTo>
                    <a:pt x="421151" y="3091261"/>
                  </a:lnTo>
                  <a:lnTo>
                    <a:pt x="449775" y="3125842"/>
                  </a:lnTo>
                  <a:lnTo>
                    <a:pt x="479194" y="3159728"/>
                  </a:lnTo>
                  <a:lnTo>
                    <a:pt x="509393" y="3192905"/>
                  </a:lnTo>
                  <a:lnTo>
                    <a:pt x="540357" y="3225359"/>
                  </a:lnTo>
                  <a:lnTo>
                    <a:pt x="572074" y="3257076"/>
                  </a:lnTo>
                  <a:lnTo>
                    <a:pt x="604528" y="3288040"/>
                  </a:lnTo>
                  <a:lnTo>
                    <a:pt x="637705" y="3318239"/>
                  </a:lnTo>
                  <a:lnTo>
                    <a:pt x="671591" y="3347658"/>
                  </a:lnTo>
                  <a:lnTo>
                    <a:pt x="706172" y="3376282"/>
                  </a:lnTo>
                  <a:lnTo>
                    <a:pt x="741433" y="3404097"/>
                  </a:lnTo>
                  <a:lnTo>
                    <a:pt x="777361" y="3431090"/>
                  </a:lnTo>
                  <a:lnTo>
                    <a:pt x="813941" y="3457246"/>
                  </a:lnTo>
                  <a:lnTo>
                    <a:pt x="851158" y="3482550"/>
                  </a:lnTo>
                  <a:lnTo>
                    <a:pt x="888999" y="3506988"/>
                  </a:lnTo>
                  <a:lnTo>
                    <a:pt x="927450" y="3530547"/>
                  </a:lnTo>
                  <a:lnTo>
                    <a:pt x="966496" y="3553212"/>
                  </a:lnTo>
                  <a:lnTo>
                    <a:pt x="1006122" y="3574968"/>
                  </a:lnTo>
                  <a:lnTo>
                    <a:pt x="1046315" y="3595802"/>
                  </a:lnTo>
                  <a:lnTo>
                    <a:pt x="1087061" y="3615699"/>
                  </a:lnTo>
                  <a:lnTo>
                    <a:pt x="1128345" y="3634645"/>
                  </a:lnTo>
                  <a:lnTo>
                    <a:pt x="1170152" y="3652626"/>
                  </a:lnTo>
                  <a:lnTo>
                    <a:pt x="1212470" y="3669628"/>
                  </a:lnTo>
                  <a:lnTo>
                    <a:pt x="1255283" y="3685635"/>
                  </a:lnTo>
                  <a:lnTo>
                    <a:pt x="1298577" y="3700635"/>
                  </a:lnTo>
                  <a:lnTo>
                    <a:pt x="1342338" y="3714613"/>
                  </a:lnTo>
                  <a:lnTo>
                    <a:pt x="1386552" y="3727554"/>
                  </a:lnTo>
                  <a:lnTo>
                    <a:pt x="1431204" y="3739445"/>
                  </a:lnTo>
                  <a:lnTo>
                    <a:pt x="1476281" y="3750270"/>
                  </a:lnTo>
                  <a:lnTo>
                    <a:pt x="1521768" y="3760017"/>
                  </a:lnTo>
                  <a:lnTo>
                    <a:pt x="1567651" y="3768670"/>
                  </a:lnTo>
                  <a:lnTo>
                    <a:pt x="1613915" y="3776216"/>
                  </a:lnTo>
                  <a:lnTo>
                    <a:pt x="1660546" y="3782640"/>
                  </a:lnTo>
                  <a:lnTo>
                    <a:pt x="1707531" y="3787928"/>
                  </a:lnTo>
                  <a:lnTo>
                    <a:pt x="1754855" y="3792065"/>
                  </a:lnTo>
                  <a:lnTo>
                    <a:pt x="1802503" y="3795038"/>
                  </a:lnTo>
                  <a:lnTo>
                    <a:pt x="1850462" y="3796832"/>
                  </a:lnTo>
                  <a:lnTo>
                    <a:pt x="1898717" y="3797434"/>
                  </a:lnTo>
                  <a:lnTo>
                    <a:pt x="1946971" y="3796832"/>
                  </a:lnTo>
                  <a:lnTo>
                    <a:pt x="1994930" y="3795038"/>
                  </a:lnTo>
                  <a:lnTo>
                    <a:pt x="2042578" y="3792065"/>
                  </a:lnTo>
                  <a:lnTo>
                    <a:pt x="2089902" y="3787928"/>
                  </a:lnTo>
                  <a:lnTo>
                    <a:pt x="2136887" y="3782640"/>
                  </a:lnTo>
                  <a:lnTo>
                    <a:pt x="2183518" y="3776216"/>
                  </a:lnTo>
                  <a:lnTo>
                    <a:pt x="2229782" y="3768670"/>
                  </a:lnTo>
                  <a:lnTo>
                    <a:pt x="2275665" y="3760017"/>
                  </a:lnTo>
                  <a:lnTo>
                    <a:pt x="2321152" y="3750270"/>
                  </a:lnTo>
                  <a:lnTo>
                    <a:pt x="2366229" y="3739445"/>
                  </a:lnTo>
                  <a:lnTo>
                    <a:pt x="2410881" y="3727554"/>
                  </a:lnTo>
                  <a:lnTo>
                    <a:pt x="2455095" y="3714613"/>
                  </a:lnTo>
                  <a:lnTo>
                    <a:pt x="2498856" y="3700635"/>
                  </a:lnTo>
                  <a:lnTo>
                    <a:pt x="2542150" y="3685635"/>
                  </a:lnTo>
                  <a:lnTo>
                    <a:pt x="2584963" y="3669628"/>
                  </a:lnTo>
                  <a:lnTo>
                    <a:pt x="2627281" y="3652626"/>
                  </a:lnTo>
                  <a:lnTo>
                    <a:pt x="2669088" y="3634645"/>
                  </a:lnTo>
                  <a:lnTo>
                    <a:pt x="2710372" y="3615699"/>
                  </a:lnTo>
                  <a:lnTo>
                    <a:pt x="2751118" y="3595802"/>
                  </a:lnTo>
                  <a:lnTo>
                    <a:pt x="2791311" y="3574968"/>
                  </a:lnTo>
                  <a:lnTo>
                    <a:pt x="2830937" y="3553212"/>
                  </a:lnTo>
                  <a:lnTo>
                    <a:pt x="2869983" y="3530547"/>
                  </a:lnTo>
                  <a:lnTo>
                    <a:pt x="2908434" y="3506988"/>
                  </a:lnTo>
                  <a:lnTo>
                    <a:pt x="2946275" y="3482550"/>
                  </a:lnTo>
                  <a:lnTo>
                    <a:pt x="2983492" y="3457246"/>
                  </a:lnTo>
                  <a:lnTo>
                    <a:pt x="3020072" y="3431090"/>
                  </a:lnTo>
                  <a:lnTo>
                    <a:pt x="3056000" y="3404097"/>
                  </a:lnTo>
                  <a:lnTo>
                    <a:pt x="3091261" y="3376282"/>
                  </a:lnTo>
                  <a:lnTo>
                    <a:pt x="3125842" y="3347658"/>
                  </a:lnTo>
                  <a:lnTo>
                    <a:pt x="3159728" y="3318239"/>
                  </a:lnTo>
                  <a:lnTo>
                    <a:pt x="3192905" y="3288040"/>
                  </a:lnTo>
                  <a:lnTo>
                    <a:pt x="3225359" y="3257076"/>
                  </a:lnTo>
                  <a:lnTo>
                    <a:pt x="3257076" y="3225359"/>
                  </a:lnTo>
                  <a:lnTo>
                    <a:pt x="3288040" y="3192905"/>
                  </a:lnTo>
                  <a:lnTo>
                    <a:pt x="3318239" y="3159728"/>
                  </a:lnTo>
                  <a:lnTo>
                    <a:pt x="3347658" y="3125842"/>
                  </a:lnTo>
                  <a:lnTo>
                    <a:pt x="3376282" y="3091261"/>
                  </a:lnTo>
                  <a:lnTo>
                    <a:pt x="3404097" y="3056000"/>
                  </a:lnTo>
                  <a:lnTo>
                    <a:pt x="3431090" y="3020072"/>
                  </a:lnTo>
                  <a:lnTo>
                    <a:pt x="3457246" y="2983492"/>
                  </a:lnTo>
                  <a:lnTo>
                    <a:pt x="3482550" y="2946275"/>
                  </a:lnTo>
                  <a:lnTo>
                    <a:pt x="3506988" y="2908434"/>
                  </a:lnTo>
                  <a:lnTo>
                    <a:pt x="3530547" y="2869983"/>
                  </a:lnTo>
                  <a:lnTo>
                    <a:pt x="3553212" y="2830937"/>
                  </a:lnTo>
                  <a:lnTo>
                    <a:pt x="3574968" y="2791311"/>
                  </a:lnTo>
                  <a:lnTo>
                    <a:pt x="3595802" y="2751118"/>
                  </a:lnTo>
                  <a:lnTo>
                    <a:pt x="3615699" y="2710372"/>
                  </a:lnTo>
                  <a:lnTo>
                    <a:pt x="3634645" y="2669088"/>
                  </a:lnTo>
                  <a:lnTo>
                    <a:pt x="3652626" y="2627281"/>
                  </a:lnTo>
                  <a:lnTo>
                    <a:pt x="3669628" y="2584963"/>
                  </a:lnTo>
                  <a:lnTo>
                    <a:pt x="3685635" y="2542150"/>
                  </a:lnTo>
                  <a:lnTo>
                    <a:pt x="3700635" y="2498856"/>
                  </a:lnTo>
                  <a:lnTo>
                    <a:pt x="3714613" y="2455095"/>
                  </a:lnTo>
                  <a:lnTo>
                    <a:pt x="3727554" y="2410881"/>
                  </a:lnTo>
                  <a:lnTo>
                    <a:pt x="3739445" y="2366229"/>
                  </a:lnTo>
                  <a:lnTo>
                    <a:pt x="3750270" y="2321152"/>
                  </a:lnTo>
                  <a:lnTo>
                    <a:pt x="3760017" y="2275665"/>
                  </a:lnTo>
                  <a:lnTo>
                    <a:pt x="3768670" y="2229782"/>
                  </a:lnTo>
                  <a:lnTo>
                    <a:pt x="3776216" y="2183518"/>
                  </a:lnTo>
                  <a:lnTo>
                    <a:pt x="3782640" y="2136887"/>
                  </a:lnTo>
                  <a:lnTo>
                    <a:pt x="3787928" y="2089902"/>
                  </a:lnTo>
                  <a:lnTo>
                    <a:pt x="3792065" y="2042578"/>
                  </a:lnTo>
                  <a:lnTo>
                    <a:pt x="3795038" y="1994930"/>
                  </a:lnTo>
                  <a:lnTo>
                    <a:pt x="3796832" y="1946971"/>
                  </a:lnTo>
                  <a:lnTo>
                    <a:pt x="3797434" y="1898717"/>
                  </a:lnTo>
                  <a:lnTo>
                    <a:pt x="3796832" y="1850462"/>
                  </a:lnTo>
                  <a:lnTo>
                    <a:pt x="3795038" y="1802503"/>
                  </a:lnTo>
                  <a:lnTo>
                    <a:pt x="3792065" y="1754855"/>
                  </a:lnTo>
                  <a:lnTo>
                    <a:pt x="3787928" y="1707531"/>
                  </a:lnTo>
                  <a:lnTo>
                    <a:pt x="3782640" y="1660546"/>
                  </a:lnTo>
                  <a:lnTo>
                    <a:pt x="3776216" y="1613915"/>
                  </a:lnTo>
                  <a:lnTo>
                    <a:pt x="3768670" y="1567651"/>
                  </a:lnTo>
                  <a:lnTo>
                    <a:pt x="3760017" y="1521768"/>
                  </a:lnTo>
                  <a:lnTo>
                    <a:pt x="3750270" y="1476281"/>
                  </a:lnTo>
                  <a:lnTo>
                    <a:pt x="3739445" y="1431204"/>
                  </a:lnTo>
                  <a:lnTo>
                    <a:pt x="3727554" y="1386552"/>
                  </a:lnTo>
                  <a:lnTo>
                    <a:pt x="3714613" y="1342338"/>
                  </a:lnTo>
                  <a:lnTo>
                    <a:pt x="3700635" y="1298577"/>
                  </a:lnTo>
                  <a:lnTo>
                    <a:pt x="3685635" y="1255283"/>
                  </a:lnTo>
                  <a:lnTo>
                    <a:pt x="3669628" y="1212470"/>
                  </a:lnTo>
                  <a:lnTo>
                    <a:pt x="3652626" y="1170152"/>
                  </a:lnTo>
                  <a:lnTo>
                    <a:pt x="3634645" y="1128345"/>
                  </a:lnTo>
                  <a:lnTo>
                    <a:pt x="3615699" y="1087061"/>
                  </a:lnTo>
                  <a:lnTo>
                    <a:pt x="3595802" y="1046315"/>
                  </a:lnTo>
                  <a:lnTo>
                    <a:pt x="3574968" y="1006122"/>
                  </a:lnTo>
                  <a:lnTo>
                    <a:pt x="3553212" y="966496"/>
                  </a:lnTo>
                  <a:lnTo>
                    <a:pt x="3530547" y="927450"/>
                  </a:lnTo>
                  <a:lnTo>
                    <a:pt x="3506988" y="888999"/>
                  </a:lnTo>
                  <a:lnTo>
                    <a:pt x="3482550" y="851158"/>
                  </a:lnTo>
                  <a:lnTo>
                    <a:pt x="3457246" y="813941"/>
                  </a:lnTo>
                  <a:lnTo>
                    <a:pt x="3431090" y="777361"/>
                  </a:lnTo>
                  <a:lnTo>
                    <a:pt x="3404097" y="741433"/>
                  </a:lnTo>
                  <a:lnTo>
                    <a:pt x="3376282" y="706172"/>
                  </a:lnTo>
                  <a:lnTo>
                    <a:pt x="3347658" y="671591"/>
                  </a:lnTo>
                  <a:lnTo>
                    <a:pt x="3318239" y="637705"/>
                  </a:lnTo>
                  <a:lnTo>
                    <a:pt x="3288040" y="604528"/>
                  </a:lnTo>
                  <a:lnTo>
                    <a:pt x="3257076" y="572074"/>
                  </a:lnTo>
                  <a:lnTo>
                    <a:pt x="3225359" y="540357"/>
                  </a:lnTo>
                  <a:lnTo>
                    <a:pt x="3192905" y="509393"/>
                  </a:lnTo>
                  <a:lnTo>
                    <a:pt x="3159728" y="479194"/>
                  </a:lnTo>
                  <a:lnTo>
                    <a:pt x="3125842" y="449775"/>
                  </a:lnTo>
                  <a:lnTo>
                    <a:pt x="3091261" y="421151"/>
                  </a:lnTo>
                  <a:lnTo>
                    <a:pt x="3056000" y="393336"/>
                  </a:lnTo>
                  <a:lnTo>
                    <a:pt x="3020072" y="366343"/>
                  </a:lnTo>
                  <a:lnTo>
                    <a:pt x="2983492" y="340188"/>
                  </a:lnTo>
                  <a:lnTo>
                    <a:pt x="2946275" y="314883"/>
                  </a:lnTo>
                  <a:lnTo>
                    <a:pt x="2908434" y="290445"/>
                  </a:lnTo>
                  <a:lnTo>
                    <a:pt x="2869983" y="266886"/>
                  </a:lnTo>
                  <a:lnTo>
                    <a:pt x="2830937" y="244221"/>
                  </a:lnTo>
                  <a:lnTo>
                    <a:pt x="2791311" y="222465"/>
                  </a:lnTo>
                  <a:lnTo>
                    <a:pt x="2751118" y="201631"/>
                  </a:lnTo>
                  <a:lnTo>
                    <a:pt x="2710372" y="181734"/>
                  </a:lnTo>
                  <a:lnTo>
                    <a:pt x="2669088" y="162788"/>
                  </a:lnTo>
                  <a:lnTo>
                    <a:pt x="2627281" y="144807"/>
                  </a:lnTo>
                  <a:lnTo>
                    <a:pt x="2584963" y="127805"/>
                  </a:lnTo>
                  <a:lnTo>
                    <a:pt x="2542150" y="111798"/>
                  </a:lnTo>
                  <a:lnTo>
                    <a:pt x="2498856" y="96798"/>
                  </a:lnTo>
                  <a:lnTo>
                    <a:pt x="2455095" y="82820"/>
                  </a:lnTo>
                  <a:lnTo>
                    <a:pt x="2410881" y="69879"/>
                  </a:lnTo>
                  <a:lnTo>
                    <a:pt x="2366229" y="57988"/>
                  </a:lnTo>
                  <a:lnTo>
                    <a:pt x="2321152" y="47163"/>
                  </a:lnTo>
                  <a:lnTo>
                    <a:pt x="2275665" y="37416"/>
                  </a:lnTo>
                  <a:lnTo>
                    <a:pt x="2229782" y="28763"/>
                  </a:lnTo>
                  <a:lnTo>
                    <a:pt x="2183518" y="21217"/>
                  </a:lnTo>
                  <a:lnTo>
                    <a:pt x="2136887" y="14793"/>
                  </a:lnTo>
                  <a:lnTo>
                    <a:pt x="2089902" y="9505"/>
                  </a:lnTo>
                  <a:lnTo>
                    <a:pt x="2042578" y="5368"/>
                  </a:lnTo>
                  <a:lnTo>
                    <a:pt x="1994930" y="2395"/>
                  </a:lnTo>
                  <a:lnTo>
                    <a:pt x="1946971" y="601"/>
                  </a:lnTo>
                  <a:lnTo>
                    <a:pt x="189871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22">
              <a:extLst>
                <a:ext uri="{FF2B5EF4-FFF2-40B4-BE49-F238E27FC236}">
                  <a16:creationId xmlns:a16="http://schemas.microsoft.com/office/drawing/2014/main" id="{510E2B93-2E39-9897-5E03-B1D8D7046B49}"/>
                </a:ext>
              </a:extLst>
            </p:cNvPr>
            <p:cNvSpPr/>
            <p:nvPr/>
          </p:nvSpPr>
          <p:spPr>
            <a:xfrm>
              <a:off x="1202588" y="5714840"/>
              <a:ext cx="412750" cy="412750"/>
            </a:xfrm>
            <a:custGeom>
              <a:avLst/>
              <a:gdLst/>
              <a:ahLst/>
              <a:cxnLst/>
              <a:rect l="l" t="t" r="r" b="b"/>
              <a:pathLst>
                <a:path w="412750" h="412750">
                  <a:moveTo>
                    <a:pt x="412584" y="127000"/>
                  </a:moveTo>
                  <a:lnTo>
                    <a:pt x="285877" y="127000"/>
                  </a:lnTo>
                  <a:lnTo>
                    <a:pt x="285877" y="0"/>
                  </a:lnTo>
                  <a:lnTo>
                    <a:pt x="125666" y="0"/>
                  </a:lnTo>
                  <a:lnTo>
                    <a:pt x="125666" y="127000"/>
                  </a:lnTo>
                  <a:lnTo>
                    <a:pt x="0" y="127000"/>
                  </a:lnTo>
                  <a:lnTo>
                    <a:pt x="0" y="287020"/>
                  </a:lnTo>
                  <a:lnTo>
                    <a:pt x="125666" y="287020"/>
                  </a:lnTo>
                  <a:lnTo>
                    <a:pt x="125666" y="412750"/>
                  </a:lnTo>
                  <a:lnTo>
                    <a:pt x="285877" y="412750"/>
                  </a:lnTo>
                  <a:lnTo>
                    <a:pt x="285877" y="287020"/>
                  </a:lnTo>
                  <a:lnTo>
                    <a:pt x="412584" y="287020"/>
                  </a:lnTo>
                  <a:lnTo>
                    <a:pt x="412584" y="12700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8DD20B98-F2F7-FB2B-1A24-557FDB31BA3E}"/>
              </a:ext>
            </a:extLst>
          </p:cNvPr>
          <p:cNvGrpSpPr/>
          <p:nvPr/>
        </p:nvGrpSpPr>
        <p:grpSpPr>
          <a:xfrm>
            <a:off x="13768333" y="5615977"/>
            <a:ext cx="3917420" cy="3917420"/>
            <a:chOff x="876830" y="3489855"/>
            <a:chExt cx="3917420" cy="3917420"/>
          </a:xfrm>
          <a:solidFill>
            <a:srgbClr val="E6D573"/>
          </a:solidFill>
        </p:grpSpPr>
        <p:sp>
          <p:nvSpPr>
            <p:cNvPr id="37" name="object 20">
              <a:extLst>
                <a:ext uri="{FF2B5EF4-FFF2-40B4-BE49-F238E27FC236}">
                  <a16:creationId xmlns:a16="http://schemas.microsoft.com/office/drawing/2014/main" id="{AC64FA79-2CFD-D46C-A1DB-F069376A6B9A}"/>
                </a:ext>
              </a:extLst>
            </p:cNvPr>
            <p:cNvSpPr/>
            <p:nvPr/>
          </p:nvSpPr>
          <p:spPr>
            <a:xfrm>
              <a:off x="876830" y="3489855"/>
              <a:ext cx="3917420" cy="3917420"/>
            </a:xfrm>
            <a:custGeom>
              <a:avLst/>
              <a:gdLst/>
              <a:ahLst/>
              <a:cxnLst/>
              <a:rect l="l" t="t" r="r" b="b"/>
              <a:pathLst>
                <a:path w="3797935" h="3797934">
                  <a:moveTo>
                    <a:pt x="1898717" y="0"/>
                  </a:moveTo>
                  <a:lnTo>
                    <a:pt x="1850462" y="601"/>
                  </a:lnTo>
                  <a:lnTo>
                    <a:pt x="1802503" y="2395"/>
                  </a:lnTo>
                  <a:lnTo>
                    <a:pt x="1754855" y="5368"/>
                  </a:lnTo>
                  <a:lnTo>
                    <a:pt x="1707531" y="9505"/>
                  </a:lnTo>
                  <a:lnTo>
                    <a:pt x="1660546" y="14793"/>
                  </a:lnTo>
                  <a:lnTo>
                    <a:pt x="1613915" y="21217"/>
                  </a:lnTo>
                  <a:lnTo>
                    <a:pt x="1567651" y="28763"/>
                  </a:lnTo>
                  <a:lnTo>
                    <a:pt x="1521768" y="37416"/>
                  </a:lnTo>
                  <a:lnTo>
                    <a:pt x="1476281" y="47163"/>
                  </a:lnTo>
                  <a:lnTo>
                    <a:pt x="1431204" y="57988"/>
                  </a:lnTo>
                  <a:lnTo>
                    <a:pt x="1386552" y="69879"/>
                  </a:lnTo>
                  <a:lnTo>
                    <a:pt x="1342338" y="82820"/>
                  </a:lnTo>
                  <a:lnTo>
                    <a:pt x="1298577" y="96798"/>
                  </a:lnTo>
                  <a:lnTo>
                    <a:pt x="1255283" y="111798"/>
                  </a:lnTo>
                  <a:lnTo>
                    <a:pt x="1212470" y="127805"/>
                  </a:lnTo>
                  <a:lnTo>
                    <a:pt x="1170152" y="144807"/>
                  </a:lnTo>
                  <a:lnTo>
                    <a:pt x="1128345" y="162788"/>
                  </a:lnTo>
                  <a:lnTo>
                    <a:pt x="1087061" y="181734"/>
                  </a:lnTo>
                  <a:lnTo>
                    <a:pt x="1046315" y="201631"/>
                  </a:lnTo>
                  <a:lnTo>
                    <a:pt x="1006122" y="222465"/>
                  </a:lnTo>
                  <a:lnTo>
                    <a:pt x="966496" y="244221"/>
                  </a:lnTo>
                  <a:lnTo>
                    <a:pt x="927450" y="266886"/>
                  </a:lnTo>
                  <a:lnTo>
                    <a:pt x="888999" y="290445"/>
                  </a:lnTo>
                  <a:lnTo>
                    <a:pt x="851158" y="314883"/>
                  </a:lnTo>
                  <a:lnTo>
                    <a:pt x="813941" y="340188"/>
                  </a:lnTo>
                  <a:lnTo>
                    <a:pt x="777361" y="366343"/>
                  </a:lnTo>
                  <a:lnTo>
                    <a:pt x="741433" y="393336"/>
                  </a:lnTo>
                  <a:lnTo>
                    <a:pt x="706172" y="421151"/>
                  </a:lnTo>
                  <a:lnTo>
                    <a:pt x="671591" y="449775"/>
                  </a:lnTo>
                  <a:lnTo>
                    <a:pt x="637705" y="479194"/>
                  </a:lnTo>
                  <a:lnTo>
                    <a:pt x="604528" y="509393"/>
                  </a:lnTo>
                  <a:lnTo>
                    <a:pt x="572074" y="540357"/>
                  </a:lnTo>
                  <a:lnTo>
                    <a:pt x="540357" y="572074"/>
                  </a:lnTo>
                  <a:lnTo>
                    <a:pt x="509393" y="604528"/>
                  </a:lnTo>
                  <a:lnTo>
                    <a:pt x="479194" y="637705"/>
                  </a:lnTo>
                  <a:lnTo>
                    <a:pt x="449775" y="671591"/>
                  </a:lnTo>
                  <a:lnTo>
                    <a:pt x="421151" y="706172"/>
                  </a:lnTo>
                  <a:lnTo>
                    <a:pt x="393336" y="741433"/>
                  </a:lnTo>
                  <a:lnTo>
                    <a:pt x="366343" y="777361"/>
                  </a:lnTo>
                  <a:lnTo>
                    <a:pt x="340188" y="813941"/>
                  </a:lnTo>
                  <a:lnTo>
                    <a:pt x="314883" y="851158"/>
                  </a:lnTo>
                  <a:lnTo>
                    <a:pt x="290445" y="888999"/>
                  </a:lnTo>
                  <a:lnTo>
                    <a:pt x="266886" y="927450"/>
                  </a:lnTo>
                  <a:lnTo>
                    <a:pt x="244221" y="966496"/>
                  </a:lnTo>
                  <a:lnTo>
                    <a:pt x="222465" y="1006122"/>
                  </a:lnTo>
                  <a:lnTo>
                    <a:pt x="201631" y="1046315"/>
                  </a:lnTo>
                  <a:lnTo>
                    <a:pt x="181734" y="1087061"/>
                  </a:lnTo>
                  <a:lnTo>
                    <a:pt x="162788" y="1128345"/>
                  </a:lnTo>
                  <a:lnTo>
                    <a:pt x="144807" y="1170152"/>
                  </a:lnTo>
                  <a:lnTo>
                    <a:pt x="127805" y="1212470"/>
                  </a:lnTo>
                  <a:lnTo>
                    <a:pt x="111798" y="1255283"/>
                  </a:lnTo>
                  <a:lnTo>
                    <a:pt x="96798" y="1298577"/>
                  </a:lnTo>
                  <a:lnTo>
                    <a:pt x="82820" y="1342338"/>
                  </a:lnTo>
                  <a:lnTo>
                    <a:pt x="69879" y="1386552"/>
                  </a:lnTo>
                  <a:lnTo>
                    <a:pt x="57988" y="1431204"/>
                  </a:lnTo>
                  <a:lnTo>
                    <a:pt x="47163" y="1476281"/>
                  </a:lnTo>
                  <a:lnTo>
                    <a:pt x="37416" y="1521768"/>
                  </a:lnTo>
                  <a:lnTo>
                    <a:pt x="28763" y="1567651"/>
                  </a:lnTo>
                  <a:lnTo>
                    <a:pt x="21217" y="1613915"/>
                  </a:lnTo>
                  <a:lnTo>
                    <a:pt x="14793" y="1660546"/>
                  </a:lnTo>
                  <a:lnTo>
                    <a:pt x="9505" y="1707531"/>
                  </a:lnTo>
                  <a:lnTo>
                    <a:pt x="5368" y="1754855"/>
                  </a:lnTo>
                  <a:lnTo>
                    <a:pt x="2395" y="1802503"/>
                  </a:lnTo>
                  <a:lnTo>
                    <a:pt x="601" y="1850462"/>
                  </a:lnTo>
                  <a:lnTo>
                    <a:pt x="0" y="1898717"/>
                  </a:lnTo>
                  <a:lnTo>
                    <a:pt x="601" y="1946971"/>
                  </a:lnTo>
                  <a:lnTo>
                    <a:pt x="2395" y="1994930"/>
                  </a:lnTo>
                  <a:lnTo>
                    <a:pt x="5368" y="2042578"/>
                  </a:lnTo>
                  <a:lnTo>
                    <a:pt x="9505" y="2089902"/>
                  </a:lnTo>
                  <a:lnTo>
                    <a:pt x="14793" y="2136887"/>
                  </a:lnTo>
                  <a:lnTo>
                    <a:pt x="21217" y="2183518"/>
                  </a:lnTo>
                  <a:lnTo>
                    <a:pt x="28763" y="2229782"/>
                  </a:lnTo>
                  <a:lnTo>
                    <a:pt x="37416" y="2275665"/>
                  </a:lnTo>
                  <a:lnTo>
                    <a:pt x="47163" y="2321152"/>
                  </a:lnTo>
                  <a:lnTo>
                    <a:pt x="57988" y="2366229"/>
                  </a:lnTo>
                  <a:lnTo>
                    <a:pt x="69879" y="2410881"/>
                  </a:lnTo>
                  <a:lnTo>
                    <a:pt x="82820" y="2455095"/>
                  </a:lnTo>
                  <a:lnTo>
                    <a:pt x="96798" y="2498856"/>
                  </a:lnTo>
                  <a:lnTo>
                    <a:pt x="111798" y="2542150"/>
                  </a:lnTo>
                  <a:lnTo>
                    <a:pt x="127805" y="2584963"/>
                  </a:lnTo>
                  <a:lnTo>
                    <a:pt x="144807" y="2627281"/>
                  </a:lnTo>
                  <a:lnTo>
                    <a:pt x="162788" y="2669088"/>
                  </a:lnTo>
                  <a:lnTo>
                    <a:pt x="181734" y="2710372"/>
                  </a:lnTo>
                  <a:lnTo>
                    <a:pt x="201631" y="2751118"/>
                  </a:lnTo>
                  <a:lnTo>
                    <a:pt x="222465" y="2791311"/>
                  </a:lnTo>
                  <a:lnTo>
                    <a:pt x="244221" y="2830937"/>
                  </a:lnTo>
                  <a:lnTo>
                    <a:pt x="266886" y="2869983"/>
                  </a:lnTo>
                  <a:lnTo>
                    <a:pt x="290445" y="2908434"/>
                  </a:lnTo>
                  <a:lnTo>
                    <a:pt x="314883" y="2946275"/>
                  </a:lnTo>
                  <a:lnTo>
                    <a:pt x="340188" y="2983492"/>
                  </a:lnTo>
                  <a:lnTo>
                    <a:pt x="366343" y="3020072"/>
                  </a:lnTo>
                  <a:lnTo>
                    <a:pt x="393336" y="3056000"/>
                  </a:lnTo>
                  <a:lnTo>
                    <a:pt x="421151" y="3091261"/>
                  </a:lnTo>
                  <a:lnTo>
                    <a:pt x="449775" y="3125842"/>
                  </a:lnTo>
                  <a:lnTo>
                    <a:pt x="479194" y="3159728"/>
                  </a:lnTo>
                  <a:lnTo>
                    <a:pt x="509393" y="3192905"/>
                  </a:lnTo>
                  <a:lnTo>
                    <a:pt x="540357" y="3225359"/>
                  </a:lnTo>
                  <a:lnTo>
                    <a:pt x="572074" y="3257076"/>
                  </a:lnTo>
                  <a:lnTo>
                    <a:pt x="604528" y="3288040"/>
                  </a:lnTo>
                  <a:lnTo>
                    <a:pt x="637705" y="3318239"/>
                  </a:lnTo>
                  <a:lnTo>
                    <a:pt x="671591" y="3347658"/>
                  </a:lnTo>
                  <a:lnTo>
                    <a:pt x="706172" y="3376282"/>
                  </a:lnTo>
                  <a:lnTo>
                    <a:pt x="741433" y="3404097"/>
                  </a:lnTo>
                  <a:lnTo>
                    <a:pt x="777361" y="3431090"/>
                  </a:lnTo>
                  <a:lnTo>
                    <a:pt x="813941" y="3457246"/>
                  </a:lnTo>
                  <a:lnTo>
                    <a:pt x="851158" y="3482550"/>
                  </a:lnTo>
                  <a:lnTo>
                    <a:pt x="888999" y="3506988"/>
                  </a:lnTo>
                  <a:lnTo>
                    <a:pt x="927450" y="3530547"/>
                  </a:lnTo>
                  <a:lnTo>
                    <a:pt x="966496" y="3553212"/>
                  </a:lnTo>
                  <a:lnTo>
                    <a:pt x="1006122" y="3574968"/>
                  </a:lnTo>
                  <a:lnTo>
                    <a:pt x="1046315" y="3595802"/>
                  </a:lnTo>
                  <a:lnTo>
                    <a:pt x="1087061" y="3615699"/>
                  </a:lnTo>
                  <a:lnTo>
                    <a:pt x="1128345" y="3634645"/>
                  </a:lnTo>
                  <a:lnTo>
                    <a:pt x="1170152" y="3652626"/>
                  </a:lnTo>
                  <a:lnTo>
                    <a:pt x="1212470" y="3669628"/>
                  </a:lnTo>
                  <a:lnTo>
                    <a:pt x="1255283" y="3685635"/>
                  </a:lnTo>
                  <a:lnTo>
                    <a:pt x="1298577" y="3700635"/>
                  </a:lnTo>
                  <a:lnTo>
                    <a:pt x="1342338" y="3714613"/>
                  </a:lnTo>
                  <a:lnTo>
                    <a:pt x="1386552" y="3727554"/>
                  </a:lnTo>
                  <a:lnTo>
                    <a:pt x="1431204" y="3739445"/>
                  </a:lnTo>
                  <a:lnTo>
                    <a:pt x="1476281" y="3750270"/>
                  </a:lnTo>
                  <a:lnTo>
                    <a:pt x="1521768" y="3760017"/>
                  </a:lnTo>
                  <a:lnTo>
                    <a:pt x="1567651" y="3768670"/>
                  </a:lnTo>
                  <a:lnTo>
                    <a:pt x="1613915" y="3776216"/>
                  </a:lnTo>
                  <a:lnTo>
                    <a:pt x="1660546" y="3782640"/>
                  </a:lnTo>
                  <a:lnTo>
                    <a:pt x="1707531" y="3787928"/>
                  </a:lnTo>
                  <a:lnTo>
                    <a:pt x="1754855" y="3792065"/>
                  </a:lnTo>
                  <a:lnTo>
                    <a:pt x="1802503" y="3795038"/>
                  </a:lnTo>
                  <a:lnTo>
                    <a:pt x="1850462" y="3796832"/>
                  </a:lnTo>
                  <a:lnTo>
                    <a:pt x="1898717" y="3797434"/>
                  </a:lnTo>
                  <a:lnTo>
                    <a:pt x="1946971" y="3796832"/>
                  </a:lnTo>
                  <a:lnTo>
                    <a:pt x="1994930" y="3795038"/>
                  </a:lnTo>
                  <a:lnTo>
                    <a:pt x="2042578" y="3792065"/>
                  </a:lnTo>
                  <a:lnTo>
                    <a:pt x="2089902" y="3787928"/>
                  </a:lnTo>
                  <a:lnTo>
                    <a:pt x="2136887" y="3782640"/>
                  </a:lnTo>
                  <a:lnTo>
                    <a:pt x="2183518" y="3776216"/>
                  </a:lnTo>
                  <a:lnTo>
                    <a:pt x="2229782" y="3768670"/>
                  </a:lnTo>
                  <a:lnTo>
                    <a:pt x="2275665" y="3760017"/>
                  </a:lnTo>
                  <a:lnTo>
                    <a:pt x="2321152" y="3750270"/>
                  </a:lnTo>
                  <a:lnTo>
                    <a:pt x="2366229" y="3739445"/>
                  </a:lnTo>
                  <a:lnTo>
                    <a:pt x="2410881" y="3727554"/>
                  </a:lnTo>
                  <a:lnTo>
                    <a:pt x="2455095" y="3714613"/>
                  </a:lnTo>
                  <a:lnTo>
                    <a:pt x="2498856" y="3700635"/>
                  </a:lnTo>
                  <a:lnTo>
                    <a:pt x="2542150" y="3685635"/>
                  </a:lnTo>
                  <a:lnTo>
                    <a:pt x="2584963" y="3669628"/>
                  </a:lnTo>
                  <a:lnTo>
                    <a:pt x="2627281" y="3652626"/>
                  </a:lnTo>
                  <a:lnTo>
                    <a:pt x="2669088" y="3634645"/>
                  </a:lnTo>
                  <a:lnTo>
                    <a:pt x="2710372" y="3615699"/>
                  </a:lnTo>
                  <a:lnTo>
                    <a:pt x="2751118" y="3595802"/>
                  </a:lnTo>
                  <a:lnTo>
                    <a:pt x="2791311" y="3574968"/>
                  </a:lnTo>
                  <a:lnTo>
                    <a:pt x="2830937" y="3553212"/>
                  </a:lnTo>
                  <a:lnTo>
                    <a:pt x="2869983" y="3530547"/>
                  </a:lnTo>
                  <a:lnTo>
                    <a:pt x="2908434" y="3506988"/>
                  </a:lnTo>
                  <a:lnTo>
                    <a:pt x="2946275" y="3482550"/>
                  </a:lnTo>
                  <a:lnTo>
                    <a:pt x="2983492" y="3457246"/>
                  </a:lnTo>
                  <a:lnTo>
                    <a:pt x="3020072" y="3431090"/>
                  </a:lnTo>
                  <a:lnTo>
                    <a:pt x="3056000" y="3404097"/>
                  </a:lnTo>
                  <a:lnTo>
                    <a:pt x="3091261" y="3376282"/>
                  </a:lnTo>
                  <a:lnTo>
                    <a:pt x="3125842" y="3347658"/>
                  </a:lnTo>
                  <a:lnTo>
                    <a:pt x="3159728" y="3318239"/>
                  </a:lnTo>
                  <a:lnTo>
                    <a:pt x="3192905" y="3288040"/>
                  </a:lnTo>
                  <a:lnTo>
                    <a:pt x="3225359" y="3257076"/>
                  </a:lnTo>
                  <a:lnTo>
                    <a:pt x="3257076" y="3225359"/>
                  </a:lnTo>
                  <a:lnTo>
                    <a:pt x="3288040" y="3192905"/>
                  </a:lnTo>
                  <a:lnTo>
                    <a:pt x="3318239" y="3159728"/>
                  </a:lnTo>
                  <a:lnTo>
                    <a:pt x="3347658" y="3125842"/>
                  </a:lnTo>
                  <a:lnTo>
                    <a:pt x="3376282" y="3091261"/>
                  </a:lnTo>
                  <a:lnTo>
                    <a:pt x="3404097" y="3056000"/>
                  </a:lnTo>
                  <a:lnTo>
                    <a:pt x="3431090" y="3020072"/>
                  </a:lnTo>
                  <a:lnTo>
                    <a:pt x="3457246" y="2983492"/>
                  </a:lnTo>
                  <a:lnTo>
                    <a:pt x="3482550" y="2946275"/>
                  </a:lnTo>
                  <a:lnTo>
                    <a:pt x="3506988" y="2908434"/>
                  </a:lnTo>
                  <a:lnTo>
                    <a:pt x="3530547" y="2869983"/>
                  </a:lnTo>
                  <a:lnTo>
                    <a:pt x="3553212" y="2830937"/>
                  </a:lnTo>
                  <a:lnTo>
                    <a:pt x="3574968" y="2791311"/>
                  </a:lnTo>
                  <a:lnTo>
                    <a:pt x="3595802" y="2751118"/>
                  </a:lnTo>
                  <a:lnTo>
                    <a:pt x="3615699" y="2710372"/>
                  </a:lnTo>
                  <a:lnTo>
                    <a:pt x="3634645" y="2669088"/>
                  </a:lnTo>
                  <a:lnTo>
                    <a:pt x="3652626" y="2627281"/>
                  </a:lnTo>
                  <a:lnTo>
                    <a:pt x="3669628" y="2584963"/>
                  </a:lnTo>
                  <a:lnTo>
                    <a:pt x="3685635" y="2542150"/>
                  </a:lnTo>
                  <a:lnTo>
                    <a:pt x="3700635" y="2498856"/>
                  </a:lnTo>
                  <a:lnTo>
                    <a:pt x="3714613" y="2455095"/>
                  </a:lnTo>
                  <a:lnTo>
                    <a:pt x="3727554" y="2410881"/>
                  </a:lnTo>
                  <a:lnTo>
                    <a:pt x="3739445" y="2366229"/>
                  </a:lnTo>
                  <a:lnTo>
                    <a:pt x="3750270" y="2321152"/>
                  </a:lnTo>
                  <a:lnTo>
                    <a:pt x="3760017" y="2275665"/>
                  </a:lnTo>
                  <a:lnTo>
                    <a:pt x="3768670" y="2229782"/>
                  </a:lnTo>
                  <a:lnTo>
                    <a:pt x="3776216" y="2183518"/>
                  </a:lnTo>
                  <a:lnTo>
                    <a:pt x="3782640" y="2136887"/>
                  </a:lnTo>
                  <a:lnTo>
                    <a:pt x="3787928" y="2089902"/>
                  </a:lnTo>
                  <a:lnTo>
                    <a:pt x="3792065" y="2042578"/>
                  </a:lnTo>
                  <a:lnTo>
                    <a:pt x="3795038" y="1994930"/>
                  </a:lnTo>
                  <a:lnTo>
                    <a:pt x="3796832" y="1946971"/>
                  </a:lnTo>
                  <a:lnTo>
                    <a:pt x="3797434" y="1898717"/>
                  </a:lnTo>
                  <a:lnTo>
                    <a:pt x="3796832" y="1850462"/>
                  </a:lnTo>
                  <a:lnTo>
                    <a:pt x="3795038" y="1802503"/>
                  </a:lnTo>
                  <a:lnTo>
                    <a:pt x="3792065" y="1754855"/>
                  </a:lnTo>
                  <a:lnTo>
                    <a:pt x="3787928" y="1707531"/>
                  </a:lnTo>
                  <a:lnTo>
                    <a:pt x="3782640" y="1660546"/>
                  </a:lnTo>
                  <a:lnTo>
                    <a:pt x="3776216" y="1613915"/>
                  </a:lnTo>
                  <a:lnTo>
                    <a:pt x="3768670" y="1567651"/>
                  </a:lnTo>
                  <a:lnTo>
                    <a:pt x="3760017" y="1521768"/>
                  </a:lnTo>
                  <a:lnTo>
                    <a:pt x="3750270" y="1476281"/>
                  </a:lnTo>
                  <a:lnTo>
                    <a:pt x="3739445" y="1431204"/>
                  </a:lnTo>
                  <a:lnTo>
                    <a:pt x="3727554" y="1386552"/>
                  </a:lnTo>
                  <a:lnTo>
                    <a:pt x="3714613" y="1342338"/>
                  </a:lnTo>
                  <a:lnTo>
                    <a:pt x="3700635" y="1298577"/>
                  </a:lnTo>
                  <a:lnTo>
                    <a:pt x="3685635" y="1255283"/>
                  </a:lnTo>
                  <a:lnTo>
                    <a:pt x="3669628" y="1212470"/>
                  </a:lnTo>
                  <a:lnTo>
                    <a:pt x="3652626" y="1170152"/>
                  </a:lnTo>
                  <a:lnTo>
                    <a:pt x="3634645" y="1128345"/>
                  </a:lnTo>
                  <a:lnTo>
                    <a:pt x="3615699" y="1087061"/>
                  </a:lnTo>
                  <a:lnTo>
                    <a:pt x="3595802" y="1046315"/>
                  </a:lnTo>
                  <a:lnTo>
                    <a:pt x="3574968" y="1006122"/>
                  </a:lnTo>
                  <a:lnTo>
                    <a:pt x="3553212" y="966496"/>
                  </a:lnTo>
                  <a:lnTo>
                    <a:pt x="3530547" y="927450"/>
                  </a:lnTo>
                  <a:lnTo>
                    <a:pt x="3506988" y="888999"/>
                  </a:lnTo>
                  <a:lnTo>
                    <a:pt x="3482550" y="851158"/>
                  </a:lnTo>
                  <a:lnTo>
                    <a:pt x="3457246" y="813941"/>
                  </a:lnTo>
                  <a:lnTo>
                    <a:pt x="3431090" y="777361"/>
                  </a:lnTo>
                  <a:lnTo>
                    <a:pt x="3404097" y="741433"/>
                  </a:lnTo>
                  <a:lnTo>
                    <a:pt x="3376282" y="706172"/>
                  </a:lnTo>
                  <a:lnTo>
                    <a:pt x="3347658" y="671591"/>
                  </a:lnTo>
                  <a:lnTo>
                    <a:pt x="3318239" y="637705"/>
                  </a:lnTo>
                  <a:lnTo>
                    <a:pt x="3288040" y="604528"/>
                  </a:lnTo>
                  <a:lnTo>
                    <a:pt x="3257076" y="572074"/>
                  </a:lnTo>
                  <a:lnTo>
                    <a:pt x="3225359" y="540357"/>
                  </a:lnTo>
                  <a:lnTo>
                    <a:pt x="3192905" y="509393"/>
                  </a:lnTo>
                  <a:lnTo>
                    <a:pt x="3159728" y="479194"/>
                  </a:lnTo>
                  <a:lnTo>
                    <a:pt x="3125842" y="449775"/>
                  </a:lnTo>
                  <a:lnTo>
                    <a:pt x="3091261" y="421151"/>
                  </a:lnTo>
                  <a:lnTo>
                    <a:pt x="3056000" y="393336"/>
                  </a:lnTo>
                  <a:lnTo>
                    <a:pt x="3020072" y="366343"/>
                  </a:lnTo>
                  <a:lnTo>
                    <a:pt x="2983492" y="340188"/>
                  </a:lnTo>
                  <a:lnTo>
                    <a:pt x="2946275" y="314883"/>
                  </a:lnTo>
                  <a:lnTo>
                    <a:pt x="2908434" y="290445"/>
                  </a:lnTo>
                  <a:lnTo>
                    <a:pt x="2869983" y="266886"/>
                  </a:lnTo>
                  <a:lnTo>
                    <a:pt x="2830937" y="244221"/>
                  </a:lnTo>
                  <a:lnTo>
                    <a:pt x="2791311" y="222465"/>
                  </a:lnTo>
                  <a:lnTo>
                    <a:pt x="2751118" y="201631"/>
                  </a:lnTo>
                  <a:lnTo>
                    <a:pt x="2710372" y="181734"/>
                  </a:lnTo>
                  <a:lnTo>
                    <a:pt x="2669088" y="162788"/>
                  </a:lnTo>
                  <a:lnTo>
                    <a:pt x="2627281" y="144807"/>
                  </a:lnTo>
                  <a:lnTo>
                    <a:pt x="2584963" y="127805"/>
                  </a:lnTo>
                  <a:lnTo>
                    <a:pt x="2542150" y="111798"/>
                  </a:lnTo>
                  <a:lnTo>
                    <a:pt x="2498856" y="96798"/>
                  </a:lnTo>
                  <a:lnTo>
                    <a:pt x="2455095" y="82820"/>
                  </a:lnTo>
                  <a:lnTo>
                    <a:pt x="2410881" y="69879"/>
                  </a:lnTo>
                  <a:lnTo>
                    <a:pt x="2366229" y="57988"/>
                  </a:lnTo>
                  <a:lnTo>
                    <a:pt x="2321152" y="47163"/>
                  </a:lnTo>
                  <a:lnTo>
                    <a:pt x="2275665" y="37416"/>
                  </a:lnTo>
                  <a:lnTo>
                    <a:pt x="2229782" y="28763"/>
                  </a:lnTo>
                  <a:lnTo>
                    <a:pt x="2183518" y="21217"/>
                  </a:lnTo>
                  <a:lnTo>
                    <a:pt x="2136887" y="14793"/>
                  </a:lnTo>
                  <a:lnTo>
                    <a:pt x="2089902" y="9505"/>
                  </a:lnTo>
                  <a:lnTo>
                    <a:pt x="2042578" y="5368"/>
                  </a:lnTo>
                  <a:lnTo>
                    <a:pt x="1994930" y="2395"/>
                  </a:lnTo>
                  <a:lnTo>
                    <a:pt x="1946971" y="601"/>
                  </a:lnTo>
                  <a:lnTo>
                    <a:pt x="189871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8" name="object 22">
              <a:extLst>
                <a:ext uri="{FF2B5EF4-FFF2-40B4-BE49-F238E27FC236}">
                  <a16:creationId xmlns:a16="http://schemas.microsoft.com/office/drawing/2014/main" id="{EF935A5C-DE8E-3571-AC03-540E2E6A550A}"/>
                </a:ext>
              </a:extLst>
            </p:cNvPr>
            <p:cNvSpPr/>
            <p:nvPr/>
          </p:nvSpPr>
          <p:spPr>
            <a:xfrm>
              <a:off x="1202588" y="5714840"/>
              <a:ext cx="412750" cy="412750"/>
            </a:xfrm>
            <a:custGeom>
              <a:avLst/>
              <a:gdLst/>
              <a:ahLst/>
              <a:cxnLst/>
              <a:rect l="l" t="t" r="r" b="b"/>
              <a:pathLst>
                <a:path w="412750" h="412750">
                  <a:moveTo>
                    <a:pt x="412584" y="127000"/>
                  </a:moveTo>
                  <a:lnTo>
                    <a:pt x="285877" y="127000"/>
                  </a:lnTo>
                  <a:lnTo>
                    <a:pt x="285877" y="0"/>
                  </a:lnTo>
                  <a:lnTo>
                    <a:pt x="125666" y="0"/>
                  </a:lnTo>
                  <a:lnTo>
                    <a:pt x="125666" y="127000"/>
                  </a:lnTo>
                  <a:lnTo>
                    <a:pt x="0" y="127000"/>
                  </a:lnTo>
                  <a:lnTo>
                    <a:pt x="0" y="287020"/>
                  </a:lnTo>
                  <a:lnTo>
                    <a:pt x="125666" y="287020"/>
                  </a:lnTo>
                  <a:lnTo>
                    <a:pt x="125666" y="412750"/>
                  </a:lnTo>
                  <a:lnTo>
                    <a:pt x="285877" y="412750"/>
                  </a:lnTo>
                  <a:lnTo>
                    <a:pt x="285877" y="287020"/>
                  </a:lnTo>
                  <a:lnTo>
                    <a:pt x="412584" y="287020"/>
                  </a:lnTo>
                  <a:lnTo>
                    <a:pt x="412584" y="12700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7">
            <a:extLst>
              <a:ext uri="{FF2B5EF4-FFF2-40B4-BE49-F238E27FC236}">
                <a16:creationId xmlns:a16="http://schemas.microsoft.com/office/drawing/2014/main" id="{A74B2B26-5082-D9FC-3830-19B813BAC9D0}"/>
              </a:ext>
            </a:extLst>
          </p:cNvPr>
          <p:cNvSpPr/>
          <p:nvPr/>
        </p:nvSpPr>
        <p:spPr>
          <a:xfrm>
            <a:off x="14085422" y="6783216"/>
            <a:ext cx="4657188" cy="873549"/>
          </a:xfrm>
          <a:custGeom>
            <a:avLst/>
            <a:gdLst/>
            <a:ahLst/>
            <a:cxnLst/>
            <a:rect l="l" t="t" r="r" b="b"/>
            <a:pathLst>
              <a:path w="3402329" h="638175">
                <a:moveTo>
                  <a:pt x="334213" y="30073"/>
                </a:moveTo>
                <a:lnTo>
                  <a:pt x="293141" y="24180"/>
                </a:lnTo>
                <a:lnTo>
                  <a:pt x="252272" y="19951"/>
                </a:lnTo>
                <a:lnTo>
                  <a:pt x="212293" y="18580"/>
                </a:lnTo>
                <a:lnTo>
                  <a:pt x="173824" y="21272"/>
                </a:lnTo>
                <a:lnTo>
                  <a:pt x="104089" y="43611"/>
                </a:lnTo>
                <a:lnTo>
                  <a:pt x="48247" y="96520"/>
                </a:lnTo>
                <a:lnTo>
                  <a:pt x="27165" y="137439"/>
                </a:lnTo>
                <a:lnTo>
                  <a:pt x="11506" y="189585"/>
                </a:lnTo>
                <a:lnTo>
                  <a:pt x="1930" y="254152"/>
                </a:lnTo>
                <a:lnTo>
                  <a:pt x="0" y="325742"/>
                </a:lnTo>
                <a:lnTo>
                  <a:pt x="482" y="367296"/>
                </a:lnTo>
                <a:lnTo>
                  <a:pt x="10426" y="466572"/>
                </a:lnTo>
                <a:lnTo>
                  <a:pt x="25184" y="518756"/>
                </a:lnTo>
                <a:lnTo>
                  <a:pt x="45554" y="559625"/>
                </a:lnTo>
                <a:lnTo>
                  <a:pt x="70904" y="590423"/>
                </a:lnTo>
                <a:lnTo>
                  <a:pt x="133997" y="626795"/>
                </a:lnTo>
                <a:lnTo>
                  <a:pt x="209359" y="637806"/>
                </a:lnTo>
                <a:lnTo>
                  <a:pt x="250050" y="636917"/>
                </a:lnTo>
                <a:lnTo>
                  <a:pt x="291871" y="633399"/>
                </a:lnTo>
                <a:lnTo>
                  <a:pt x="334213" y="628523"/>
                </a:lnTo>
                <a:lnTo>
                  <a:pt x="334213" y="491998"/>
                </a:lnTo>
                <a:lnTo>
                  <a:pt x="301625" y="498970"/>
                </a:lnTo>
                <a:lnTo>
                  <a:pt x="259295" y="501865"/>
                </a:lnTo>
                <a:lnTo>
                  <a:pt x="216268" y="493725"/>
                </a:lnTo>
                <a:lnTo>
                  <a:pt x="181559" y="467563"/>
                </a:lnTo>
                <a:lnTo>
                  <a:pt x="164211" y="416433"/>
                </a:lnTo>
                <a:lnTo>
                  <a:pt x="161315" y="371182"/>
                </a:lnTo>
                <a:lnTo>
                  <a:pt x="160337" y="326186"/>
                </a:lnTo>
                <a:lnTo>
                  <a:pt x="161315" y="282295"/>
                </a:lnTo>
                <a:lnTo>
                  <a:pt x="164211" y="240423"/>
                </a:lnTo>
                <a:lnTo>
                  <a:pt x="181889" y="188214"/>
                </a:lnTo>
                <a:lnTo>
                  <a:pt x="216636" y="161721"/>
                </a:lnTo>
                <a:lnTo>
                  <a:pt x="259537" y="153682"/>
                </a:lnTo>
                <a:lnTo>
                  <a:pt x="301701" y="156870"/>
                </a:lnTo>
                <a:lnTo>
                  <a:pt x="334213" y="164007"/>
                </a:lnTo>
                <a:lnTo>
                  <a:pt x="334213" y="30073"/>
                </a:lnTo>
                <a:close/>
              </a:path>
              <a:path w="3402329" h="638175">
                <a:moveTo>
                  <a:pt x="741197" y="379514"/>
                </a:moveTo>
                <a:lnTo>
                  <a:pt x="736371" y="317525"/>
                </a:lnTo>
                <a:lnTo>
                  <a:pt x="726414" y="281635"/>
                </a:lnTo>
                <a:lnTo>
                  <a:pt x="722579" y="267804"/>
                </a:lnTo>
                <a:lnTo>
                  <a:pt x="700849" y="229336"/>
                </a:lnTo>
                <a:lnTo>
                  <a:pt x="672185" y="201142"/>
                </a:lnTo>
                <a:lnTo>
                  <a:pt x="637628" y="182232"/>
                </a:lnTo>
                <a:lnTo>
                  <a:pt x="598195" y="171615"/>
                </a:lnTo>
                <a:lnTo>
                  <a:pt x="594372" y="171323"/>
                </a:lnTo>
                <a:lnTo>
                  <a:pt x="594372" y="390677"/>
                </a:lnTo>
                <a:lnTo>
                  <a:pt x="594372" y="415582"/>
                </a:lnTo>
                <a:lnTo>
                  <a:pt x="592797" y="468122"/>
                </a:lnTo>
                <a:lnTo>
                  <a:pt x="586867" y="501662"/>
                </a:lnTo>
                <a:lnTo>
                  <a:pt x="574814" y="519430"/>
                </a:lnTo>
                <a:lnTo>
                  <a:pt x="554888" y="524637"/>
                </a:lnTo>
                <a:lnTo>
                  <a:pt x="534949" y="519430"/>
                </a:lnTo>
                <a:lnTo>
                  <a:pt x="522897" y="501662"/>
                </a:lnTo>
                <a:lnTo>
                  <a:pt x="516966" y="468122"/>
                </a:lnTo>
                <a:lnTo>
                  <a:pt x="515378" y="415582"/>
                </a:lnTo>
                <a:lnTo>
                  <a:pt x="515378" y="390677"/>
                </a:lnTo>
                <a:lnTo>
                  <a:pt x="516966" y="338137"/>
                </a:lnTo>
                <a:lnTo>
                  <a:pt x="522897" y="304596"/>
                </a:lnTo>
                <a:lnTo>
                  <a:pt x="534949" y="286842"/>
                </a:lnTo>
                <a:lnTo>
                  <a:pt x="554888" y="281635"/>
                </a:lnTo>
                <a:lnTo>
                  <a:pt x="574814" y="286842"/>
                </a:lnTo>
                <a:lnTo>
                  <a:pt x="586867" y="304596"/>
                </a:lnTo>
                <a:lnTo>
                  <a:pt x="592797" y="338137"/>
                </a:lnTo>
                <a:lnTo>
                  <a:pt x="594372" y="390677"/>
                </a:lnTo>
                <a:lnTo>
                  <a:pt x="594372" y="171323"/>
                </a:lnTo>
                <a:lnTo>
                  <a:pt x="554888" y="168300"/>
                </a:lnTo>
                <a:lnTo>
                  <a:pt x="511314" y="171615"/>
                </a:lnTo>
                <a:lnTo>
                  <a:pt x="471766" y="182232"/>
                </a:lnTo>
                <a:lnTo>
                  <a:pt x="437210" y="201142"/>
                </a:lnTo>
                <a:lnTo>
                  <a:pt x="408635" y="229336"/>
                </a:lnTo>
                <a:lnTo>
                  <a:pt x="387019" y="267804"/>
                </a:lnTo>
                <a:lnTo>
                  <a:pt x="373341" y="317525"/>
                </a:lnTo>
                <a:lnTo>
                  <a:pt x="368566" y="379514"/>
                </a:lnTo>
                <a:lnTo>
                  <a:pt x="368566" y="426745"/>
                </a:lnTo>
                <a:lnTo>
                  <a:pt x="373341" y="488721"/>
                </a:lnTo>
                <a:lnTo>
                  <a:pt x="387019" y="538454"/>
                </a:lnTo>
                <a:lnTo>
                  <a:pt x="408635" y="576922"/>
                </a:lnTo>
                <a:lnTo>
                  <a:pt x="437210" y="605116"/>
                </a:lnTo>
                <a:lnTo>
                  <a:pt x="471766" y="624014"/>
                </a:lnTo>
                <a:lnTo>
                  <a:pt x="511314" y="634644"/>
                </a:lnTo>
                <a:lnTo>
                  <a:pt x="554888" y="637959"/>
                </a:lnTo>
                <a:lnTo>
                  <a:pt x="598195" y="634644"/>
                </a:lnTo>
                <a:lnTo>
                  <a:pt x="637628" y="624014"/>
                </a:lnTo>
                <a:lnTo>
                  <a:pt x="672185" y="605116"/>
                </a:lnTo>
                <a:lnTo>
                  <a:pt x="700849" y="576922"/>
                </a:lnTo>
                <a:lnTo>
                  <a:pt x="722579" y="538454"/>
                </a:lnTo>
                <a:lnTo>
                  <a:pt x="736371" y="488721"/>
                </a:lnTo>
                <a:lnTo>
                  <a:pt x="741197" y="426745"/>
                </a:lnTo>
                <a:lnTo>
                  <a:pt x="741197" y="379514"/>
                </a:lnTo>
                <a:close/>
              </a:path>
              <a:path w="3402329" h="638175">
                <a:moveTo>
                  <a:pt x="1143025" y="296240"/>
                </a:moveTo>
                <a:lnTo>
                  <a:pt x="1138186" y="258127"/>
                </a:lnTo>
                <a:lnTo>
                  <a:pt x="1120381" y="216166"/>
                </a:lnTo>
                <a:lnTo>
                  <a:pt x="1084707" y="182245"/>
                </a:lnTo>
                <a:lnTo>
                  <a:pt x="1026248" y="168287"/>
                </a:lnTo>
                <a:lnTo>
                  <a:pt x="995616" y="171297"/>
                </a:lnTo>
                <a:lnTo>
                  <a:pt x="969149" y="179463"/>
                </a:lnTo>
                <a:lnTo>
                  <a:pt x="946569" y="191477"/>
                </a:lnTo>
                <a:lnTo>
                  <a:pt x="927506" y="206082"/>
                </a:lnTo>
                <a:lnTo>
                  <a:pt x="927506" y="177749"/>
                </a:lnTo>
                <a:lnTo>
                  <a:pt x="784123" y="177749"/>
                </a:lnTo>
                <a:lnTo>
                  <a:pt x="784123" y="628523"/>
                </a:lnTo>
                <a:lnTo>
                  <a:pt x="934377" y="628523"/>
                </a:lnTo>
                <a:lnTo>
                  <a:pt x="934377" y="313410"/>
                </a:lnTo>
                <a:lnTo>
                  <a:pt x="936536" y="293522"/>
                </a:lnTo>
                <a:lnTo>
                  <a:pt x="942644" y="279920"/>
                </a:lnTo>
                <a:lnTo>
                  <a:pt x="952131" y="272110"/>
                </a:lnTo>
                <a:lnTo>
                  <a:pt x="964438" y="269608"/>
                </a:lnTo>
                <a:lnTo>
                  <a:pt x="976109" y="272110"/>
                </a:lnTo>
                <a:lnTo>
                  <a:pt x="985037" y="279920"/>
                </a:lnTo>
                <a:lnTo>
                  <a:pt x="990752" y="293522"/>
                </a:lnTo>
                <a:lnTo>
                  <a:pt x="992771" y="313410"/>
                </a:lnTo>
                <a:lnTo>
                  <a:pt x="992771" y="628523"/>
                </a:lnTo>
                <a:lnTo>
                  <a:pt x="1143025" y="628523"/>
                </a:lnTo>
                <a:lnTo>
                  <a:pt x="1143025" y="296240"/>
                </a:lnTo>
                <a:close/>
              </a:path>
              <a:path w="3402329" h="638175">
                <a:moveTo>
                  <a:pt x="1446961" y="516039"/>
                </a:moveTo>
                <a:lnTo>
                  <a:pt x="1442199" y="468845"/>
                </a:lnTo>
                <a:lnTo>
                  <a:pt x="1424965" y="428891"/>
                </a:lnTo>
                <a:lnTo>
                  <a:pt x="1398549" y="392163"/>
                </a:lnTo>
                <a:lnTo>
                  <a:pt x="1366253" y="354622"/>
                </a:lnTo>
                <a:lnTo>
                  <a:pt x="1342745" y="327672"/>
                </a:lnTo>
                <a:lnTo>
                  <a:pt x="1335227" y="315861"/>
                </a:lnTo>
                <a:lnTo>
                  <a:pt x="1332763" y="303961"/>
                </a:lnTo>
                <a:lnTo>
                  <a:pt x="1334592" y="293116"/>
                </a:lnTo>
                <a:lnTo>
                  <a:pt x="1340929" y="284213"/>
                </a:lnTo>
                <a:lnTo>
                  <a:pt x="1353058" y="277876"/>
                </a:lnTo>
                <a:lnTo>
                  <a:pt x="1372260" y="274764"/>
                </a:lnTo>
                <a:lnTo>
                  <a:pt x="1390015" y="273989"/>
                </a:lnTo>
                <a:lnTo>
                  <a:pt x="1401559" y="274980"/>
                </a:lnTo>
                <a:lnTo>
                  <a:pt x="1411986" y="278866"/>
                </a:lnTo>
                <a:lnTo>
                  <a:pt x="1426349" y="286778"/>
                </a:lnTo>
                <a:lnTo>
                  <a:pt x="1426349" y="188048"/>
                </a:lnTo>
                <a:lnTo>
                  <a:pt x="1418602" y="184962"/>
                </a:lnTo>
                <a:lnTo>
                  <a:pt x="1397812" y="178181"/>
                </a:lnTo>
                <a:lnTo>
                  <a:pt x="1367675" y="171386"/>
                </a:lnTo>
                <a:lnTo>
                  <a:pt x="1331912" y="168300"/>
                </a:lnTo>
                <a:lnTo>
                  <a:pt x="1289037" y="172453"/>
                </a:lnTo>
                <a:lnTo>
                  <a:pt x="1243253" y="188048"/>
                </a:lnTo>
                <a:lnTo>
                  <a:pt x="1204887" y="219735"/>
                </a:lnTo>
                <a:lnTo>
                  <a:pt x="1184224" y="272186"/>
                </a:lnTo>
                <a:lnTo>
                  <a:pt x="1183246" y="313245"/>
                </a:lnTo>
                <a:lnTo>
                  <a:pt x="1191844" y="350748"/>
                </a:lnTo>
                <a:lnTo>
                  <a:pt x="1209941" y="385686"/>
                </a:lnTo>
                <a:lnTo>
                  <a:pt x="1237449" y="419011"/>
                </a:lnTo>
                <a:lnTo>
                  <a:pt x="1267066" y="449491"/>
                </a:lnTo>
                <a:lnTo>
                  <a:pt x="1285646" y="472249"/>
                </a:lnTo>
                <a:lnTo>
                  <a:pt x="1294091" y="490499"/>
                </a:lnTo>
                <a:lnTo>
                  <a:pt x="1293266" y="507453"/>
                </a:lnTo>
                <a:lnTo>
                  <a:pt x="1287145" y="519480"/>
                </a:lnTo>
                <a:lnTo>
                  <a:pt x="1277162" y="525805"/>
                </a:lnTo>
                <a:lnTo>
                  <a:pt x="1264285" y="528091"/>
                </a:lnTo>
                <a:lnTo>
                  <a:pt x="1226756" y="527850"/>
                </a:lnTo>
                <a:lnTo>
                  <a:pt x="1212659" y="526440"/>
                </a:lnTo>
                <a:lnTo>
                  <a:pt x="1201305" y="522630"/>
                </a:lnTo>
                <a:lnTo>
                  <a:pt x="1186802" y="515188"/>
                </a:lnTo>
                <a:lnTo>
                  <a:pt x="1186802" y="619074"/>
                </a:lnTo>
                <a:lnTo>
                  <a:pt x="1196340" y="622033"/>
                </a:lnTo>
                <a:lnTo>
                  <a:pt x="1221257" y="628523"/>
                </a:lnTo>
                <a:lnTo>
                  <a:pt x="1255991" y="635012"/>
                </a:lnTo>
                <a:lnTo>
                  <a:pt x="1294993" y="637959"/>
                </a:lnTo>
                <a:lnTo>
                  <a:pt x="1332064" y="635330"/>
                </a:lnTo>
                <a:lnTo>
                  <a:pt x="1371485" y="625208"/>
                </a:lnTo>
                <a:lnTo>
                  <a:pt x="1407566" y="604215"/>
                </a:lnTo>
                <a:lnTo>
                  <a:pt x="1434617" y="568947"/>
                </a:lnTo>
                <a:lnTo>
                  <a:pt x="1446961" y="516039"/>
                </a:lnTo>
                <a:close/>
              </a:path>
              <a:path w="3402329" h="638175">
                <a:moveTo>
                  <a:pt x="1725155" y="177749"/>
                </a:moveTo>
                <a:lnTo>
                  <a:pt x="1653019" y="177749"/>
                </a:lnTo>
                <a:lnTo>
                  <a:pt x="1653019" y="81584"/>
                </a:lnTo>
                <a:lnTo>
                  <a:pt x="1502765" y="81584"/>
                </a:lnTo>
                <a:lnTo>
                  <a:pt x="1502765" y="177749"/>
                </a:lnTo>
                <a:lnTo>
                  <a:pt x="1452118" y="177749"/>
                </a:lnTo>
                <a:lnTo>
                  <a:pt x="1452118" y="296227"/>
                </a:lnTo>
                <a:lnTo>
                  <a:pt x="1502765" y="296227"/>
                </a:lnTo>
                <a:lnTo>
                  <a:pt x="1502765" y="433603"/>
                </a:lnTo>
                <a:lnTo>
                  <a:pt x="1504975" y="500316"/>
                </a:lnTo>
                <a:lnTo>
                  <a:pt x="1512773" y="552602"/>
                </a:lnTo>
                <a:lnTo>
                  <a:pt x="1527873" y="591489"/>
                </a:lnTo>
                <a:lnTo>
                  <a:pt x="1586839" y="633133"/>
                </a:lnTo>
                <a:lnTo>
                  <a:pt x="1634134" y="637959"/>
                </a:lnTo>
                <a:lnTo>
                  <a:pt x="1659572" y="637159"/>
                </a:lnTo>
                <a:lnTo>
                  <a:pt x="1683080" y="634746"/>
                </a:lnTo>
                <a:lnTo>
                  <a:pt x="1704657" y="630720"/>
                </a:lnTo>
                <a:lnTo>
                  <a:pt x="1724291" y="625094"/>
                </a:lnTo>
                <a:lnTo>
                  <a:pt x="1724291" y="508304"/>
                </a:lnTo>
                <a:lnTo>
                  <a:pt x="1690331" y="513346"/>
                </a:lnTo>
                <a:lnTo>
                  <a:pt x="1668373" y="510565"/>
                </a:lnTo>
                <a:lnTo>
                  <a:pt x="1656549" y="498284"/>
                </a:lnTo>
                <a:lnTo>
                  <a:pt x="1653019" y="474827"/>
                </a:lnTo>
                <a:lnTo>
                  <a:pt x="1653019" y="296227"/>
                </a:lnTo>
                <a:lnTo>
                  <a:pt x="1725155" y="296227"/>
                </a:lnTo>
                <a:lnTo>
                  <a:pt x="1725155" y="177749"/>
                </a:lnTo>
                <a:close/>
              </a:path>
              <a:path w="3402329" h="638175">
                <a:moveTo>
                  <a:pt x="2094357" y="364058"/>
                </a:moveTo>
                <a:lnTo>
                  <a:pt x="2094230" y="304444"/>
                </a:lnTo>
                <a:lnTo>
                  <a:pt x="2080590" y="243230"/>
                </a:lnTo>
                <a:lnTo>
                  <a:pt x="2055774" y="207264"/>
                </a:lnTo>
                <a:lnTo>
                  <a:pt x="2012251" y="179451"/>
                </a:lnTo>
                <a:lnTo>
                  <a:pt x="1944941" y="168300"/>
                </a:lnTo>
                <a:lnTo>
                  <a:pt x="1889379" y="168744"/>
                </a:lnTo>
                <a:lnTo>
                  <a:pt x="1854581" y="171843"/>
                </a:lnTo>
                <a:lnTo>
                  <a:pt x="1825891" y="180251"/>
                </a:lnTo>
                <a:lnTo>
                  <a:pt x="1788680" y="196634"/>
                </a:lnTo>
                <a:lnTo>
                  <a:pt x="1788680" y="307390"/>
                </a:lnTo>
                <a:lnTo>
                  <a:pt x="1796796" y="304444"/>
                </a:lnTo>
                <a:lnTo>
                  <a:pt x="1818195" y="297954"/>
                </a:lnTo>
                <a:lnTo>
                  <a:pt x="1848446" y="291452"/>
                </a:lnTo>
                <a:lnTo>
                  <a:pt x="1883130" y="288505"/>
                </a:lnTo>
                <a:lnTo>
                  <a:pt x="1915248" y="292519"/>
                </a:lnTo>
                <a:lnTo>
                  <a:pt x="1934006" y="302564"/>
                </a:lnTo>
                <a:lnTo>
                  <a:pt x="1942769" y="315671"/>
                </a:lnTo>
                <a:lnTo>
                  <a:pt x="1944941" y="328853"/>
                </a:lnTo>
                <a:lnTo>
                  <a:pt x="1944941" y="364058"/>
                </a:lnTo>
                <a:lnTo>
                  <a:pt x="1944941" y="444766"/>
                </a:lnTo>
                <a:lnTo>
                  <a:pt x="1944941" y="494576"/>
                </a:lnTo>
                <a:lnTo>
                  <a:pt x="1942998" y="510692"/>
                </a:lnTo>
                <a:lnTo>
                  <a:pt x="1937118" y="523659"/>
                </a:lnTo>
                <a:lnTo>
                  <a:pt x="1927199" y="532612"/>
                </a:lnTo>
                <a:lnTo>
                  <a:pt x="1913178" y="536638"/>
                </a:lnTo>
                <a:lnTo>
                  <a:pt x="1893328" y="532638"/>
                </a:lnTo>
                <a:lnTo>
                  <a:pt x="1881200" y="520014"/>
                </a:lnTo>
                <a:lnTo>
                  <a:pt x="1876475" y="501751"/>
                </a:lnTo>
                <a:lnTo>
                  <a:pt x="1878838" y="480834"/>
                </a:lnTo>
                <a:lnTo>
                  <a:pt x="1888083" y="465061"/>
                </a:lnTo>
                <a:lnTo>
                  <a:pt x="1903844" y="453783"/>
                </a:lnTo>
                <a:lnTo>
                  <a:pt x="1923630" y="447027"/>
                </a:lnTo>
                <a:lnTo>
                  <a:pt x="1944941" y="444766"/>
                </a:lnTo>
                <a:lnTo>
                  <a:pt x="1944941" y="364058"/>
                </a:lnTo>
                <a:lnTo>
                  <a:pt x="1867674" y="368033"/>
                </a:lnTo>
                <a:lnTo>
                  <a:pt x="1823491" y="380606"/>
                </a:lnTo>
                <a:lnTo>
                  <a:pt x="1785239" y="403555"/>
                </a:lnTo>
                <a:lnTo>
                  <a:pt x="1752219" y="463727"/>
                </a:lnTo>
                <a:lnTo>
                  <a:pt x="1747367" y="502259"/>
                </a:lnTo>
                <a:lnTo>
                  <a:pt x="1750898" y="541693"/>
                </a:lnTo>
                <a:lnTo>
                  <a:pt x="1763293" y="578510"/>
                </a:lnTo>
                <a:lnTo>
                  <a:pt x="1784997" y="609180"/>
                </a:lnTo>
                <a:lnTo>
                  <a:pt x="1816493" y="630174"/>
                </a:lnTo>
                <a:lnTo>
                  <a:pt x="1858225" y="637959"/>
                </a:lnTo>
                <a:lnTo>
                  <a:pt x="1885784" y="635076"/>
                </a:lnTo>
                <a:lnTo>
                  <a:pt x="1909318" y="627126"/>
                </a:lnTo>
                <a:lnTo>
                  <a:pt x="1928977" y="615149"/>
                </a:lnTo>
                <a:lnTo>
                  <a:pt x="1944941" y="600176"/>
                </a:lnTo>
                <a:lnTo>
                  <a:pt x="1944941" y="628523"/>
                </a:lnTo>
                <a:lnTo>
                  <a:pt x="2094357" y="628523"/>
                </a:lnTo>
                <a:lnTo>
                  <a:pt x="2094357" y="600176"/>
                </a:lnTo>
                <a:lnTo>
                  <a:pt x="2094357" y="536638"/>
                </a:lnTo>
                <a:lnTo>
                  <a:pt x="2094357" y="444766"/>
                </a:lnTo>
                <a:lnTo>
                  <a:pt x="2094357" y="364058"/>
                </a:lnTo>
                <a:close/>
              </a:path>
              <a:path w="3402329" h="638175">
                <a:moveTo>
                  <a:pt x="2496172" y="296240"/>
                </a:moveTo>
                <a:lnTo>
                  <a:pt x="2491333" y="258127"/>
                </a:lnTo>
                <a:lnTo>
                  <a:pt x="2473528" y="216166"/>
                </a:lnTo>
                <a:lnTo>
                  <a:pt x="2437854" y="182245"/>
                </a:lnTo>
                <a:lnTo>
                  <a:pt x="2379395" y="168287"/>
                </a:lnTo>
                <a:lnTo>
                  <a:pt x="2348763" y="171297"/>
                </a:lnTo>
                <a:lnTo>
                  <a:pt x="2322296" y="179463"/>
                </a:lnTo>
                <a:lnTo>
                  <a:pt x="2299716" y="191477"/>
                </a:lnTo>
                <a:lnTo>
                  <a:pt x="2280666" y="206082"/>
                </a:lnTo>
                <a:lnTo>
                  <a:pt x="2280666" y="177749"/>
                </a:lnTo>
                <a:lnTo>
                  <a:pt x="2137270" y="177749"/>
                </a:lnTo>
                <a:lnTo>
                  <a:pt x="2137270" y="628523"/>
                </a:lnTo>
                <a:lnTo>
                  <a:pt x="2287524" y="628523"/>
                </a:lnTo>
                <a:lnTo>
                  <a:pt x="2287524" y="313410"/>
                </a:lnTo>
                <a:lnTo>
                  <a:pt x="2289683" y="293522"/>
                </a:lnTo>
                <a:lnTo>
                  <a:pt x="2295791" y="279920"/>
                </a:lnTo>
                <a:lnTo>
                  <a:pt x="2305278" y="272110"/>
                </a:lnTo>
                <a:lnTo>
                  <a:pt x="2317585" y="269608"/>
                </a:lnTo>
                <a:lnTo>
                  <a:pt x="2329256" y="272110"/>
                </a:lnTo>
                <a:lnTo>
                  <a:pt x="2338184" y="279920"/>
                </a:lnTo>
                <a:lnTo>
                  <a:pt x="2343899" y="293522"/>
                </a:lnTo>
                <a:lnTo>
                  <a:pt x="2345918" y="313410"/>
                </a:lnTo>
                <a:lnTo>
                  <a:pt x="2345918" y="628523"/>
                </a:lnTo>
                <a:lnTo>
                  <a:pt x="2496172" y="628523"/>
                </a:lnTo>
                <a:lnTo>
                  <a:pt x="2496172" y="296240"/>
                </a:lnTo>
                <a:close/>
              </a:path>
              <a:path w="3402329" h="638175">
                <a:moveTo>
                  <a:pt x="2826728" y="182041"/>
                </a:moveTo>
                <a:lnTo>
                  <a:pt x="2808084" y="176022"/>
                </a:lnTo>
                <a:lnTo>
                  <a:pt x="2790228" y="171945"/>
                </a:lnTo>
                <a:lnTo>
                  <a:pt x="2770454" y="169481"/>
                </a:lnTo>
                <a:lnTo>
                  <a:pt x="2746019" y="168300"/>
                </a:lnTo>
                <a:lnTo>
                  <a:pt x="2711056" y="169633"/>
                </a:lnTo>
                <a:lnTo>
                  <a:pt x="2639568" y="187782"/>
                </a:lnTo>
                <a:lnTo>
                  <a:pt x="2606598" y="207048"/>
                </a:lnTo>
                <a:lnTo>
                  <a:pt x="2577858" y="234708"/>
                </a:lnTo>
                <a:lnTo>
                  <a:pt x="2555113" y="272021"/>
                </a:lnTo>
                <a:lnTo>
                  <a:pt x="2540165" y="320167"/>
                </a:lnTo>
                <a:lnTo>
                  <a:pt x="2534793" y="380377"/>
                </a:lnTo>
                <a:lnTo>
                  <a:pt x="2534793" y="426745"/>
                </a:lnTo>
                <a:lnTo>
                  <a:pt x="2540165" y="486918"/>
                </a:lnTo>
                <a:lnTo>
                  <a:pt x="2555113" y="534962"/>
                </a:lnTo>
                <a:lnTo>
                  <a:pt x="2577858" y="572135"/>
                </a:lnTo>
                <a:lnTo>
                  <a:pt x="2606598" y="599643"/>
                </a:lnTo>
                <a:lnTo>
                  <a:pt x="2639568" y="618744"/>
                </a:lnTo>
                <a:lnTo>
                  <a:pt x="2711056" y="636663"/>
                </a:lnTo>
                <a:lnTo>
                  <a:pt x="2746019" y="637959"/>
                </a:lnTo>
                <a:lnTo>
                  <a:pt x="2770454" y="637273"/>
                </a:lnTo>
                <a:lnTo>
                  <a:pt x="2790228" y="635063"/>
                </a:lnTo>
                <a:lnTo>
                  <a:pt x="2808084" y="631088"/>
                </a:lnTo>
                <a:lnTo>
                  <a:pt x="2826728" y="625094"/>
                </a:lnTo>
                <a:lnTo>
                  <a:pt x="2826728" y="504875"/>
                </a:lnTo>
                <a:lnTo>
                  <a:pt x="2810522" y="509524"/>
                </a:lnTo>
                <a:lnTo>
                  <a:pt x="2796248" y="513041"/>
                </a:lnTo>
                <a:lnTo>
                  <a:pt x="2781325" y="515264"/>
                </a:lnTo>
                <a:lnTo>
                  <a:pt x="2763189" y="516051"/>
                </a:lnTo>
                <a:lnTo>
                  <a:pt x="2732951" y="510971"/>
                </a:lnTo>
                <a:lnTo>
                  <a:pt x="2709951" y="494144"/>
                </a:lnTo>
                <a:lnTo>
                  <a:pt x="2695333" y="463156"/>
                </a:lnTo>
                <a:lnTo>
                  <a:pt x="2690215" y="415582"/>
                </a:lnTo>
                <a:lnTo>
                  <a:pt x="2690215" y="391541"/>
                </a:lnTo>
                <a:lnTo>
                  <a:pt x="2695333" y="343471"/>
                </a:lnTo>
                <a:lnTo>
                  <a:pt x="2709951" y="312216"/>
                </a:lnTo>
                <a:lnTo>
                  <a:pt x="2732951" y="295300"/>
                </a:lnTo>
                <a:lnTo>
                  <a:pt x="2763189" y="290220"/>
                </a:lnTo>
                <a:lnTo>
                  <a:pt x="2781325" y="290995"/>
                </a:lnTo>
                <a:lnTo>
                  <a:pt x="2796248" y="293230"/>
                </a:lnTo>
                <a:lnTo>
                  <a:pt x="2810522" y="296748"/>
                </a:lnTo>
                <a:lnTo>
                  <a:pt x="2826728" y="301396"/>
                </a:lnTo>
                <a:lnTo>
                  <a:pt x="2826728" y="182041"/>
                </a:lnTo>
                <a:close/>
              </a:path>
              <a:path w="3402329" h="638175">
                <a:moveTo>
                  <a:pt x="3019907" y="75577"/>
                </a:moveTo>
                <a:lnTo>
                  <a:pt x="3014027" y="46380"/>
                </a:lnTo>
                <a:lnTo>
                  <a:pt x="2998012" y="22326"/>
                </a:lnTo>
                <a:lnTo>
                  <a:pt x="2974263" y="6019"/>
                </a:lnTo>
                <a:lnTo>
                  <a:pt x="2945206" y="0"/>
                </a:lnTo>
                <a:lnTo>
                  <a:pt x="2916009" y="6019"/>
                </a:lnTo>
                <a:lnTo>
                  <a:pt x="2891967" y="22326"/>
                </a:lnTo>
                <a:lnTo>
                  <a:pt x="2875661" y="46380"/>
                </a:lnTo>
                <a:lnTo>
                  <a:pt x="2869654" y="75577"/>
                </a:lnTo>
                <a:lnTo>
                  <a:pt x="2875661" y="104622"/>
                </a:lnTo>
                <a:lnTo>
                  <a:pt x="2891967" y="128371"/>
                </a:lnTo>
                <a:lnTo>
                  <a:pt x="2916009" y="144386"/>
                </a:lnTo>
                <a:lnTo>
                  <a:pt x="2945206" y="150266"/>
                </a:lnTo>
                <a:lnTo>
                  <a:pt x="2974263" y="144386"/>
                </a:lnTo>
                <a:lnTo>
                  <a:pt x="2998012" y="128371"/>
                </a:lnTo>
                <a:lnTo>
                  <a:pt x="3014027" y="104622"/>
                </a:lnTo>
                <a:lnTo>
                  <a:pt x="3019907" y="75577"/>
                </a:lnTo>
                <a:close/>
              </a:path>
              <a:path w="3402329" h="638175">
                <a:moveTo>
                  <a:pt x="3019920" y="177736"/>
                </a:moveTo>
                <a:lnTo>
                  <a:pt x="2869654" y="177736"/>
                </a:lnTo>
                <a:lnTo>
                  <a:pt x="2869654" y="628523"/>
                </a:lnTo>
                <a:lnTo>
                  <a:pt x="3019920" y="628523"/>
                </a:lnTo>
                <a:lnTo>
                  <a:pt x="3019920" y="177736"/>
                </a:lnTo>
                <a:close/>
              </a:path>
              <a:path w="3402329" h="638175">
                <a:moveTo>
                  <a:pt x="3401987" y="364058"/>
                </a:moveTo>
                <a:lnTo>
                  <a:pt x="3401872" y="304444"/>
                </a:lnTo>
                <a:lnTo>
                  <a:pt x="3400323" y="288505"/>
                </a:lnTo>
                <a:lnTo>
                  <a:pt x="3399396" y="278866"/>
                </a:lnTo>
                <a:lnTo>
                  <a:pt x="3388220" y="243230"/>
                </a:lnTo>
                <a:lnTo>
                  <a:pt x="3363404" y="207264"/>
                </a:lnTo>
                <a:lnTo>
                  <a:pt x="3319881" y="179451"/>
                </a:lnTo>
                <a:lnTo>
                  <a:pt x="3252584" y="168300"/>
                </a:lnTo>
                <a:lnTo>
                  <a:pt x="3197009" y="168744"/>
                </a:lnTo>
                <a:lnTo>
                  <a:pt x="3162211" y="171843"/>
                </a:lnTo>
                <a:lnTo>
                  <a:pt x="3133521" y="180251"/>
                </a:lnTo>
                <a:lnTo>
                  <a:pt x="3096310" y="196634"/>
                </a:lnTo>
                <a:lnTo>
                  <a:pt x="3096310" y="307390"/>
                </a:lnTo>
                <a:lnTo>
                  <a:pt x="3104426" y="304444"/>
                </a:lnTo>
                <a:lnTo>
                  <a:pt x="3125825" y="297954"/>
                </a:lnTo>
                <a:lnTo>
                  <a:pt x="3156089" y="291452"/>
                </a:lnTo>
                <a:lnTo>
                  <a:pt x="3190773" y="288505"/>
                </a:lnTo>
                <a:lnTo>
                  <a:pt x="3222891" y="292519"/>
                </a:lnTo>
                <a:lnTo>
                  <a:pt x="3241637" y="302564"/>
                </a:lnTo>
                <a:lnTo>
                  <a:pt x="3250412" y="315671"/>
                </a:lnTo>
                <a:lnTo>
                  <a:pt x="3252584" y="328853"/>
                </a:lnTo>
                <a:lnTo>
                  <a:pt x="3252584" y="364058"/>
                </a:lnTo>
                <a:lnTo>
                  <a:pt x="3252584" y="444766"/>
                </a:lnTo>
                <a:lnTo>
                  <a:pt x="3252584" y="494576"/>
                </a:lnTo>
                <a:lnTo>
                  <a:pt x="3250641" y="510692"/>
                </a:lnTo>
                <a:lnTo>
                  <a:pt x="3244748" y="523659"/>
                </a:lnTo>
                <a:lnTo>
                  <a:pt x="3234829" y="532612"/>
                </a:lnTo>
                <a:lnTo>
                  <a:pt x="3220809" y="536638"/>
                </a:lnTo>
                <a:lnTo>
                  <a:pt x="3200958" y="532638"/>
                </a:lnTo>
                <a:lnTo>
                  <a:pt x="3188830" y="520014"/>
                </a:lnTo>
                <a:lnTo>
                  <a:pt x="3184106" y="501751"/>
                </a:lnTo>
                <a:lnTo>
                  <a:pt x="3186480" y="480834"/>
                </a:lnTo>
                <a:lnTo>
                  <a:pt x="3195713" y="465061"/>
                </a:lnTo>
                <a:lnTo>
                  <a:pt x="3211474" y="453783"/>
                </a:lnTo>
                <a:lnTo>
                  <a:pt x="3231261" y="447027"/>
                </a:lnTo>
                <a:lnTo>
                  <a:pt x="3252584" y="444766"/>
                </a:lnTo>
                <a:lnTo>
                  <a:pt x="3252584" y="364058"/>
                </a:lnTo>
                <a:lnTo>
                  <a:pt x="3175317" y="368033"/>
                </a:lnTo>
                <a:lnTo>
                  <a:pt x="3131121" y="380606"/>
                </a:lnTo>
                <a:lnTo>
                  <a:pt x="3092881" y="403555"/>
                </a:lnTo>
                <a:lnTo>
                  <a:pt x="3059849" y="463727"/>
                </a:lnTo>
                <a:lnTo>
                  <a:pt x="3054997" y="502259"/>
                </a:lnTo>
                <a:lnTo>
                  <a:pt x="3058528" y="541693"/>
                </a:lnTo>
                <a:lnTo>
                  <a:pt x="3070923" y="578510"/>
                </a:lnTo>
                <a:lnTo>
                  <a:pt x="3092640" y="609180"/>
                </a:lnTo>
                <a:lnTo>
                  <a:pt x="3124123" y="630174"/>
                </a:lnTo>
                <a:lnTo>
                  <a:pt x="3165856" y="637959"/>
                </a:lnTo>
                <a:lnTo>
                  <a:pt x="3193415" y="635076"/>
                </a:lnTo>
                <a:lnTo>
                  <a:pt x="3216948" y="627126"/>
                </a:lnTo>
                <a:lnTo>
                  <a:pt x="3236620" y="615149"/>
                </a:lnTo>
                <a:lnTo>
                  <a:pt x="3252584" y="600176"/>
                </a:lnTo>
                <a:lnTo>
                  <a:pt x="3252584" y="628523"/>
                </a:lnTo>
                <a:lnTo>
                  <a:pt x="3401987" y="628523"/>
                </a:lnTo>
                <a:lnTo>
                  <a:pt x="3401987" y="600176"/>
                </a:lnTo>
                <a:lnTo>
                  <a:pt x="3401987" y="536638"/>
                </a:lnTo>
                <a:lnTo>
                  <a:pt x="3401987" y="444766"/>
                </a:lnTo>
                <a:lnTo>
                  <a:pt x="3401987" y="364058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10">
            <a:extLst>
              <a:ext uri="{FF2B5EF4-FFF2-40B4-BE49-F238E27FC236}">
                <a16:creationId xmlns:a16="http://schemas.microsoft.com/office/drawing/2014/main" id="{8149DC5E-323B-488C-33AF-F3F3A55F1E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121847" y="7614851"/>
            <a:ext cx="2972435" cy="619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CO" b="1" spc="-420" dirty="0">
                <a:solidFill>
                  <a:srgbClr val="1D1D1B"/>
                </a:solidFill>
                <a:latin typeface="Trebuchet MS"/>
                <a:cs typeface="Trebuchet MS"/>
              </a:rPr>
              <a:t>en</a:t>
            </a:r>
            <a:r>
              <a:rPr b="1" spc="-204" dirty="0">
                <a:solidFill>
                  <a:srgbClr val="1D1D1B"/>
                </a:solidFill>
                <a:latin typeface="Trebuchet MS"/>
                <a:cs typeface="Trebuchet MS"/>
              </a:rPr>
              <a:t> </a:t>
            </a:r>
            <a:r>
              <a:rPr lang="es-CO" b="1" spc="-290" dirty="0">
                <a:solidFill>
                  <a:srgbClr val="1D1D1B"/>
                </a:solidFill>
                <a:latin typeface="Trebuchet MS"/>
                <a:cs typeface="Trebuchet MS"/>
              </a:rPr>
              <a:t>el</a:t>
            </a:r>
            <a:r>
              <a:rPr b="1" spc="-204" dirty="0">
                <a:solidFill>
                  <a:srgbClr val="1D1D1B"/>
                </a:solidFill>
                <a:latin typeface="Trebuchet MS"/>
                <a:cs typeface="Trebuchet MS"/>
              </a:rPr>
              <a:t> </a:t>
            </a:r>
            <a:r>
              <a:rPr lang="es-CO" b="1" spc="-265" dirty="0">
                <a:solidFill>
                  <a:srgbClr val="1D1D1B"/>
                </a:solidFill>
                <a:latin typeface="Trebuchet MS"/>
                <a:cs typeface="Trebuchet MS"/>
              </a:rPr>
              <a:t>servicio</a:t>
            </a:r>
            <a:endParaRPr lang="es-CO" b="1" spc="-385" dirty="0">
              <a:solidFill>
                <a:srgbClr val="1D1D1B"/>
              </a:solidFill>
              <a:latin typeface="Trebuchet MS"/>
              <a:cs typeface="Trebuchet MS"/>
            </a:endParaRPr>
          </a:p>
        </p:txBody>
      </p:sp>
      <p:pic>
        <p:nvPicPr>
          <p:cNvPr id="41" name="object 19">
            <a:extLst>
              <a:ext uri="{FF2B5EF4-FFF2-40B4-BE49-F238E27FC236}">
                <a16:creationId xmlns:a16="http://schemas.microsoft.com/office/drawing/2014/main" id="{70E02B1B-CFBF-5AC3-84AA-C346D6E8041F}"/>
              </a:ext>
            </a:extLst>
          </p:cNvPr>
          <p:cNvPicPr/>
          <p:nvPr/>
        </p:nvPicPr>
        <p:blipFill rotWithShape="1">
          <a:blip r:embed="rId3" cstate="print"/>
          <a:srcRect l="9163" t="4143" r="17427" b="68782"/>
          <a:stretch/>
        </p:blipFill>
        <p:spPr>
          <a:xfrm>
            <a:off x="7330779" y="6902511"/>
            <a:ext cx="5922033" cy="14805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510145" cy="11308715"/>
            <a:chOff x="0" y="0"/>
            <a:chExt cx="7510145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959600" cy="11308715"/>
            </a:xfrm>
            <a:custGeom>
              <a:avLst/>
              <a:gdLst/>
              <a:ahLst/>
              <a:cxnLst/>
              <a:rect l="l" t="t" r="r" b="b"/>
              <a:pathLst>
                <a:path w="6959600" h="11308715">
                  <a:moveTo>
                    <a:pt x="0" y="11308556"/>
                  </a:moveTo>
                  <a:lnTo>
                    <a:pt x="6959191" y="11308556"/>
                  </a:lnTo>
                  <a:lnTo>
                    <a:pt x="6959191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99B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59191" y="0"/>
              <a:ext cx="551180" cy="11308715"/>
            </a:xfrm>
            <a:custGeom>
              <a:avLst/>
              <a:gdLst/>
              <a:ahLst/>
              <a:cxnLst/>
              <a:rect l="l" t="t" r="r" b="b"/>
              <a:pathLst>
                <a:path w="551179" h="11308715">
                  <a:moveTo>
                    <a:pt x="550663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550663" y="11308556"/>
                  </a:lnTo>
                  <a:lnTo>
                    <a:pt x="550663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434457" y="6218291"/>
            <a:ext cx="607695" cy="1125220"/>
          </a:xfrm>
          <a:custGeom>
            <a:avLst/>
            <a:gdLst/>
            <a:ahLst/>
            <a:cxnLst/>
            <a:rect l="l" t="t" r="r" b="b"/>
            <a:pathLst>
              <a:path w="607695" h="1125220">
                <a:moveTo>
                  <a:pt x="413025" y="0"/>
                </a:moveTo>
                <a:lnTo>
                  <a:pt x="338639" y="2114"/>
                </a:lnTo>
                <a:lnTo>
                  <a:pt x="268158" y="13909"/>
                </a:lnTo>
                <a:lnTo>
                  <a:pt x="202941" y="37881"/>
                </a:lnTo>
                <a:lnTo>
                  <a:pt x="144346" y="76531"/>
                </a:lnTo>
                <a:lnTo>
                  <a:pt x="93734" y="132357"/>
                </a:lnTo>
                <a:lnTo>
                  <a:pt x="71845" y="167491"/>
                </a:lnTo>
                <a:lnTo>
                  <a:pt x="52461" y="207857"/>
                </a:lnTo>
                <a:lnTo>
                  <a:pt x="35751" y="253766"/>
                </a:lnTo>
                <a:lnTo>
                  <a:pt x="21886" y="305530"/>
                </a:lnTo>
                <a:lnTo>
                  <a:pt x="11036" y="363462"/>
                </a:lnTo>
                <a:lnTo>
                  <a:pt x="3369" y="427875"/>
                </a:lnTo>
                <a:lnTo>
                  <a:pt x="1123" y="471360"/>
                </a:lnTo>
                <a:lnTo>
                  <a:pt x="0" y="527501"/>
                </a:lnTo>
                <a:lnTo>
                  <a:pt x="0" y="588734"/>
                </a:lnTo>
                <a:lnTo>
                  <a:pt x="1123" y="647496"/>
                </a:lnTo>
                <a:lnTo>
                  <a:pt x="3369" y="696223"/>
                </a:lnTo>
                <a:lnTo>
                  <a:pt x="9964" y="760818"/>
                </a:lnTo>
                <a:lnTo>
                  <a:pt x="19832" y="818861"/>
                </a:lnTo>
                <a:lnTo>
                  <a:pt x="32804" y="870674"/>
                </a:lnTo>
                <a:lnTo>
                  <a:pt x="48715" y="916583"/>
                </a:lnTo>
                <a:lnTo>
                  <a:pt x="67397" y="956913"/>
                </a:lnTo>
                <a:lnTo>
                  <a:pt x="88685" y="991987"/>
                </a:lnTo>
                <a:lnTo>
                  <a:pt x="112410" y="1022131"/>
                </a:lnTo>
                <a:lnTo>
                  <a:pt x="166508" y="1068923"/>
                </a:lnTo>
                <a:lnTo>
                  <a:pt x="228357" y="1099886"/>
                </a:lnTo>
                <a:lnTo>
                  <a:pt x="296623" y="1117615"/>
                </a:lnTo>
                <a:lnTo>
                  <a:pt x="369970" y="1124705"/>
                </a:lnTo>
                <a:lnTo>
                  <a:pt x="408133" y="1125073"/>
                </a:lnTo>
                <a:lnTo>
                  <a:pt x="447066" y="1123754"/>
                </a:lnTo>
                <a:lnTo>
                  <a:pt x="486602" y="1121073"/>
                </a:lnTo>
                <a:lnTo>
                  <a:pt x="526575" y="1117355"/>
                </a:lnTo>
                <a:lnTo>
                  <a:pt x="566817" y="1112925"/>
                </a:lnTo>
                <a:lnTo>
                  <a:pt x="607163" y="1108106"/>
                </a:lnTo>
                <a:lnTo>
                  <a:pt x="607163" y="860040"/>
                </a:lnTo>
                <a:lnTo>
                  <a:pt x="580779" y="866516"/>
                </a:lnTo>
                <a:lnTo>
                  <a:pt x="547926" y="872721"/>
                </a:lnTo>
                <a:lnTo>
                  <a:pt x="510656" y="877072"/>
                </a:lnTo>
                <a:lnTo>
                  <a:pt x="471017" y="877988"/>
                </a:lnTo>
                <a:lnTo>
                  <a:pt x="431059" y="873887"/>
                </a:lnTo>
                <a:lnTo>
                  <a:pt x="392834" y="863185"/>
                </a:lnTo>
                <a:lnTo>
                  <a:pt x="358390" y="844303"/>
                </a:lnTo>
                <a:lnTo>
                  <a:pt x="329778" y="815657"/>
                </a:lnTo>
                <a:lnTo>
                  <a:pt x="309048" y="775665"/>
                </a:lnTo>
                <a:lnTo>
                  <a:pt x="298251" y="722746"/>
                </a:lnTo>
                <a:lnTo>
                  <a:pt x="294350" y="667959"/>
                </a:lnTo>
                <a:lnTo>
                  <a:pt x="292010" y="613128"/>
                </a:lnTo>
                <a:lnTo>
                  <a:pt x="291230" y="558730"/>
                </a:lnTo>
                <a:lnTo>
                  <a:pt x="292010" y="505243"/>
                </a:lnTo>
                <a:lnTo>
                  <a:pt x="294350" y="453145"/>
                </a:lnTo>
                <a:lnTo>
                  <a:pt x="298251" y="402913"/>
                </a:lnTo>
                <a:lnTo>
                  <a:pt x="309428" y="348810"/>
                </a:lnTo>
                <a:lnTo>
                  <a:pt x="330377" y="308038"/>
                </a:lnTo>
                <a:lnTo>
                  <a:pt x="359078" y="278950"/>
                </a:lnTo>
                <a:lnTo>
                  <a:pt x="393508" y="259897"/>
                </a:lnTo>
                <a:lnTo>
                  <a:pt x="431644" y="249231"/>
                </a:lnTo>
                <a:lnTo>
                  <a:pt x="471466" y="245306"/>
                </a:lnTo>
                <a:lnTo>
                  <a:pt x="510951" y="246473"/>
                </a:lnTo>
                <a:lnTo>
                  <a:pt x="548076" y="251084"/>
                </a:lnTo>
                <a:lnTo>
                  <a:pt x="580821" y="257491"/>
                </a:lnTo>
                <a:lnTo>
                  <a:pt x="607163" y="264048"/>
                </a:lnTo>
                <a:lnTo>
                  <a:pt x="607163" y="20663"/>
                </a:lnTo>
                <a:lnTo>
                  <a:pt x="568081" y="14814"/>
                </a:lnTo>
                <a:lnTo>
                  <a:pt x="528956" y="9510"/>
                </a:lnTo>
                <a:lnTo>
                  <a:pt x="489959" y="5065"/>
                </a:lnTo>
                <a:lnTo>
                  <a:pt x="451259" y="1791"/>
                </a:lnTo>
                <a:lnTo>
                  <a:pt x="413025" y="0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96204" y="6234281"/>
            <a:ext cx="822325" cy="1092200"/>
          </a:xfrm>
          <a:custGeom>
            <a:avLst/>
            <a:gdLst/>
            <a:ahLst/>
            <a:cxnLst/>
            <a:rect l="l" t="t" r="r" b="b"/>
            <a:pathLst>
              <a:path w="822325" h="1092200">
                <a:moveTo>
                  <a:pt x="594432" y="0"/>
                </a:moveTo>
                <a:lnTo>
                  <a:pt x="226233" y="0"/>
                </a:lnTo>
                <a:lnTo>
                  <a:pt x="0" y="1092123"/>
                </a:lnTo>
                <a:lnTo>
                  <a:pt x="288640" y="1092123"/>
                </a:lnTo>
                <a:lnTo>
                  <a:pt x="321403" y="904904"/>
                </a:lnTo>
                <a:lnTo>
                  <a:pt x="783176" y="904904"/>
                </a:lnTo>
                <a:lnTo>
                  <a:pt x="733385" y="666189"/>
                </a:lnTo>
                <a:lnTo>
                  <a:pt x="361968" y="666189"/>
                </a:lnTo>
                <a:lnTo>
                  <a:pt x="410333" y="310472"/>
                </a:lnTo>
                <a:lnTo>
                  <a:pt x="659190" y="310472"/>
                </a:lnTo>
                <a:lnTo>
                  <a:pt x="594432" y="0"/>
                </a:lnTo>
                <a:close/>
              </a:path>
              <a:path w="822325" h="1092200">
                <a:moveTo>
                  <a:pt x="783176" y="904904"/>
                </a:moveTo>
                <a:lnTo>
                  <a:pt x="500822" y="904904"/>
                </a:lnTo>
                <a:lnTo>
                  <a:pt x="533585" y="1092123"/>
                </a:lnTo>
                <a:lnTo>
                  <a:pt x="822226" y="1092123"/>
                </a:lnTo>
                <a:lnTo>
                  <a:pt x="783176" y="904904"/>
                </a:lnTo>
                <a:close/>
              </a:path>
              <a:path w="822325" h="1092200">
                <a:moveTo>
                  <a:pt x="659190" y="310472"/>
                </a:moveTo>
                <a:lnTo>
                  <a:pt x="410333" y="310472"/>
                </a:lnTo>
                <a:lnTo>
                  <a:pt x="458698" y="666189"/>
                </a:lnTo>
                <a:lnTo>
                  <a:pt x="733385" y="666189"/>
                </a:lnTo>
                <a:lnTo>
                  <a:pt x="659190" y="310472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856000" y="5870758"/>
            <a:ext cx="1432560" cy="1456055"/>
          </a:xfrm>
          <a:custGeom>
            <a:avLst/>
            <a:gdLst/>
            <a:ahLst/>
            <a:cxnLst/>
            <a:rect l="l" t="t" r="r" b="b"/>
            <a:pathLst>
              <a:path w="1432559" h="1456054">
                <a:moveTo>
                  <a:pt x="672452" y="363474"/>
                </a:moveTo>
                <a:lnTo>
                  <a:pt x="0" y="363474"/>
                </a:lnTo>
                <a:lnTo>
                  <a:pt x="0" y="602234"/>
                </a:lnTo>
                <a:lnTo>
                  <a:pt x="191909" y="602234"/>
                </a:lnTo>
                <a:lnTo>
                  <a:pt x="191909" y="1455674"/>
                </a:lnTo>
                <a:lnTo>
                  <a:pt x="480542" y="1455674"/>
                </a:lnTo>
                <a:lnTo>
                  <a:pt x="480542" y="602234"/>
                </a:lnTo>
                <a:lnTo>
                  <a:pt x="672452" y="602234"/>
                </a:lnTo>
                <a:lnTo>
                  <a:pt x="672452" y="363474"/>
                </a:lnTo>
                <a:close/>
              </a:path>
              <a:path w="1432559" h="1456054">
                <a:moveTo>
                  <a:pt x="1204468" y="0"/>
                </a:moveTo>
                <a:lnTo>
                  <a:pt x="970432" y="0"/>
                </a:lnTo>
                <a:lnTo>
                  <a:pt x="931443" y="285521"/>
                </a:lnTo>
                <a:lnTo>
                  <a:pt x="1109306" y="285521"/>
                </a:lnTo>
                <a:lnTo>
                  <a:pt x="1204468" y="0"/>
                </a:lnTo>
                <a:close/>
              </a:path>
              <a:path w="1432559" h="1456054">
                <a:moveTo>
                  <a:pt x="1432267" y="1455648"/>
                </a:moveTo>
                <a:lnTo>
                  <a:pt x="1393215" y="1268437"/>
                </a:lnTo>
                <a:lnTo>
                  <a:pt x="1343418" y="1029716"/>
                </a:lnTo>
                <a:lnTo>
                  <a:pt x="1269225" y="674001"/>
                </a:lnTo>
                <a:lnTo>
                  <a:pt x="1204468" y="363524"/>
                </a:lnTo>
                <a:lnTo>
                  <a:pt x="1068730" y="363524"/>
                </a:lnTo>
                <a:lnTo>
                  <a:pt x="1068730" y="1029716"/>
                </a:lnTo>
                <a:lnTo>
                  <a:pt x="972007" y="1029716"/>
                </a:lnTo>
                <a:lnTo>
                  <a:pt x="1020368" y="674001"/>
                </a:lnTo>
                <a:lnTo>
                  <a:pt x="1068730" y="1029716"/>
                </a:lnTo>
                <a:lnTo>
                  <a:pt x="1068730" y="363524"/>
                </a:lnTo>
                <a:lnTo>
                  <a:pt x="836269" y="363524"/>
                </a:lnTo>
                <a:lnTo>
                  <a:pt x="610044" y="1455648"/>
                </a:lnTo>
                <a:lnTo>
                  <a:pt x="898677" y="1455648"/>
                </a:lnTo>
                <a:lnTo>
                  <a:pt x="931443" y="1268437"/>
                </a:lnTo>
                <a:lnTo>
                  <a:pt x="1110856" y="1268437"/>
                </a:lnTo>
                <a:lnTo>
                  <a:pt x="1143622" y="1455648"/>
                </a:lnTo>
                <a:lnTo>
                  <a:pt x="1432267" y="1455648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358436" y="6234258"/>
            <a:ext cx="551180" cy="1092200"/>
          </a:xfrm>
          <a:custGeom>
            <a:avLst/>
            <a:gdLst/>
            <a:ahLst/>
            <a:cxnLst/>
            <a:rect l="l" t="t" r="r" b="b"/>
            <a:pathLst>
              <a:path w="551179" h="1092200">
                <a:moveTo>
                  <a:pt x="550748" y="853440"/>
                </a:moveTo>
                <a:lnTo>
                  <a:pt x="288645" y="853440"/>
                </a:lnTo>
                <a:lnTo>
                  <a:pt x="288645" y="0"/>
                </a:lnTo>
                <a:lnTo>
                  <a:pt x="0" y="0"/>
                </a:lnTo>
                <a:lnTo>
                  <a:pt x="0" y="853440"/>
                </a:lnTo>
                <a:lnTo>
                  <a:pt x="0" y="1092200"/>
                </a:lnTo>
                <a:lnTo>
                  <a:pt x="550748" y="1092200"/>
                </a:lnTo>
                <a:lnTo>
                  <a:pt x="550748" y="853440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955989" y="6217106"/>
            <a:ext cx="783590" cy="1126490"/>
          </a:xfrm>
          <a:custGeom>
            <a:avLst/>
            <a:gdLst/>
            <a:ahLst/>
            <a:cxnLst/>
            <a:rect l="l" t="t" r="r" b="b"/>
            <a:pathLst>
              <a:path w="783590" h="1126490">
                <a:moveTo>
                  <a:pt x="391611" y="0"/>
                </a:moveTo>
                <a:lnTo>
                  <a:pt x="345817" y="1478"/>
                </a:lnTo>
                <a:lnTo>
                  <a:pt x="302663" y="6046"/>
                </a:lnTo>
                <a:lnTo>
                  <a:pt x="262192" y="13905"/>
                </a:lnTo>
                <a:lnTo>
                  <a:pt x="224448" y="25256"/>
                </a:lnTo>
                <a:lnTo>
                  <a:pt x="157313" y="59240"/>
                </a:lnTo>
                <a:lnTo>
                  <a:pt x="101606" y="109606"/>
                </a:lnTo>
                <a:lnTo>
                  <a:pt x="78147" y="141435"/>
                </a:lnTo>
                <a:lnTo>
                  <a:pt x="57674" y="177963"/>
                </a:lnTo>
                <a:lnTo>
                  <a:pt x="40232" y="219390"/>
                </a:lnTo>
                <a:lnTo>
                  <a:pt x="25864" y="265918"/>
                </a:lnTo>
                <a:lnTo>
                  <a:pt x="14614" y="317749"/>
                </a:lnTo>
                <a:lnTo>
                  <a:pt x="6524" y="375082"/>
                </a:lnTo>
                <a:lnTo>
                  <a:pt x="1638" y="438120"/>
                </a:lnTo>
                <a:lnTo>
                  <a:pt x="0" y="507063"/>
                </a:lnTo>
                <a:lnTo>
                  <a:pt x="0" y="619405"/>
                </a:lnTo>
                <a:lnTo>
                  <a:pt x="1638" y="688348"/>
                </a:lnTo>
                <a:lnTo>
                  <a:pt x="6524" y="751385"/>
                </a:lnTo>
                <a:lnTo>
                  <a:pt x="14614" y="808719"/>
                </a:lnTo>
                <a:lnTo>
                  <a:pt x="25864" y="860549"/>
                </a:lnTo>
                <a:lnTo>
                  <a:pt x="40232" y="907077"/>
                </a:lnTo>
                <a:lnTo>
                  <a:pt x="57674" y="948505"/>
                </a:lnTo>
                <a:lnTo>
                  <a:pt x="78147" y="985032"/>
                </a:lnTo>
                <a:lnTo>
                  <a:pt x="101606" y="1016861"/>
                </a:lnTo>
                <a:lnTo>
                  <a:pt x="157313" y="1067227"/>
                </a:lnTo>
                <a:lnTo>
                  <a:pt x="224448" y="1101211"/>
                </a:lnTo>
                <a:lnTo>
                  <a:pt x="262192" y="1112563"/>
                </a:lnTo>
                <a:lnTo>
                  <a:pt x="302663" y="1120422"/>
                </a:lnTo>
                <a:lnTo>
                  <a:pt x="345817" y="1124990"/>
                </a:lnTo>
                <a:lnTo>
                  <a:pt x="391611" y="1126468"/>
                </a:lnTo>
                <a:lnTo>
                  <a:pt x="437658" y="1124990"/>
                </a:lnTo>
                <a:lnTo>
                  <a:pt x="481000" y="1120422"/>
                </a:lnTo>
                <a:lnTo>
                  <a:pt x="521600" y="1112563"/>
                </a:lnTo>
                <a:lnTo>
                  <a:pt x="559421" y="1101211"/>
                </a:lnTo>
                <a:lnTo>
                  <a:pt x="594427" y="1086166"/>
                </a:lnTo>
                <a:lnTo>
                  <a:pt x="655847" y="1044192"/>
                </a:lnTo>
                <a:lnTo>
                  <a:pt x="705565" y="985032"/>
                </a:lnTo>
                <a:lnTo>
                  <a:pt x="725946" y="948505"/>
                </a:lnTo>
                <a:lnTo>
                  <a:pt x="743291" y="907077"/>
                </a:lnTo>
                <a:lnTo>
                  <a:pt x="755441" y="867470"/>
                </a:lnTo>
                <a:lnTo>
                  <a:pt x="391611" y="867470"/>
                </a:lnTo>
                <a:lnTo>
                  <a:pt x="358885" y="864059"/>
                </a:lnTo>
                <a:lnTo>
                  <a:pt x="315054" y="830381"/>
                </a:lnTo>
                <a:lnTo>
                  <a:pt x="294042" y="746702"/>
                </a:lnTo>
                <a:lnTo>
                  <a:pt x="289840" y="680790"/>
                </a:lnTo>
                <a:lnTo>
                  <a:pt x="288640" y="595992"/>
                </a:lnTo>
                <a:lnTo>
                  <a:pt x="288640" y="532025"/>
                </a:lnTo>
                <a:lnTo>
                  <a:pt x="289840" y="447231"/>
                </a:lnTo>
                <a:lnTo>
                  <a:pt x="294042" y="381322"/>
                </a:lnTo>
                <a:lnTo>
                  <a:pt x="302146" y="332170"/>
                </a:lnTo>
                <a:lnTo>
                  <a:pt x="333666" y="275622"/>
                </a:lnTo>
                <a:lnTo>
                  <a:pt x="391611" y="260557"/>
                </a:lnTo>
                <a:lnTo>
                  <a:pt x="755920" y="260557"/>
                </a:lnTo>
                <a:lnTo>
                  <a:pt x="743291" y="219390"/>
                </a:lnTo>
                <a:lnTo>
                  <a:pt x="725946" y="177963"/>
                </a:lnTo>
                <a:lnTo>
                  <a:pt x="705565" y="141435"/>
                </a:lnTo>
                <a:lnTo>
                  <a:pt x="682187" y="109606"/>
                </a:lnTo>
                <a:lnTo>
                  <a:pt x="626581" y="59240"/>
                </a:lnTo>
                <a:lnTo>
                  <a:pt x="559421" y="25256"/>
                </a:lnTo>
                <a:lnTo>
                  <a:pt x="521600" y="13905"/>
                </a:lnTo>
                <a:lnTo>
                  <a:pt x="481000" y="6046"/>
                </a:lnTo>
                <a:lnTo>
                  <a:pt x="437658" y="1478"/>
                </a:lnTo>
                <a:lnTo>
                  <a:pt x="391611" y="0"/>
                </a:lnTo>
                <a:close/>
              </a:path>
              <a:path w="783590" h="1126490">
                <a:moveTo>
                  <a:pt x="755920" y="260557"/>
                </a:moveTo>
                <a:lnTo>
                  <a:pt x="391611" y="260557"/>
                </a:lnTo>
                <a:lnTo>
                  <a:pt x="424907" y="263968"/>
                </a:lnTo>
                <a:lnTo>
                  <a:pt x="450537" y="275622"/>
                </a:lnTo>
                <a:lnTo>
                  <a:pt x="482506" y="332170"/>
                </a:lnTo>
                <a:lnTo>
                  <a:pt x="490700" y="381322"/>
                </a:lnTo>
                <a:lnTo>
                  <a:pt x="494936" y="447231"/>
                </a:lnTo>
                <a:lnTo>
                  <a:pt x="496141" y="532025"/>
                </a:lnTo>
                <a:lnTo>
                  <a:pt x="496141" y="595992"/>
                </a:lnTo>
                <a:lnTo>
                  <a:pt x="494936" y="680790"/>
                </a:lnTo>
                <a:lnTo>
                  <a:pt x="490700" y="746702"/>
                </a:lnTo>
                <a:lnTo>
                  <a:pt x="482506" y="795856"/>
                </a:lnTo>
                <a:lnTo>
                  <a:pt x="450537" y="852405"/>
                </a:lnTo>
                <a:lnTo>
                  <a:pt x="391611" y="867470"/>
                </a:lnTo>
                <a:lnTo>
                  <a:pt x="755441" y="867470"/>
                </a:lnTo>
                <a:lnTo>
                  <a:pt x="768730" y="808719"/>
                </a:lnTo>
                <a:lnTo>
                  <a:pt x="776751" y="751385"/>
                </a:lnTo>
                <a:lnTo>
                  <a:pt x="781590" y="688348"/>
                </a:lnTo>
                <a:lnTo>
                  <a:pt x="783211" y="619405"/>
                </a:lnTo>
                <a:lnTo>
                  <a:pt x="783211" y="507063"/>
                </a:lnTo>
                <a:lnTo>
                  <a:pt x="781590" y="438120"/>
                </a:lnTo>
                <a:lnTo>
                  <a:pt x="776751" y="375082"/>
                </a:lnTo>
                <a:lnTo>
                  <a:pt x="768730" y="317749"/>
                </a:lnTo>
                <a:lnTo>
                  <a:pt x="757565" y="265918"/>
                </a:lnTo>
                <a:lnTo>
                  <a:pt x="755920" y="260557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818488" y="6218289"/>
            <a:ext cx="682625" cy="1125855"/>
          </a:xfrm>
          <a:custGeom>
            <a:avLst/>
            <a:gdLst/>
            <a:ahLst/>
            <a:cxnLst/>
            <a:rect l="l" t="t" r="r" b="b"/>
            <a:pathLst>
              <a:path w="682625" h="1125854">
                <a:moveTo>
                  <a:pt x="412129" y="0"/>
                </a:moveTo>
                <a:lnTo>
                  <a:pt x="337825" y="2115"/>
                </a:lnTo>
                <a:lnTo>
                  <a:pt x="267371" y="13909"/>
                </a:lnTo>
                <a:lnTo>
                  <a:pt x="202157" y="37881"/>
                </a:lnTo>
                <a:lnTo>
                  <a:pt x="143574" y="76530"/>
                </a:lnTo>
                <a:lnTo>
                  <a:pt x="93013" y="132354"/>
                </a:lnTo>
                <a:lnTo>
                  <a:pt x="71175" y="167488"/>
                </a:lnTo>
                <a:lnTo>
                  <a:pt x="51865" y="207853"/>
                </a:lnTo>
                <a:lnTo>
                  <a:pt x="35255" y="253762"/>
                </a:lnTo>
                <a:lnTo>
                  <a:pt x="21520" y="305526"/>
                </a:lnTo>
                <a:lnTo>
                  <a:pt x="10833" y="363458"/>
                </a:lnTo>
                <a:lnTo>
                  <a:pt x="3369" y="427871"/>
                </a:lnTo>
                <a:lnTo>
                  <a:pt x="1123" y="471360"/>
                </a:lnTo>
                <a:lnTo>
                  <a:pt x="0" y="527502"/>
                </a:lnTo>
                <a:lnTo>
                  <a:pt x="0" y="588735"/>
                </a:lnTo>
                <a:lnTo>
                  <a:pt x="1123" y="647498"/>
                </a:lnTo>
                <a:lnTo>
                  <a:pt x="3369" y="696229"/>
                </a:lnTo>
                <a:lnTo>
                  <a:pt x="9710" y="758095"/>
                </a:lnTo>
                <a:lnTo>
                  <a:pt x="19669" y="814088"/>
                </a:lnTo>
                <a:lnTo>
                  <a:pt x="33052" y="864464"/>
                </a:lnTo>
                <a:lnTo>
                  <a:pt x="49669" y="909483"/>
                </a:lnTo>
                <a:lnTo>
                  <a:pt x="69325" y="949400"/>
                </a:lnTo>
                <a:lnTo>
                  <a:pt x="91829" y="984475"/>
                </a:lnTo>
                <a:lnTo>
                  <a:pt x="116988" y="1014964"/>
                </a:lnTo>
                <a:lnTo>
                  <a:pt x="174502" y="1063215"/>
                </a:lnTo>
                <a:lnTo>
                  <a:pt x="240324" y="1096216"/>
                </a:lnTo>
                <a:lnTo>
                  <a:pt x="312916" y="1116026"/>
                </a:lnTo>
                <a:lnTo>
                  <a:pt x="351269" y="1121628"/>
                </a:lnTo>
                <a:lnTo>
                  <a:pt x="390737" y="1124706"/>
                </a:lnTo>
                <a:lnTo>
                  <a:pt x="431127" y="1125516"/>
                </a:lnTo>
                <a:lnTo>
                  <a:pt x="472247" y="1124317"/>
                </a:lnTo>
                <a:lnTo>
                  <a:pt x="513904" y="1121366"/>
                </a:lnTo>
                <a:lnTo>
                  <a:pt x="555905" y="1116920"/>
                </a:lnTo>
                <a:lnTo>
                  <a:pt x="598058" y="1111237"/>
                </a:lnTo>
                <a:lnTo>
                  <a:pt x="640171" y="1104575"/>
                </a:lnTo>
                <a:lnTo>
                  <a:pt x="682050" y="1097191"/>
                </a:lnTo>
                <a:lnTo>
                  <a:pt x="682050" y="521491"/>
                </a:lnTo>
                <a:lnTo>
                  <a:pt x="432414" y="521491"/>
                </a:lnTo>
                <a:lnTo>
                  <a:pt x="432414" y="878768"/>
                </a:lnTo>
                <a:lnTo>
                  <a:pt x="391342" y="867284"/>
                </a:lnTo>
                <a:lnTo>
                  <a:pt x="355434" y="846813"/>
                </a:lnTo>
                <a:lnTo>
                  <a:pt x="326488" y="815858"/>
                </a:lnTo>
                <a:lnTo>
                  <a:pt x="306304" y="772923"/>
                </a:lnTo>
                <a:lnTo>
                  <a:pt x="296680" y="716511"/>
                </a:lnTo>
                <a:lnTo>
                  <a:pt x="293867" y="662725"/>
                </a:lnTo>
                <a:lnTo>
                  <a:pt x="291833" y="609200"/>
                </a:lnTo>
                <a:lnTo>
                  <a:pt x="290837" y="556196"/>
                </a:lnTo>
                <a:lnTo>
                  <a:pt x="291140" y="503973"/>
                </a:lnTo>
                <a:lnTo>
                  <a:pt x="293001" y="452790"/>
                </a:lnTo>
                <a:lnTo>
                  <a:pt x="296680" y="402908"/>
                </a:lnTo>
                <a:lnTo>
                  <a:pt x="307857" y="348808"/>
                </a:lnTo>
                <a:lnTo>
                  <a:pt x="328808" y="308038"/>
                </a:lnTo>
                <a:lnTo>
                  <a:pt x="357510" y="278950"/>
                </a:lnTo>
                <a:lnTo>
                  <a:pt x="391941" y="259898"/>
                </a:lnTo>
                <a:lnTo>
                  <a:pt x="430079" y="249232"/>
                </a:lnTo>
                <a:lnTo>
                  <a:pt x="469902" y="245307"/>
                </a:lnTo>
                <a:lnTo>
                  <a:pt x="509388" y="246474"/>
                </a:lnTo>
                <a:lnTo>
                  <a:pt x="546515" y="251086"/>
                </a:lnTo>
                <a:lnTo>
                  <a:pt x="579260" y="257495"/>
                </a:lnTo>
                <a:lnTo>
                  <a:pt x="605602" y="264054"/>
                </a:lnTo>
                <a:lnTo>
                  <a:pt x="605602" y="20658"/>
                </a:lnTo>
                <a:lnTo>
                  <a:pt x="566721" y="14811"/>
                </a:lnTo>
                <a:lnTo>
                  <a:pt x="527760" y="9509"/>
                </a:lnTo>
                <a:lnTo>
                  <a:pt x="488891" y="5064"/>
                </a:lnTo>
                <a:lnTo>
                  <a:pt x="450290" y="1791"/>
                </a:lnTo>
                <a:lnTo>
                  <a:pt x="412129" y="0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586330" y="6217106"/>
            <a:ext cx="783590" cy="1126490"/>
          </a:xfrm>
          <a:custGeom>
            <a:avLst/>
            <a:gdLst/>
            <a:ahLst/>
            <a:cxnLst/>
            <a:rect l="l" t="t" r="r" b="b"/>
            <a:pathLst>
              <a:path w="783590" h="1126490">
                <a:moveTo>
                  <a:pt x="391611" y="0"/>
                </a:moveTo>
                <a:lnTo>
                  <a:pt x="345817" y="1478"/>
                </a:lnTo>
                <a:lnTo>
                  <a:pt x="302663" y="6046"/>
                </a:lnTo>
                <a:lnTo>
                  <a:pt x="262192" y="13905"/>
                </a:lnTo>
                <a:lnTo>
                  <a:pt x="224448" y="25256"/>
                </a:lnTo>
                <a:lnTo>
                  <a:pt x="157313" y="59240"/>
                </a:lnTo>
                <a:lnTo>
                  <a:pt x="101606" y="109606"/>
                </a:lnTo>
                <a:lnTo>
                  <a:pt x="78147" y="141435"/>
                </a:lnTo>
                <a:lnTo>
                  <a:pt x="57674" y="177963"/>
                </a:lnTo>
                <a:lnTo>
                  <a:pt x="40232" y="219390"/>
                </a:lnTo>
                <a:lnTo>
                  <a:pt x="25864" y="265918"/>
                </a:lnTo>
                <a:lnTo>
                  <a:pt x="14614" y="317749"/>
                </a:lnTo>
                <a:lnTo>
                  <a:pt x="6524" y="375082"/>
                </a:lnTo>
                <a:lnTo>
                  <a:pt x="1638" y="438120"/>
                </a:lnTo>
                <a:lnTo>
                  <a:pt x="0" y="507063"/>
                </a:lnTo>
                <a:lnTo>
                  <a:pt x="0" y="619405"/>
                </a:lnTo>
                <a:lnTo>
                  <a:pt x="1638" y="688348"/>
                </a:lnTo>
                <a:lnTo>
                  <a:pt x="6524" y="751385"/>
                </a:lnTo>
                <a:lnTo>
                  <a:pt x="14614" y="808719"/>
                </a:lnTo>
                <a:lnTo>
                  <a:pt x="25864" y="860549"/>
                </a:lnTo>
                <a:lnTo>
                  <a:pt x="40232" y="907077"/>
                </a:lnTo>
                <a:lnTo>
                  <a:pt x="57674" y="948505"/>
                </a:lnTo>
                <a:lnTo>
                  <a:pt x="78147" y="985032"/>
                </a:lnTo>
                <a:lnTo>
                  <a:pt x="101606" y="1016861"/>
                </a:lnTo>
                <a:lnTo>
                  <a:pt x="157313" y="1067227"/>
                </a:lnTo>
                <a:lnTo>
                  <a:pt x="224448" y="1101211"/>
                </a:lnTo>
                <a:lnTo>
                  <a:pt x="262192" y="1112563"/>
                </a:lnTo>
                <a:lnTo>
                  <a:pt x="302663" y="1120422"/>
                </a:lnTo>
                <a:lnTo>
                  <a:pt x="345817" y="1124990"/>
                </a:lnTo>
                <a:lnTo>
                  <a:pt x="391611" y="1126468"/>
                </a:lnTo>
                <a:lnTo>
                  <a:pt x="437660" y="1124990"/>
                </a:lnTo>
                <a:lnTo>
                  <a:pt x="481003" y="1120422"/>
                </a:lnTo>
                <a:lnTo>
                  <a:pt x="521604" y="1112563"/>
                </a:lnTo>
                <a:lnTo>
                  <a:pt x="559426" y="1101211"/>
                </a:lnTo>
                <a:lnTo>
                  <a:pt x="594432" y="1086166"/>
                </a:lnTo>
                <a:lnTo>
                  <a:pt x="655851" y="1044192"/>
                </a:lnTo>
                <a:lnTo>
                  <a:pt x="705569" y="985032"/>
                </a:lnTo>
                <a:lnTo>
                  <a:pt x="725948" y="948505"/>
                </a:lnTo>
                <a:lnTo>
                  <a:pt x="743293" y="907077"/>
                </a:lnTo>
                <a:lnTo>
                  <a:pt x="755443" y="867470"/>
                </a:lnTo>
                <a:lnTo>
                  <a:pt x="391611" y="867470"/>
                </a:lnTo>
                <a:lnTo>
                  <a:pt x="358888" y="864059"/>
                </a:lnTo>
                <a:lnTo>
                  <a:pt x="315058" y="830381"/>
                </a:lnTo>
                <a:lnTo>
                  <a:pt x="294044" y="746702"/>
                </a:lnTo>
                <a:lnTo>
                  <a:pt x="289841" y="680790"/>
                </a:lnTo>
                <a:lnTo>
                  <a:pt x="288640" y="595992"/>
                </a:lnTo>
                <a:lnTo>
                  <a:pt x="288640" y="532025"/>
                </a:lnTo>
                <a:lnTo>
                  <a:pt x="289841" y="447231"/>
                </a:lnTo>
                <a:lnTo>
                  <a:pt x="294044" y="381322"/>
                </a:lnTo>
                <a:lnTo>
                  <a:pt x="302149" y="332170"/>
                </a:lnTo>
                <a:lnTo>
                  <a:pt x="333671" y="275622"/>
                </a:lnTo>
                <a:lnTo>
                  <a:pt x="391611" y="260557"/>
                </a:lnTo>
                <a:lnTo>
                  <a:pt x="755921" y="260557"/>
                </a:lnTo>
                <a:lnTo>
                  <a:pt x="743293" y="219390"/>
                </a:lnTo>
                <a:lnTo>
                  <a:pt x="725948" y="177963"/>
                </a:lnTo>
                <a:lnTo>
                  <a:pt x="705569" y="141435"/>
                </a:lnTo>
                <a:lnTo>
                  <a:pt x="682191" y="109606"/>
                </a:lnTo>
                <a:lnTo>
                  <a:pt x="626586" y="59240"/>
                </a:lnTo>
                <a:lnTo>
                  <a:pt x="559426" y="25256"/>
                </a:lnTo>
                <a:lnTo>
                  <a:pt x="521604" y="13905"/>
                </a:lnTo>
                <a:lnTo>
                  <a:pt x="481003" y="6046"/>
                </a:lnTo>
                <a:lnTo>
                  <a:pt x="437660" y="1478"/>
                </a:lnTo>
                <a:lnTo>
                  <a:pt x="391611" y="0"/>
                </a:lnTo>
                <a:close/>
              </a:path>
              <a:path w="783590" h="1126490">
                <a:moveTo>
                  <a:pt x="755921" y="260557"/>
                </a:moveTo>
                <a:lnTo>
                  <a:pt x="391611" y="260557"/>
                </a:lnTo>
                <a:lnTo>
                  <a:pt x="424911" y="263968"/>
                </a:lnTo>
                <a:lnTo>
                  <a:pt x="450542" y="275622"/>
                </a:lnTo>
                <a:lnTo>
                  <a:pt x="482509" y="332170"/>
                </a:lnTo>
                <a:lnTo>
                  <a:pt x="490701" y="381322"/>
                </a:lnTo>
                <a:lnTo>
                  <a:pt x="494936" y="447231"/>
                </a:lnTo>
                <a:lnTo>
                  <a:pt x="496141" y="532025"/>
                </a:lnTo>
                <a:lnTo>
                  <a:pt x="496141" y="595992"/>
                </a:lnTo>
                <a:lnTo>
                  <a:pt x="494936" y="680790"/>
                </a:lnTo>
                <a:lnTo>
                  <a:pt x="490701" y="746702"/>
                </a:lnTo>
                <a:lnTo>
                  <a:pt x="482509" y="795856"/>
                </a:lnTo>
                <a:lnTo>
                  <a:pt x="450542" y="852405"/>
                </a:lnTo>
                <a:lnTo>
                  <a:pt x="391611" y="867470"/>
                </a:lnTo>
                <a:lnTo>
                  <a:pt x="755443" y="867470"/>
                </a:lnTo>
                <a:lnTo>
                  <a:pt x="768731" y="808719"/>
                </a:lnTo>
                <a:lnTo>
                  <a:pt x="776751" y="751385"/>
                </a:lnTo>
                <a:lnTo>
                  <a:pt x="781590" y="688348"/>
                </a:lnTo>
                <a:lnTo>
                  <a:pt x="783211" y="619405"/>
                </a:lnTo>
                <a:lnTo>
                  <a:pt x="783211" y="507063"/>
                </a:lnTo>
                <a:lnTo>
                  <a:pt x="781590" y="438120"/>
                </a:lnTo>
                <a:lnTo>
                  <a:pt x="776751" y="375082"/>
                </a:lnTo>
                <a:lnTo>
                  <a:pt x="768731" y="317749"/>
                </a:lnTo>
                <a:lnTo>
                  <a:pt x="757566" y="265918"/>
                </a:lnTo>
                <a:lnTo>
                  <a:pt x="755921" y="260557"/>
                </a:lnTo>
                <a:close/>
              </a:path>
            </a:pathLst>
          </a:custGeom>
          <a:solidFill>
            <a:srgbClr val="243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26567" y="7628828"/>
            <a:ext cx="739775" cy="1092200"/>
          </a:xfrm>
          <a:custGeom>
            <a:avLst/>
            <a:gdLst/>
            <a:ahLst/>
            <a:cxnLst/>
            <a:rect l="l" t="t" r="r" b="b"/>
            <a:pathLst>
              <a:path w="739775" h="1092200">
                <a:moveTo>
                  <a:pt x="358847" y="0"/>
                </a:moveTo>
                <a:lnTo>
                  <a:pt x="0" y="0"/>
                </a:lnTo>
                <a:lnTo>
                  <a:pt x="0" y="1092134"/>
                </a:lnTo>
                <a:lnTo>
                  <a:pt x="358847" y="1092134"/>
                </a:lnTo>
                <a:lnTo>
                  <a:pt x="414347" y="1089127"/>
                </a:lnTo>
                <a:lnTo>
                  <a:pt x="464299" y="1080386"/>
                </a:lnTo>
                <a:lnTo>
                  <a:pt x="508985" y="1066334"/>
                </a:lnTo>
                <a:lnTo>
                  <a:pt x="548686" y="1047390"/>
                </a:lnTo>
                <a:lnTo>
                  <a:pt x="583685" y="1023976"/>
                </a:lnTo>
                <a:lnTo>
                  <a:pt x="614263" y="996513"/>
                </a:lnTo>
                <a:lnTo>
                  <a:pt x="640703" y="965422"/>
                </a:lnTo>
                <a:lnTo>
                  <a:pt x="663286" y="931125"/>
                </a:lnTo>
                <a:lnTo>
                  <a:pt x="682295" y="894042"/>
                </a:lnTo>
                <a:lnTo>
                  <a:pt x="698012" y="854594"/>
                </a:lnTo>
                <a:lnTo>
                  <a:pt x="698373" y="853419"/>
                </a:lnTo>
                <a:lnTo>
                  <a:pt x="288629" y="853419"/>
                </a:lnTo>
                <a:lnTo>
                  <a:pt x="288629" y="238715"/>
                </a:lnTo>
                <a:lnTo>
                  <a:pt x="697435" y="238715"/>
                </a:lnTo>
                <a:lnTo>
                  <a:pt x="682295" y="200407"/>
                </a:lnTo>
                <a:lnTo>
                  <a:pt x="663286" y="162980"/>
                </a:lnTo>
                <a:lnTo>
                  <a:pt x="640703" y="128329"/>
                </a:lnTo>
                <a:lnTo>
                  <a:pt x="614263" y="96889"/>
                </a:lnTo>
                <a:lnTo>
                  <a:pt x="583685" y="69094"/>
                </a:lnTo>
                <a:lnTo>
                  <a:pt x="548686" y="45379"/>
                </a:lnTo>
                <a:lnTo>
                  <a:pt x="508985" y="26177"/>
                </a:lnTo>
                <a:lnTo>
                  <a:pt x="464299" y="11924"/>
                </a:lnTo>
                <a:lnTo>
                  <a:pt x="414347" y="3053"/>
                </a:lnTo>
                <a:lnTo>
                  <a:pt x="358847" y="0"/>
                </a:lnTo>
                <a:close/>
              </a:path>
              <a:path w="739775" h="1092200">
                <a:moveTo>
                  <a:pt x="697435" y="238715"/>
                </a:moveTo>
                <a:lnTo>
                  <a:pt x="332314" y="238715"/>
                </a:lnTo>
                <a:lnTo>
                  <a:pt x="372351" y="248725"/>
                </a:lnTo>
                <a:lnTo>
                  <a:pt x="402186" y="275793"/>
                </a:lnTo>
                <a:lnTo>
                  <a:pt x="423317" y="315477"/>
                </a:lnTo>
                <a:lnTo>
                  <a:pt x="437244" y="363333"/>
                </a:lnTo>
                <a:lnTo>
                  <a:pt x="445466" y="414919"/>
                </a:lnTo>
                <a:lnTo>
                  <a:pt x="449483" y="465791"/>
                </a:lnTo>
                <a:lnTo>
                  <a:pt x="450793" y="511508"/>
                </a:lnTo>
                <a:lnTo>
                  <a:pt x="450793" y="584062"/>
                </a:lnTo>
                <a:lnTo>
                  <a:pt x="449483" y="629637"/>
                </a:lnTo>
                <a:lnTo>
                  <a:pt x="445466" y="680038"/>
                </a:lnTo>
                <a:lnTo>
                  <a:pt x="437244" y="730950"/>
                </a:lnTo>
                <a:lnTo>
                  <a:pt x="423317" y="778058"/>
                </a:lnTo>
                <a:lnTo>
                  <a:pt x="402186" y="817049"/>
                </a:lnTo>
                <a:lnTo>
                  <a:pt x="372351" y="843607"/>
                </a:lnTo>
                <a:lnTo>
                  <a:pt x="332314" y="853419"/>
                </a:lnTo>
                <a:lnTo>
                  <a:pt x="698373" y="853419"/>
                </a:lnTo>
                <a:lnTo>
                  <a:pt x="710718" y="813203"/>
                </a:lnTo>
                <a:lnTo>
                  <a:pt x="720696" y="770289"/>
                </a:lnTo>
                <a:lnTo>
                  <a:pt x="728227" y="726275"/>
                </a:lnTo>
                <a:lnTo>
                  <a:pt x="733593" y="681580"/>
                </a:lnTo>
                <a:lnTo>
                  <a:pt x="737078" y="636627"/>
                </a:lnTo>
                <a:lnTo>
                  <a:pt x="738961" y="591835"/>
                </a:lnTo>
                <a:lnTo>
                  <a:pt x="739527" y="547627"/>
                </a:lnTo>
                <a:lnTo>
                  <a:pt x="738961" y="503631"/>
                </a:lnTo>
                <a:lnTo>
                  <a:pt x="737078" y="458936"/>
                </a:lnTo>
                <a:lnTo>
                  <a:pt x="733593" y="413976"/>
                </a:lnTo>
                <a:lnTo>
                  <a:pt x="728227" y="369186"/>
                </a:lnTo>
                <a:lnTo>
                  <a:pt x="720696" y="324999"/>
                </a:lnTo>
                <a:lnTo>
                  <a:pt x="710718" y="281851"/>
                </a:lnTo>
                <a:lnTo>
                  <a:pt x="698012" y="240175"/>
                </a:lnTo>
                <a:lnTo>
                  <a:pt x="697435" y="238715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551884" y="7628794"/>
            <a:ext cx="558800" cy="1092200"/>
          </a:xfrm>
          <a:custGeom>
            <a:avLst/>
            <a:gdLst/>
            <a:ahLst/>
            <a:cxnLst/>
            <a:rect l="l" t="t" r="r" b="b"/>
            <a:pathLst>
              <a:path w="558800" h="1092200">
                <a:moveTo>
                  <a:pt x="558533" y="0"/>
                </a:moveTo>
                <a:lnTo>
                  <a:pt x="0" y="0"/>
                </a:lnTo>
                <a:lnTo>
                  <a:pt x="0" y="238760"/>
                </a:lnTo>
                <a:lnTo>
                  <a:pt x="0" y="427990"/>
                </a:lnTo>
                <a:lnTo>
                  <a:pt x="0" y="666750"/>
                </a:lnTo>
                <a:lnTo>
                  <a:pt x="0" y="853440"/>
                </a:lnTo>
                <a:lnTo>
                  <a:pt x="0" y="1092200"/>
                </a:lnTo>
                <a:lnTo>
                  <a:pt x="558533" y="1092200"/>
                </a:lnTo>
                <a:lnTo>
                  <a:pt x="558533" y="853440"/>
                </a:lnTo>
                <a:lnTo>
                  <a:pt x="288620" y="853440"/>
                </a:lnTo>
                <a:lnTo>
                  <a:pt x="288620" y="666750"/>
                </a:lnTo>
                <a:lnTo>
                  <a:pt x="528891" y="666750"/>
                </a:lnTo>
                <a:lnTo>
                  <a:pt x="528891" y="427990"/>
                </a:lnTo>
                <a:lnTo>
                  <a:pt x="288620" y="427990"/>
                </a:lnTo>
                <a:lnTo>
                  <a:pt x="288620" y="238760"/>
                </a:lnTo>
                <a:lnTo>
                  <a:pt x="558533" y="238760"/>
                </a:lnTo>
                <a:lnTo>
                  <a:pt x="558533" y="0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445837" y="7628827"/>
            <a:ext cx="713105" cy="1092200"/>
          </a:xfrm>
          <a:custGeom>
            <a:avLst/>
            <a:gdLst/>
            <a:ahLst/>
            <a:cxnLst/>
            <a:rect l="l" t="t" r="r" b="b"/>
            <a:pathLst>
              <a:path w="713104" h="1092200">
                <a:moveTo>
                  <a:pt x="410322" y="0"/>
                </a:moveTo>
                <a:lnTo>
                  <a:pt x="0" y="0"/>
                </a:lnTo>
                <a:lnTo>
                  <a:pt x="0" y="1092134"/>
                </a:lnTo>
                <a:lnTo>
                  <a:pt x="288629" y="1092134"/>
                </a:lnTo>
                <a:lnTo>
                  <a:pt x="288629" y="769180"/>
                </a:lnTo>
                <a:lnTo>
                  <a:pt x="410322" y="769180"/>
                </a:lnTo>
                <a:lnTo>
                  <a:pt x="461178" y="766336"/>
                </a:lnTo>
                <a:lnTo>
                  <a:pt x="506958" y="757868"/>
                </a:lnTo>
                <a:lnTo>
                  <a:pt x="547787" y="743875"/>
                </a:lnTo>
                <a:lnTo>
                  <a:pt x="583789" y="724453"/>
                </a:lnTo>
                <a:lnTo>
                  <a:pt x="615089" y="699700"/>
                </a:lnTo>
                <a:lnTo>
                  <a:pt x="641811" y="669715"/>
                </a:lnTo>
                <a:lnTo>
                  <a:pt x="664080" y="634594"/>
                </a:lnTo>
                <a:lnTo>
                  <a:pt x="682021" y="594434"/>
                </a:lnTo>
                <a:lnTo>
                  <a:pt x="695759" y="549335"/>
                </a:lnTo>
                <a:lnTo>
                  <a:pt x="699408" y="530465"/>
                </a:lnTo>
                <a:lnTo>
                  <a:pt x="288629" y="530465"/>
                </a:lnTo>
                <a:lnTo>
                  <a:pt x="288629" y="238715"/>
                </a:lnTo>
                <a:lnTo>
                  <a:pt x="699263" y="238715"/>
                </a:lnTo>
                <a:lnTo>
                  <a:pt x="695759" y="220503"/>
                </a:lnTo>
                <a:lnTo>
                  <a:pt x="682021" y="175208"/>
                </a:lnTo>
                <a:lnTo>
                  <a:pt x="664080" y="134896"/>
                </a:lnTo>
                <a:lnTo>
                  <a:pt x="641811" y="99660"/>
                </a:lnTo>
                <a:lnTo>
                  <a:pt x="615089" y="69592"/>
                </a:lnTo>
                <a:lnTo>
                  <a:pt x="583789" y="44785"/>
                </a:lnTo>
                <a:lnTo>
                  <a:pt x="547787" y="25329"/>
                </a:lnTo>
                <a:lnTo>
                  <a:pt x="506958" y="11319"/>
                </a:lnTo>
                <a:lnTo>
                  <a:pt x="461178" y="2845"/>
                </a:lnTo>
                <a:lnTo>
                  <a:pt x="410322" y="0"/>
                </a:lnTo>
                <a:close/>
              </a:path>
              <a:path w="713104" h="1092200">
                <a:moveTo>
                  <a:pt x="699263" y="238715"/>
                </a:moveTo>
                <a:lnTo>
                  <a:pt x="330754" y="238715"/>
                </a:lnTo>
                <a:lnTo>
                  <a:pt x="371643" y="246179"/>
                </a:lnTo>
                <a:lnTo>
                  <a:pt x="398752" y="266972"/>
                </a:lnTo>
                <a:lnTo>
                  <a:pt x="414778" y="298700"/>
                </a:lnTo>
                <a:lnTo>
                  <a:pt x="422416" y="338965"/>
                </a:lnTo>
                <a:lnTo>
                  <a:pt x="424364" y="385370"/>
                </a:lnTo>
                <a:lnTo>
                  <a:pt x="421146" y="441609"/>
                </a:lnTo>
                <a:lnTo>
                  <a:pt x="407982" y="487756"/>
                </a:lnTo>
                <a:lnTo>
                  <a:pt x="379606" y="518983"/>
                </a:lnTo>
                <a:lnTo>
                  <a:pt x="330754" y="530465"/>
                </a:lnTo>
                <a:lnTo>
                  <a:pt x="699408" y="530465"/>
                </a:lnTo>
                <a:lnTo>
                  <a:pt x="705417" y="499393"/>
                </a:lnTo>
                <a:lnTo>
                  <a:pt x="711120" y="444705"/>
                </a:lnTo>
                <a:lnTo>
                  <a:pt x="712993" y="385370"/>
                </a:lnTo>
                <a:lnTo>
                  <a:pt x="711120" y="325676"/>
                </a:lnTo>
                <a:lnTo>
                  <a:pt x="705417" y="270690"/>
                </a:lnTo>
                <a:lnTo>
                  <a:pt x="699263" y="238715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244629" y="7611674"/>
            <a:ext cx="1572895" cy="1126490"/>
          </a:xfrm>
          <a:custGeom>
            <a:avLst/>
            <a:gdLst/>
            <a:ahLst/>
            <a:cxnLst/>
            <a:rect l="l" t="t" r="r" b="b"/>
            <a:pathLst>
              <a:path w="1572894" h="1126490">
                <a:moveTo>
                  <a:pt x="758240" y="1109294"/>
                </a:moveTo>
                <a:lnTo>
                  <a:pt x="616635" y="786345"/>
                </a:lnTo>
                <a:lnTo>
                  <a:pt x="580377" y="703630"/>
                </a:lnTo>
                <a:lnTo>
                  <a:pt x="612203" y="675906"/>
                </a:lnTo>
                <a:lnTo>
                  <a:pt x="640473" y="643394"/>
                </a:lnTo>
                <a:lnTo>
                  <a:pt x="664705" y="605917"/>
                </a:lnTo>
                <a:lnTo>
                  <a:pt x="684415" y="563295"/>
                </a:lnTo>
                <a:lnTo>
                  <a:pt x="689203" y="547624"/>
                </a:lnTo>
                <a:lnTo>
                  <a:pt x="699096" y="515302"/>
                </a:lnTo>
                <a:lnTo>
                  <a:pt x="708266" y="461784"/>
                </a:lnTo>
                <a:lnTo>
                  <a:pt x="711428" y="402539"/>
                </a:lnTo>
                <a:lnTo>
                  <a:pt x="709561" y="342836"/>
                </a:lnTo>
                <a:lnTo>
                  <a:pt x="703859" y="287845"/>
                </a:lnTo>
                <a:lnTo>
                  <a:pt x="697712" y="255879"/>
                </a:lnTo>
                <a:lnTo>
                  <a:pt x="694220" y="237667"/>
                </a:lnTo>
                <a:lnTo>
                  <a:pt x="680516" y="192366"/>
                </a:lnTo>
                <a:lnTo>
                  <a:pt x="662635" y="152057"/>
                </a:lnTo>
                <a:lnTo>
                  <a:pt x="640448" y="116814"/>
                </a:lnTo>
                <a:lnTo>
                  <a:pt x="613829" y="86753"/>
                </a:lnTo>
                <a:lnTo>
                  <a:pt x="582688" y="61950"/>
                </a:lnTo>
                <a:lnTo>
                  <a:pt x="546887" y="42494"/>
                </a:lnTo>
                <a:lnTo>
                  <a:pt x="506298" y="28486"/>
                </a:lnTo>
                <a:lnTo>
                  <a:pt x="460819" y="20002"/>
                </a:lnTo>
                <a:lnTo>
                  <a:pt x="424357" y="17957"/>
                </a:lnTo>
                <a:lnTo>
                  <a:pt x="424357" y="402539"/>
                </a:lnTo>
                <a:lnTo>
                  <a:pt x="421144" y="458762"/>
                </a:lnTo>
                <a:lnTo>
                  <a:pt x="407974" y="504913"/>
                </a:lnTo>
                <a:lnTo>
                  <a:pt x="379603" y="536143"/>
                </a:lnTo>
                <a:lnTo>
                  <a:pt x="330746" y="547624"/>
                </a:lnTo>
                <a:lnTo>
                  <a:pt x="288620" y="547624"/>
                </a:lnTo>
                <a:lnTo>
                  <a:pt x="288620" y="255879"/>
                </a:lnTo>
                <a:lnTo>
                  <a:pt x="330746" y="255879"/>
                </a:lnTo>
                <a:lnTo>
                  <a:pt x="371640" y="263347"/>
                </a:lnTo>
                <a:lnTo>
                  <a:pt x="414769" y="315861"/>
                </a:lnTo>
                <a:lnTo>
                  <a:pt x="422414" y="356133"/>
                </a:lnTo>
                <a:lnTo>
                  <a:pt x="424357" y="402539"/>
                </a:lnTo>
                <a:lnTo>
                  <a:pt x="424357" y="17957"/>
                </a:lnTo>
                <a:lnTo>
                  <a:pt x="410324" y="17157"/>
                </a:lnTo>
                <a:lnTo>
                  <a:pt x="0" y="17157"/>
                </a:lnTo>
                <a:lnTo>
                  <a:pt x="0" y="1109294"/>
                </a:lnTo>
                <a:lnTo>
                  <a:pt x="288620" y="1109294"/>
                </a:lnTo>
                <a:lnTo>
                  <a:pt x="288620" y="786345"/>
                </a:lnTo>
                <a:lnTo>
                  <a:pt x="335432" y="786345"/>
                </a:lnTo>
                <a:lnTo>
                  <a:pt x="453999" y="1109294"/>
                </a:lnTo>
                <a:lnTo>
                  <a:pt x="758240" y="1109294"/>
                </a:lnTo>
                <a:close/>
              </a:path>
              <a:path w="1572894" h="1126490">
                <a:moveTo>
                  <a:pt x="1572641" y="507060"/>
                </a:moveTo>
                <a:lnTo>
                  <a:pt x="1571015" y="438124"/>
                </a:lnTo>
                <a:lnTo>
                  <a:pt x="1566176" y="375081"/>
                </a:lnTo>
                <a:lnTo>
                  <a:pt x="1558163" y="317754"/>
                </a:lnTo>
                <a:lnTo>
                  <a:pt x="1546987" y="265912"/>
                </a:lnTo>
                <a:lnTo>
                  <a:pt x="1532724" y="219392"/>
                </a:lnTo>
                <a:lnTo>
                  <a:pt x="1515376" y="177965"/>
                </a:lnTo>
                <a:lnTo>
                  <a:pt x="1494993" y="141439"/>
                </a:lnTo>
                <a:lnTo>
                  <a:pt x="1471612" y="109601"/>
                </a:lnTo>
                <a:lnTo>
                  <a:pt x="1416011" y="59245"/>
                </a:lnTo>
                <a:lnTo>
                  <a:pt x="1348854" y="25260"/>
                </a:lnTo>
                <a:lnTo>
                  <a:pt x="1311033" y="13906"/>
                </a:lnTo>
                <a:lnTo>
                  <a:pt x="1285570" y="8978"/>
                </a:lnTo>
                <a:lnTo>
                  <a:pt x="1285570" y="532028"/>
                </a:lnTo>
                <a:lnTo>
                  <a:pt x="1285570" y="595985"/>
                </a:lnTo>
                <a:lnTo>
                  <a:pt x="1284363" y="680783"/>
                </a:lnTo>
                <a:lnTo>
                  <a:pt x="1280134" y="746696"/>
                </a:lnTo>
                <a:lnTo>
                  <a:pt x="1271930" y="795858"/>
                </a:lnTo>
                <a:lnTo>
                  <a:pt x="1239964" y="852398"/>
                </a:lnTo>
                <a:lnTo>
                  <a:pt x="1181036" y="867473"/>
                </a:lnTo>
                <a:lnTo>
                  <a:pt x="1148321" y="864057"/>
                </a:lnTo>
                <a:lnTo>
                  <a:pt x="1104480" y="830376"/>
                </a:lnTo>
                <a:lnTo>
                  <a:pt x="1083475" y="746696"/>
                </a:lnTo>
                <a:lnTo>
                  <a:pt x="1079271" y="680783"/>
                </a:lnTo>
                <a:lnTo>
                  <a:pt x="1078064" y="595985"/>
                </a:lnTo>
                <a:lnTo>
                  <a:pt x="1078064" y="532028"/>
                </a:lnTo>
                <a:lnTo>
                  <a:pt x="1079271" y="447230"/>
                </a:lnTo>
                <a:lnTo>
                  <a:pt x="1083475" y="381317"/>
                </a:lnTo>
                <a:lnTo>
                  <a:pt x="1091577" y="332168"/>
                </a:lnTo>
                <a:lnTo>
                  <a:pt x="1123099" y="275615"/>
                </a:lnTo>
                <a:lnTo>
                  <a:pt x="1181036" y="260540"/>
                </a:lnTo>
                <a:lnTo>
                  <a:pt x="1214335" y="263956"/>
                </a:lnTo>
                <a:lnTo>
                  <a:pt x="1258862" y="297637"/>
                </a:lnTo>
                <a:lnTo>
                  <a:pt x="1280134" y="381317"/>
                </a:lnTo>
                <a:lnTo>
                  <a:pt x="1284363" y="447230"/>
                </a:lnTo>
                <a:lnTo>
                  <a:pt x="1285570" y="532028"/>
                </a:lnTo>
                <a:lnTo>
                  <a:pt x="1285570" y="8978"/>
                </a:lnTo>
                <a:lnTo>
                  <a:pt x="1270431" y="6045"/>
                </a:lnTo>
                <a:lnTo>
                  <a:pt x="1227086" y="1473"/>
                </a:lnTo>
                <a:lnTo>
                  <a:pt x="1181036" y="0"/>
                </a:lnTo>
                <a:lnTo>
                  <a:pt x="1135240" y="1473"/>
                </a:lnTo>
                <a:lnTo>
                  <a:pt x="1092085" y="6045"/>
                </a:lnTo>
                <a:lnTo>
                  <a:pt x="1051623" y="13906"/>
                </a:lnTo>
                <a:lnTo>
                  <a:pt x="1013879" y="25260"/>
                </a:lnTo>
                <a:lnTo>
                  <a:pt x="946734" y="59245"/>
                </a:lnTo>
                <a:lnTo>
                  <a:pt x="891032" y="109601"/>
                </a:lnTo>
                <a:lnTo>
                  <a:pt x="867575" y="141439"/>
                </a:lnTo>
                <a:lnTo>
                  <a:pt x="847102" y="177965"/>
                </a:lnTo>
                <a:lnTo>
                  <a:pt x="829665" y="219392"/>
                </a:lnTo>
                <a:lnTo>
                  <a:pt x="815289" y="265912"/>
                </a:lnTo>
                <a:lnTo>
                  <a:pt x="804037" y="317754"/>
                </a:lnTo>
                <a:lnTo>
                  <a:pt x="795947" y="375081"/>
                </a:lnTo>
                <a:lnTo>
                  <a:pt x="791070" y="438124"/>
                </a:lnTo>
                <a:lnTo>
                  <a:pt x="789432" y="507060"/>
                </a:lnTo>
                <a:lnTo>
                  <a:pt x="789432" y="619404"/>
                </a:lnTo>
                <a:lnTo>
                  <a:pt x="791070" y="688352"/>
                </a:lnTo>
                <a:lnTo>
                  <a:pt x="795947" y="751382"/>
                </a:lnTo>
                <a:lnTo>
                  <a:pt x="804037" y="808723"/>
                </a:lnTo>
                <a:lnTo>
                  <a:pt x="815289" y="860552"/>
                </a:lnTo>
                <a:lnTo>
                  <a:pt x="829665" y="907072"/>
                </a:lnTo>
                <a:lnTo>
                  <a:pt x="847102" y="948499"/>
                </a:lnTo>
                <a:lnTo>
                  <a:pt x="867575" y="985037"/>
                </a:lnTo>
                <a:lnTo>
                  <a:pt x="891032" y="1016863"/>
                </a:lnTo>
                <a:lnTo>
                  <a:pt x="946734" y="1067231"/>
                </a:lnTo>
                <a:lnTo>
                  <a:pt x="1013879" y="1101204"/>
                </a:lnTo>
                <a:lnTo>
                  <a:pt x="1051623" y="1112558"/>
                </a:lnTo>
                <a:lnTo>
                  <a:pt x="1092085" y="1120419"/>
                </a:lnTo>
                <a:lnTo>
                  <a:pt x="1135240" y="1124991"/>
                </a:lnTo>
                <a:lnTo>
                  <a:pt x="1181036" y="1126464"/>
                </a:lnTo>
                <a:lnTo>
                  <a:pt x="1227086" y="1124991"/>
                </a:lnTo>
                <a:lnTo>
                  <a:pt x="1270431" y="1120419"/>
                </a:lnTo>
                <a:lnTo>
                  <a:pt x="1311033" y="1112558"/>
                </a:lnTo>
                <a:lnTo>
                  <a:pt x="1348854" y="1101204"/>
                </a:lnTo>
                <a:lnTo>
                  <a:pt x="1416011" y="1067231"/>
                </a:lnTo>
                <a:lnTo>
                  <a:pt x="1471612" y="1016863"/>
                </a:lnTo>
                <a:lnTo>
                  <a:pt x="1494993" y="985037"/>
                </a:lnTo>
                <a:lnTo>
                  <a:pt x="1515376" y="948499"/>
                </a:lnTo>
                <a:lnTo>
                  <a:pt x="1532724" y="907072"/>
                </a:lnTo>
                <a:lnTo>
                  <a:pt x="1544866" y="867473"/>
                </a:lnTo>
                <a:lnTo>
                  <a:pt x="1558163" y="808723"/>
                </a:lnTo>
                <a:lnTo>
                  <a:pt x="1566176" y="751382"/>
                </a:lnTo>
                <a:lnTo>
                  <a:pt x="1571015" y="688352"/>
                </a:lnTo>
                <a:lnTo>
                  <a:pt x="1572641" y="619404"/>
                </a:lnTo>
                <a:lnTo>
                  <a:pt x="1572641" y="507060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903050" y="7628828"/>
            <a:ext cx="739775" cy="1092200"/>
          </a:xfrm>
          <a:custGeom>
            <a:avLst/>
            <a:gdLst/>
            <a:ahLst/>
            <a:cxnLst/>
            <a:rect l="l" t="t" r="r" b="b"/>
            <a:pathLst>
              <a:path w="739775" h="1092200">
                <a:moveTo>
                  <a:pt x="358847" y="0"/>
                </a:moveTo>
                <a:lnTo>
                  <a:pt x="0" y="0"/>
                </a:lnTo>
                <a:lnTo>
                  <a:pt x="0" y="1092134"/>
                </a:lnTo>
                <a:lnTo>
                  <a:pt x="358847" y="1092134"/>
                </a:lnTo>
                <a:lnTo>
                  <a:pt x="414349" y="1089127"/>
                </a:lnTo>
                <a:lnTo>
                  <a:pt x="464302" y="1080386"/>
                </a:lnTo>
                <a:lnTo>
                  <a:pt x="508989" y="1066334"/>
                </a:lnTo>
                <a:lnTo>
                  <a:pt x="548690" y="1047390"/>
                </a:lnTo>
                <a:lnTo>
                  <a:pt x="583689" y="1023976"/>
                </a:lnTo>
                <a:lnTo>
                  <a:pt x="614267" y="996513"/>
                </a:lnTo>
                <a:lnTo>
                  <a:pt x="640707" y="965422"/>
                </a:lnTo>
                <a:lnTo>
                  <a:pt x="663290" y="931125"/>
                </a:lnTo>
                <a:lnTo>
                  <a:pt x="682299" y="894042"/>
                </a:lnTo>
                <a:lnTo>
                  <a:pt x="698015" y="854594"/>
                </a:lnTo>
                <a:lnTo>
                  <a:pt x="698376" y="853419"/>
                </a:lnTo>
                <a:lnTo>
                  <a:pt x="288640" y="853419"/>
                </a:lnTo>
                <a:lnTo>
                  <a:pt x="288640" y="238715"/>
                </a:lnTo>
                <a:lnTo>
                  <a:pt x="697438" y="238715"/>
                </a:lnTo>
                <a:lnTo>
                  <a:pt x="682299" y="200407"/>
                </a:lnTo>
                <a:lnTo>
                  <a:pt x="663290" y="162980"/>
                </a:lnTo>
                <a:lnTo>
                  <a:pt x="640707" y="128329"/>
                </a:lnTo>
                <a:lnTo>
                  <a:pt x="614267" y="96889"/>
                </a:lnTo>
                <a:lnTo>
                  <a:pt x="583689" y="69094"/>
                </a:lnTo>
                <a:lnTo>
                  <a:pt x="548690" y="45379"/>
                </a:lnTo>
                <a:lnTo>
                  <a:pt x="508989" y="26177"/>
                </a:lnTo>
                <a:lnTo>
                  <a:pt x="464302" y="11924"/>
                </a:lnTo>
                <a:lnTo>
                  <a:pt x="414349" y="3053"/>
                </a:lnTo>
                <a:lnTo>
                  <a:pt x="358847" y="0"/>
                </a:lnTo>
                <a:close/>
              </a:path>
              <a:path w="739775" h="1092200">
                <a:moveTo>
                  <a:pt x="697438" y="238715"/>
                </a:moveTo>
                <a:lnTo>
                  <a:pt x="332324" y="238715"/>
                </a:lnTo>
                <a:lnTo>
                  <a:pt x="372358" y="248725"/>
                </a:lnTo>
                <a:lnTo>
                  <a:pt x="402190" y="275793"/>
                </a:lnTo>
                <a:lnTo>
                  <a:pt x="423320" y="315477"/>
                </a:lnTo>
                <a:lnTo>
                  <a:pt x="437245" y="363333"/>
                </a:lnTo>
                <a:lnTo>
                  <a:pt x="445467" y="414919"/>
                </a:lnTo>
                <a:lnTo>
                  <a:pt x="449483" y="465791"/>
                </a:lnTo>
                <a:lnTo>
                  <a:pt x="450793" y="511508"/>
                </a:lnTo>
                <a:lnTo>
                  <a:pt x="450793" y="584062"/>
                </a:lnTo>
                <a:lnTo>
                  <a:pt x="449483" y="629637"/>
                </a:lnTo>
                <a:lnTo>
                  <a:pt x="445467" y="680038"/>
                </a:lnTo>
                <a:lnTo>
                  <a:pt x="437245" y="730950"/>
                </a:lnTo>
                <a:lnTo>
                  <a:pt x="423320" y="778058"/>
                </a:lnTo>
                <a:lnTo>
                  <a:pt x="402190" y="817049"/>
                </a:lnTo>
                <a:lnTo>
                  <a:pt x="372358" y="843607"/>
                </a:lnTo>
                <a:lnTo>
                  <a:pt x="332324" y="853419"/>
                </a:lnTo>
                <a:lnTo>
                  <a:pt x="698376" y="853419"/>
                </a:lnTo>
                <a:lnTo>
                  <a:pt x="710720" y="813203"/>
                </a:lnTo>
                <a:lnTo>
                  <a:pt x="720697" y="770289"/>
                </a:lnTo>
                <a:lnTo>
                  <a:pt x="728228" y="726275"/>
                </a:lnTo>
                <a:lnTo>
                  <a:pt x="733594" y="681580"/>
                </a:lnTo>
                <a:lnTo>
                  <a:pt x="737078" y="636627"/>
                </a:lnTo>
                <a:lnTo>
                  <a:pt x="738962" y="591835"/>
                </a:lnTo>
                <a:lnTo>
                  <a:pt x="739527" y="547627"/>
                </a:lnTo>
                <a:lnTo>
                  <a:pt x="738962" y="503631"/>
                </a:lnTo>
                <a:lnTo>
                  <a:pt x="737078" y="458936"/>
                </a:lnTo>
                <a:lnTo>
                  <a:pt x="733594" y="413976"/>
                </a:lnTo>
                <a:lnTo>
                  <a:pt x="728228" y="369186"/>
                </a:lnTo>
                <a:lnTo>
                  <a:pt x="720697" y="324999"/>
                </a:lnTo>
                <a:lnTo>
                  <a:pt x="710720" y="281851"/>
                </a:lnTo>
                <a:lnTo>
                  <a:pt x="698015" y="240175"/>
                </a:lnTo>
                <a:lnTo>
                  <a:pt x="697438" y="238715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728369" y="7628830"/>
            <a:ext cx="716280" cy="1109345"/>
          </a:xfrm>
          <a:custGeom>
            <a:avLst/>
            <a:gdLst/>
            <a:ahLst/>
            <a:cxnLst/>
            <a:rect l="l" t="t" r="r" b="b"/>
            <a:pathLst>
              <a:path w="716280" h="1109345">
                <a:moveTo>
                  <a:pt x="716124" y="0"/>
                </a:moveTo>
                <a:lnTo>
                  <a:pt x="427494" y="0"/>
                </a:lnTo>
                <a:lnTo>
                  <a:pt x="427494" y="775421"/>
                </a:lnTo>
                <a:lnTo>
                  <a:pt x="422032" y="815571"/>
                </a:lnTo>
                <a:lnTo>
                  <a:pt x="407208" y="841533"/>
                </a:lnTo>
                <a:lnTo>
                  <a:pt x="385366" y="855501"/>
                </a:lnTo>
                <a:lnTo>
                  <a:pt x="358847" y="859670"/>
                </a:lnTo>
                <a:lnTo>
                  <a:pt x="331660" y="855501"/>
                </a:lnTo>
                <a:lnTo>
                  <a:pt x="309888" y="841533"/>
                </a:lnTo>
                <a:lnTo>
                  <a:pt x="295431" y="815571"/>
                </a:lnTo>
                <a:lnTo>
                  <a:pt x="290190" y="775421"/>
                </a:lnTo>
                <a:lnTo>
                  <a:pt x="290190" y="0"/>
                </a:lnTo>
                <a:lnTo>
                  <a:pt x="0" y="0"/>
                </a:lnTo>
                <a:lnTo>
                  <a:pt x="0" y="692722"/>
                </a:lnTo>
                <a:lnTo>
                  <a:pt x="2303" y="766827"/>
                </a:lnTo>
                <a:lnTo>
                  <a:pt x="9069" y="831735"/>
                </a:lnTo>
                <a:lnTo>
                  <a:pt x="20079" y="888039"/>
                </a:lnTo>
                <a:lnTo>
                  <a:pt x="35115" y="936332"/>
                </a:lnTo>
                <a:lnTo>
                  <a:pt x="53957" y="977209"/>
                </a:lnTo>
                <a:lnTo>
                  <a:pt x="76389" y="1011263"/>
                </a:lnTo>
                <a:lnTo>
                  <a:pt x="131146" y="1061275"/>
                </a:lnTo>
                <a:lnTo>
                  <a:pt x="197639" y="1091119"/>
                </a:lnTo>
                <a:lnTo>
                  <a:pt x="234741" y="1099962"/>
                </a:lnTo>
                <a:lnTo>
                  <a:pt x="274122" y="1105543"/>
                </a:lnTo>
                <a:lnTo>
                  <a:pt x="315563" y="1108456"/>
                </a:lnTo>
                <a:lnTo>
                  <a:pt x="358847" y="1109296"/>
                </a:lnTo>
                <a:lnTo>
                  <a:pt x="402106" y="1108456"/>
                </a:lnTo>
                <a:lnTo>
                  <a:pt x="443483" y="1105543"/>
                </a:lnTo>
                <a:lnTo>
                  <a:pt x="482764" y="1099962"/>
                </a:lnTo>
                <a:lnTo>
                  <a:pt x="554197" y="1078422"/>
                </a:lnTo>
                <a:lnTo>
                  <a:pt x="614714" y="1039087"/>
                </a:lnTo>
                <a:lnTo>
                  <a:pt x="662622" y="977209"/>
                </a:lnTo>
                <a:lnTo>
                  <a:pt x="681319" y="936332"/>
                </a:lnTo>
                <a:lnTo>
                  <a:pt x="696229" y="888039"/>
                </a:lnTo>
                <a:lnTo>
                  <a:pt x="707141" y="831735"/>
                </a:lnTo>
                <a:lnTo>
                  <a:pt x="713843" y="766827"/>
                </a:lnTo>
                <a:lnTo>
                  <a:pt x="716124" y="692722"/>
                </a:lnTo>
                <a:lnTo>
                  <a:pt x="716124" y="0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531600" y="7612847"/>
            <a:ext cx="607695" cy="1125220"/>
          </a:xfrm>
          <a:custGeom>
            <a:avLst/>
            <a:gdLst/>
            <a:ahLst/>
            <a:cxnLst/>
            <a:rect l="l" t="t" r="r" b="b"/>
            <a:pathLst>
              <a:path w="607694" h="1125220">
                <a:moveTo>
                  <a:pt x="413021" y="0"/>
                </a:moveTo>
                <a:lnTo>
                  <a:pt x="338634" y="2114"/>
                </a:lnTo>
                <a:lnTo>
                  <a:pt x="268153" y="13909"/>
                </a:lnTo>
                <a:lnTo>
                  <a:pt x="202937" y="37882"/>
                </a:lnTo>
                <a:lnTo>
                  <a:pt x="144344" y="76533"/>
                </a:lnTo>
                <a:lnTo>
                  <a:pt x="93732" y="132359"/>
                </a:lnTo>
                <a:lnTo>
                  <a:pt x="71843" y="167494"/>
                </a:lnTo>
                <a:lnTo>
                  <a:pt x="52460" y="207860"/>
                </a:lnTo>
                <a:lnTo>
                  <a:pt x="35751" y="253769"/>
                </a:lnTo>
                <a:lnTo>
                  <a:pt x="21886" y="305534"/>
                </a:lnTo>
                <a:lnTo>
                  <a:pt x="11036" y="363467"/>
                </a:lnTo>
                <a:lnTo>
                  <a:pt x="3369" y="427880"/>
                </a:lnTo>
                <a:lnTo>
                  <a:pt x="1123" y="471360"/>
                </a:lnTo>
                <a:lnTo>
                  <a:pt x="0" y="527500"/>
                </a:lnTo>
                <a:lnTo>
                  <a:pt x="0" y="588733"/>
                </a:lnTo>
                <a:lnTo>
                  <a:pt x="1123" y="647494"/>
                </a:lnTo>
                <a:lnTo>
                  <a:pt x="3369" y="696217"/>
                </a:lnTo>
                <a:lnTo>
                  <a:pt x="9964" y="760812"/>
                </a:lnTo>
                <a:lnTo>
                  <a:pt x="19831" y="818855"/>
                </a:lnTo>
                <a:lnTo>
                  <a:pt x="32803" y="870668"/>
                </a:lnTo>
                <a:lnTo>
                  <a:pt x="48714" y="916578"/>
                </a:lnTo>
                <a:lnTo>
                  <a:pt x="67396" y="956908"/>
                </a:lnTo>
                <a:lnTo>
                  <a:pt x="88683" y="991983"/>
                </a:lnTo>
                <a:lnTo>
                  <a:pt x="112408" y="1022127"/>
                </a:lnTo>
                <a:lnTo>
                  <a:pt x="166505" y="1068921"/>
                </a:lnTo>
                <a:lnTo>
                  <a:pt x="228353" y="1099885"/>
                </a:lnTo>
                <a:lnTo>
                  <a:pt x="296618" y="1117616"/>
                </a:lnTo>
                <a:lnTo>
                  <a:pt x="369966" y="1124708"/>
                </a:lnTo>
                <a:lnTo>
                  <a:pt x="408129" y="1125076"/>
                </a:lnTo>
                <a:lnTo>
                  <a:pt x="447062" y="1123757"/>
                </a:lnTo>
                <a:lnTo>
                  <a:pt x="486599" y="1121077"/>
                </a:lnTo>
                <a:lnTo>
                  <a:pt x="526572" y="1117359"/>
                </a:lnTo>
                <a:lnTo>
                  <a:pt x="566816" y="1112929"/>
                </a:lnTo>
                <a:lnTo>
                  <a:pt x="607163" y="1108110"/>
                </a:lnTo>
                <a:lnTo>
                  <a:pt x="607163" y="860044"/>
                </a:lnTo>
                <a:lnTo>
                  <a:pt x="580779" y="866521"/>
                </a:lnTo>
                <a:lnTo>
                  <a:pt x="547926" y="872725"/>
                </a:lnTo>
                <a:lnTo>
                  <a:pt x="510655" y="877077"/>
                </a:lnTo>
                <a:lnTo>
                  <a:pt x="471016" y="877993"/>
                </a:lnTo>
                <a:lnTo>
                  <a:pt x="431058" y="873891"/>
                </a:lnTo>
                <a:lnTo>
                  <a:pt x="392832" y="863190"/>
                </a:lnTo>
                <a:lnTo>
                  <a:pt x="358386" y="844307"/>
                </a:lnTo>
                <a:lnTo>
                  <a:pt x="329773" y="815661"/>
                </a:lnTo>
                <a:lnTo>
                  <a:pt x="309041" y="775669"/>
                </a:lnTo>
                <a:lnTo>
                  <a:pt x="298240" y="722750"/>
                </a:lnTo>
                <a:lnTo>
                  <a:pt x="294344" y="667963"/>
                </a:lnTo>
                <a:lnTo>
                  <a:pt x="292006" y="613132"/>
                </a:lnTo>
                <a:lnTo>
                  <a:pt x="291227" y="558734"/>
                </a:lnTo>
                <a:lnTo>
                  <a:pt x="292006" y="505247"/>
                </a:lnTo>
                <a:lnTo>
                  <a:pt x="294344" y="453149"/>
                </a:lnTo>
                <a:lnTo>
                  <a:pt x="298240" y="402917"/>
                </a:lnTo>
                <a:lnTo>
                  <a:pt x="309417" y="348814"/>
                </a:lnTo>
                <a:lnTo>
                  <a:pt x="330368" y="308042"/>
                </a:lnTo>
                <a:lnTo>
                  <a:pt x="359070" y="278952"/>
                </a:lnTo>
                <a:lnTo>
                  <a:pt x="393501" y="259898"/>
                </a:lnTo>
                <a:lnTo>
                  <a:pt x="431639" y="249232"/>
                </a:lnTo>
                <a:lnTo>
                  <a:pt x="471462" y="245306"/>
                </a:lnTo>
                <a:lnTo>
                  <a:pt x="510948" y="246473"/>
                </a:lnTo>
                <a:lnTo>
                  <a:pt x="548075" y="251084"/>
                </a:lnTo>
                <a:lnTo>
                  <a:pt x="580821" y="257493"/>
                </a:lnTo>
                <a:lnTo>
                  <a:pt x="607163" y="264052"/>
                </a:lnTo>
                <a:lnTo>
                  <a:pt x="607163" y="20667"/>
                </a:lnTo>
                <a:lnTo>
                  <a:pt x="568079" y="14817"/>
                </a:lnTo>
                <a:lnTo>
                  <a:pt x="528954" y="9512"/>
                </a:lnTo>
                <a:lnTo>
                  <a:pt x="489956" y="5067"/>
                </a:lnTo>
                <a:lnTo>
                  <a:pt x="451255" y="1791"/>
                </a:lnTo>
                <a:lnTo>
                  <a:pt x="413021" y="0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208934" y="7611674"/>
            <a:ext cx="1487170" cy="1126490"/>
          </a:xfrm>
          <a:custGeom>
            <a:avLst/>
            <a:gdLst/>
            <a:ahLst/>
            <a:cxnLst/>
            <a:rect l="l" t="t" r="r" b="b"/>
            <a:pathLst>
              <a:path w="1487169" h="1126490">
                <a:moveTo>
                  <a:pt x="672452" y="17119"/>
                </a:moveTo>
                <a:lnTo>
                  <a:pt x="0" y="17119"/>
                </a:lnTo>
                <a:lnTo>
                  <a:pt x="0" y="255879"/>
                </a:lnTo>
                <a:lnTo>
                  <a:pt x="191909" y="255879"/>
                </a:lnTo>
                <a:lnTo>
                  <a:pt x="191909" y="1109319"/>
                </a:lnTo>
                <a:lnTo>
                  <a:pt x="480542" y="1109319"/>
                </a:lnTo>
                <a:lnTo>
                  <a:pt x="480542" y="255879"/>
                </a:lnTo>
                <a:lnTo>
                  <a:pt x="672452" y="255879"/>
                </a:lnTo>
                <a:lnTo>
                  <a:pt x="672452" y="17119"/>
                </a:lnTo>
                <a:close/>
              </a:path>
              <a:path w="1487169" h="1126490">
                <a:moveTo>
                  <a:pt x="1486865" y="507060"/>
                </a:moveTo>
                <a:lnTo>
                  <a:pt x="1485239" y="438124"/>
                </a:lnTo>
                <a:lnTo>
                  <a:pt x="1480400" y="375081"/>
                </a:lnTo>
                <a:lnTo>
                  <a:pt x="1472387" y="317754"/>
                </a:lnTo>
                <a:lnTo>
                  <a:pt x="1461223" y="265912"/>
                </a:lnTo>
                <a:lnTo>
                  <a:pt x="1459572" y="260540"/>
                </a:lnTo>
                <a:lnTo>
                  <a:pt x="1446949" y="219392"/>
                </a:lnTo>
                <a:lnTo>
                  <a:pt x="1429600" y="177965"/>
                </a:lnTo>
                <a:lnTo>
                  <a:pt x="1409230" y="141439"/>
                </a:lnTo>
                <a:lnTo>
                  <a:pt x="1385849" y="109601"/>
                </a:lnTo>
                <a:lnTo>
                  <a:pt x="1330236" y="59245"/>
                </a:lnTo>
                <a:lnTo>
                  <a:pt x="1263078" y="25260"/>
                </a:lnTo>
                <a:lnTo>
                  <a:pt x="1225257" y="13906"/>
                </a:lnTo>
                <a:lnTo>
                  <a:pt x="1199794" y="8978"/>
                </a:lnTo>
                <a:lnTo>
                  <a:pt x="1199794" y="532028"/>
                </a:lnTo>
                <a:lnTo>
                  <a:pt x="1199794" y="595985"/>
                </a:lnTo>
                <a:lnTo>
                  <a:pt x="1198587" y="680783"/>
                </a:lnTo>
                <a:lnTo>
                  <a:pt x="1194358" y="746696"/>
                </a:lnTo>
                <a:lnTo>
                  <a:pt x="1186167" y="795858"/>
                </a:lnTo>
                <a:lnTo>
                  <a:pt x="1154201" y="852398"/>
                </a:lnTo>
                <a:lnTo>
                  <a:pt x="1095260" y="867473"/>
                </a:lnTo>
                <a:lnTo>
                  <a:pt x="1062545" y="864057"/>
                </a:lnTo>
                <a:lnTo>
                  <a:pt x="1018717" y="830376"/>
                </a:lnTo>
                <a:lnTo>
                  <a:pt x="997699" y="746696"/>
                </a:lnTo>
                <a:lnTo>
                  <a:pt x="993495" y="680783"/>
                </a:lnTo>
                <a:lnTo>
                  <a:pt x="992289" y="595985"/>
                </a:lnTo>
                <a:lnTo>
                  <a:pt x="992289" y="532028"/>
                </a:lnTo>
                <a:lnTo>
                  <a:pt x="993495" y="447230"/>
                </a:lnTo>
                <a:lnTo>
                  <a:pt x="997699" y="381317"/>
                </a:lnTo>
                <a:lnTo>
                  <a:pt x="1005801" y="332168"/>
                </a:lnTo>
                <a:lnTo>
                  <a:pt x="1037323" y="275615"/>
                </a:lnTo>
                <a:lnTo>
                  <a:pt x="1095260" y="260540"/>
                </a:lnTo>
                <a:lnTo>
                  <a:pt x="1128560" y="263956"/>
                </a:lnTo>
                <a:lnTo>
                  <a:pt x="1173086" y="297637"/>
                </a:lnTo>
                <a:lnTo>
                  <a:pt x="1194358" y="381317"/>
                </a:lnTo>
                <a:lnTo>
                  <a:pt x="1198587" y="447230"/>
                </a:lnTo>
                <a:lnTo>
                  <a:pt x="1199794" y="532028"/>
                </a:lnTo>
                <a:lnTo>
                  <a:pt x="1199794" y="8978"/>
                </a:lnTo>
                <a:lnTo>
                  <a:pt x="1184656" y="6045"/>
                </a:lnTo>
                <a:lnTo>
                  <a:pt x="1141310" y="1473"/>
                </a:lnTo>
                <a:lnTo>
                  <a:pt x="1095260" y="0"/>
                </a:lnTo>
                <a:lnTo>
                  <a:pt x="1049477" y="1473"/>
                </a:lnTo>
                <a:lnTo>
                  <a:pt x="1006322" y="6045"/>
                </a:lnTo>
                <a:lnTo>
                  <a:pt x="965847" y="13906"/>
                </a:lnTo>
                <a:lnTo>
                  <a:pt x="928103" y="25260"/>
                </a:lnTo>
                <a:lnTo>
                  <a:pt x="860971" y="59245"/>
                </a:lnTo>
                <a:lnTo>
                  <a:pt x="805256" y="109601"/>
                </a:lnTo>
                <a:lnTo>
                  <a:pt x="781799" y="141439"/>
                </a:lnTo>
                <a:lnTo>
                  <a:pt x="761326" y="177965"/>
                </a:lnTo>
                <a:lnTo>
                  <a:pt x="743889" y="219392"/>
                </a:lnTo>
                <a:lnTo>
                  <a:pt x="729513" y="265912"/>
                </a:lnTo>
                <a:lnTo>
                  <a:pt x="718273" y="317754"/>
                </a:lnTo>
                <a:lnTo>
                  <a:pt x="710184" y="375081"/>
                </a:lnTo>
                <a:lnTo>
                  <a:pt x="705294" y="438124"/>
                </a:lnTo>
                <a:lnTo>
                  <a:pt x="703656" y="507060"/>
                </a:lnTo>
                <a:lnTo>
                  <a:pt x="703656" y="619404"/>
                </a:lnTo>
                <a:lnTo>
                  <a:pt x="705294" y="688352"/>
                </a:lnTo>
                <a:lnTo>
                  <a:pt x="710184" y="751382"/>
                </a:lnTo>
                <a:lnTo>
                  <a:pt x="718273" y="808723"/>
                </a:lnTo>
                <a:lnTo>
                  <a:pt x="729513" y="860552"/>
                </a:lnTo>
                <a:lnTo>
                  <a:pt x="743889" y="907072"/>
                </a:lnTo>
                <a:lnTo>
                  <a:pt x="761326" y="948499"/>
                </a:lnTo>
                <a:lnTo>
                  <a:pt x="781799" y="985037"/>
                </a:lnTo>
                <a:lnTo>
                  <a:pt x="805256" y="1016863"/>
                </a:lnTo>
                <a:lnTo>
                  <a:pt x="860971" y="1067231"/>
                </a:lnTo>
                <a:lnTo>
                  <a:pt x="928103" y="1101204"/>
                </a:lnTo>
                <a:lnTo>
                  <a:pt x="965847" y="1112558"/>
                </a:lnTo>
                <a:lnTo>
                  <a:pt x="1006322" y="1120419"/>
                </a:lnTo>
                <a:lnTo>
                  <a:pt x="1049477" y="1124991"/>
                </a:lnTo>
                <a:lnTo>
                  <a:pt x="1095260" y="1126464"/>
                </a:lnTo>
                <a:lnTo>
                  <a:pt x="1141310" y="1124991"/>
                </a:lnTo>
                <a:lnTo>
                  <a:pt x="1184656" y="1120419"/>
                </a:lnTo>
                <a:lnTo>
                  <a:pt x="1225257" y="1112558"/>
                </a:lnTo>
                <a:lnTo>
                  <a:pt x="1263078" y="1101204"/>
                </a:lnTo>
                <a:lnTo>
                  <a:pt x="1298092" y="1086167"/>
                </a:lnTo>
                <a:lnTo>
                  <a:pt x="1359509" y="1044194"/>
                </a:lnTo>
                <a:lnTo>
                  <a:pt x="1409230" y="985037"/>
                </a:lnTo>
                <a:lnTo>
                  <a:pt x="1429600" y="948499"/>
                </a:lnTo>
                <a:lnTo>
                  <a:pt x="1446949" y="907072"/>
                </a:lnTo>
                <a:lnTo>
                  <a:pt x="1459103" y="867473"/>
                </a:lnTo>
                <a:lnTo>
                  <a:pt x="1472387" y="808723"/>
                </a:lnTo>
                <a:lnTo>
                  <a:pt x="1480400" y="751382"/>
                </a:lnTo>
                <a:lnTo>
                  <a:pt x="1485239" y="688352"/>
                </a:lnTo>
                <a:lnTo>
                  <a:pt x="1486865" y="619404"/>
                </a:lnTo>
                <a:lnTo>
                  <a:pt x="1486865" y="507060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758326" y="7611671"/>
            <a:ext cx="571500" cy="1126490"/>
          </a:xfrm>
          <a:custGeom>
            <a:avLst/>
            <a:gdLst/>
            <a:ahLst/>
            <a:cxnLst/>
            <a:rect l="l" t="t" r="r" b="b"/>
            <a:pathLst>
              <a:path w="571500" h="1126490">
                <a:moveTo>
                  <a:pt x="318143" y="0"/>
                </a:moveTo>
                <a:lnTo>
                  <a:pt x="240884" y="6178"/>
                </a:lnTo>
                <a:lnTo>
                  <a:pt x="200826" y="14954"/>
                </a:lnTo>
                <a:lnTo>
                  <a:pt x="161377" y="28457"/>
                </a:lnTo>
                <a:lnTo>
                  <a:pt x="123706" y="47389"/>
                </a:lnTo>
                <a:lnTo>
                  <a:pt x="88984" y="72453"/>
                </a:lnTo>
                <a:lnTo>
                  <a:pt x="58380" y="104351"/>
                </a:lnTo>
                <a:lnTo>
                  <a:pt x="33065" y="143784"/>
                </a:lnTo>
                <a:lnTo>
                  <a:pt x="14208" y="191455"/>
                </a:lnTo>
                <a:lnTo>
                  <a:pt x="2980" y="248065"/>
                </a:lnTo>
                <a:lnTo>
                  <a:pt x="0" y="299246"/>
                </a:lnTo>
                <a:lnTo>
                  <a:pt x="3691" y="347702"/>
                </a:lnTo>
                <a:lnTo>
                  <a:pt x="13708" y="393780"/>
                </a:lnTo>
                <a:lnTo>
                  <a:pt x="29703" y="437828"/>
                </a:lnTo>
                <a:lnTo>
                  <a:pt x="51329" y="480192"/>
                </a:lnTo>
                <a:lnTo>
                  <a:pt x="78239" y="521221"/>
                </a:lnTo>
                <a:lnTo>
                  <a:pt x="110087" y="561262"/>
                </a:lnTo>
                <a:lnTo>
                  <a:pt x="146525" y="600662"/>
                </a:lnTo>
                <a:lnTo>
                  <a:pt x="203989" y="660973"/>
                </a:lnTo>
                <a:lnTo>
                  <a:pt x="243030" y="708330"/>
                </a:lnTo>
                <a:lnTo>
                  <a:pt x="265821" y="747376"/>
                </a:lnTo>
                <a:lnTo>
                  <a:pt x="274533" y="782754"/>
                </a:lnTo>
                <a:lnTo>
                  <a:pt x="271338" y="819105"/>
                </a:lnTo>
                <a:lnTo>
                  <a:pt x="257613" y="846305"/>
                </a:lnTo>
                <a:lnTo>
                  <a:pt x="232918" y="863561"/>
                </a:lnTo>
                <a:lnTo>
                  <a:pt x="200907" y="872628"/>
                </a:lnTo>
                <a:lnTo>
                  <a:pt x="165237" y="875261"/>
                </a:lnTo>
                <a:lnTo>
                  <a:pt x="110247" y="874749"/>
                </a:lnTo>
                <a:lnTo>
                  <a:pt x="76316" y="871165"/>
                </a:lnTo>
                <a:lnTo>
                  <a:pt x="49405" y="861439"/>
                </a:lnTo>
                <a:lnTo>
                  <a:pt x="15471" y="842497"/>
                </a:lnTo>
                <a:lnTo>
                  <a:pt x="15471" y="1082762"/>
                </a:lnTo>
                <a:lnTo>
                  <a:pt x="32073" y="1089590"/>
                </a:lnTo>
                <a:lnTo>
                  <a:pt x="78073" y="1104610"/>
                </a:lnTo>
                <a:lnTo>
                  <a:pt x="147768" y="1119630"/>
                </a:lnTo>
                <a:lnTo>
                  <a:pt x="235454" y="1126457"/>
                </a:lnTo>
                <a:lnTo>
                  <a:pt x="270568" y="1125390"/>
                </a:lnTo>
                <a:lnTo>
                  <a:pt x="345130" y="1115193"/>
                </a:lnTo>
                <a:lnTo>
                  <a:pt x="382748" y="1104959"/>
                </a:lnTo>
                <a:lnTo>
                  <a:pt x="419369" y="1090564"/>
                </a:lnTo>
                <a:lnTo>
                  <a:pt x="454077" y="1071456"/>
                </a:lnTo>
                <a:lnTo>
                  <a:pt x="485958" y="1047083"/>
                </a:lnTo>
                <a:lnTo>
                  <a:pt x="514095" y="1016892"/>
                </a:lnTo>
                <a:lnTo>
                  <a:pt x="537574" y="980330"/>
                </a:lnTo>
                <a:lnTo>
                  <a:pt x="555478" y="936845"/>
                </a:lnTo>
                <a:lnTo>
                  <a:pt x="566892" y="885884"/>
                </a:lnTo>
                <a:lnTo>
                  <a:pt x="570900" y="826896"/>
                </a:lnTo>
                <a:lnTo>
                  <a:pt x="567863" y="775115"/>
                </a:lnTo>
                <a:lnTo>
                  <a:pt x="559086" y="727455"/>
                </a:lnTo>
                <a:lnTo>
                  <a:pt x="545070" y="683185"/>
                </a:lnTo>
                <a:lnTo>
                  <a:pt x="526316" y="641573"/>
                </a:lnTo>
                <a:lnTo>
                  <a:pt x="503325" y="601888"/>
                </a:lnTo>
                <a:lnTo>
                  <a:pt x="476596" y="563397"/>
                </a:lnTo>
                <a:lnTo>
                  <a:pt x="446632" y="525369"/>
                </a:lnTo>
                <a:lnTo>
                  <a:pt x="413933" y="487073"/>
                </a:lnTo>
                <a:lnTo>
                  <a:pt x="347937" y="412574"/>
                </a:lnTo>
                <a:lnTo>
                  <a:pt x="322435" y="379124"/>
                </a:lnTo>
                <a:lnTo>
                  <a:pt x="305710" y="346845"/>
                </a:lnTo>
                <a:lnTo>
                  <a:pt x="300981" y="315152"/>
                </a:lnTo>
                <a:lnTo>
                  <a:pt x="306612" y="288166"/>
                </a:lnTo>
                <a:lnTo>
                  <a:pt x="321458" y="266592"/>
                </a:lnTo>
                <a:lnTo>
                  <a:pt x="349468" y="251746"/>
                </a:lnTo>
                <a:lnTo>
                  <a:pt x="394591" y="244945"/>
                </a:lnTo>
                <a:lnTo>
                  <a:pt x="437891" y="243634"/>
                </a:lnTo>
                <a:lnTo>
                  <a:pt x="465976" y="246123"/>
                </a:lnTo>
                <a:lnTo>
                  <a:pt x="491132" y="255043"/>
                </a:lnTo>
                <a:lnTo>
                  <a:pt x="525644" y="273028"/>
                </a:lnTo>
                <a:lnTo>
                  <a:pt x="525644" y="46815"/>
                </a:lnTo>
                <a:lnTo>
                  <a:pt x="510117" y="39500"/>
                </a:lnTo>
                <a:lnTo>
                  <a:pt x="466947" y="23407"/>
                </a:lnTo>
                <a:lnTo>
                  <a:pt x="401250" y="7314"/>
                </a:lnTo>
                <a:lnTo>
                  <a:pt x="318143" y="0"/>
                </a:lnTo>
                <a:close/>
              </a:path>
            </a:pathLst>
          </a:custGeom>
          <a:solidFill>
            <a:srgbClr val="99B1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83B3A5A9-45B7-F79C-5AE2-14CC279822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7415" y="320675"/>
            <a:ext cx="2083406" cy="942688"/>
          </a:xfrm>
          <a:prstGeom prst="rect">
            <a:avLst/>
          </a:prstGeom>
        </p:spPr>
      </p:pic>
      <p:pic>
        <p:nvPicPr>
          <p:cNvPr id="24" name="Google Shape;106;p15">
            <a:extLst>
              <a:ext uri="{FF2B5EF4-FFF2-40B4-BE49-F238E27FC236}">
                <a16:creationId xmlns:a16="http://schemas.microsoft.com/office/drawing/2014/main" id="{7A291114-1AC1-4659-5237-66012FDC905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9254" y="3528009"/>
            <a:ext cx="4777777" cy="3815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8147592" y="6786974"/>
            <a:ext cx="3308327" cy="57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ES" sz="3600" spc="-25" dirty="0">
                <a:latin typeface="Trebuchet MS"/>
                <a:cs typeface="Trebuchet MS"/>
              </a:rPr>
              <a:t>6</a:t>
            </a:r>
            <a:r>
              <a:rPr sz="3600" spc="-160" dirty="0">
                <a:latin typeface="Trebuchet MS"/>
                <a:cs typeface="Trebuchet MS"/>
              </a:rPr>
              <a:t> </a:t>
            </a:r>
            <a:r>
              <a:rPr lang="es-CO" sz="3200" spc="-180" dirty="0">
                <a:latin typeface="Trebuchet MS"/>
                <a:cs typeface="Trebuchet MS"/>
              </a:rPr>
              <a:t>Unidades</a:t>
            </a:r>
            <a:r>
              <a:rPr lang="es-ES" sz="3600" spc="-180" dirty="0">
                <a:latin typeface="Trebuchet MS"/>
                <a:cs typeface="Trebuchet MS"/>
              </a:rPr>
              <a:t> x 32 g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0F4F654-4D50-5ACB-AE88-4174B0060B23}"/>
              </a:ext>
            </a:extLst>
          </p:cNvPr>
          <p:cNvSpPr txBox="1"/>
          <p:nvPr/>
        </p:nvSpPr>
        <p:spPr>
          <a:xfrm>
            <a:off x="3803038" y="5845242"/>
            <a:ext cx="50144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b="1" spc="-150" dirty="0">
                <a:latin typeface="Trebuchet MS" panose="020B0603020202020204" pitchFamily="34" charset="0"/>
                <a:cs typeface="Aharoni" panose="02010803020104030203" pitchFamily="2" charset="-79"/>
              </a:rPr>
              <a:t>MULTI PACK</a:t>
            </a:r>
            <a:endParaRPr lang="es-ES" sz="6600" b="1" spc="-150" dirty="0">
              <a:latin typeface="Trebuchet MS" panose="020B0603020202020204" pitchFamily="34" charset="0"/>
              <a:cs typeface="Aharoni" panose="02010803020104030203" pitchFamily="2" charset="-79"/>
            </a:endParaRP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F3E5BD13-24B1-D585-1CC1-5A76CFB771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2050" y="10023300"/>
            <a:ext cx="2083406" cy="942688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F6A06BC2-E812-6333-3A06-114B14F68F14}"/>
              </a:ext>
            </a:extLst>
          </p:cNvPr>
          <p:cNvSpPr txBox="1"/>
          <p:nvPr/>
        </p:nvSpPr>
        <p:spPr>
          <a:xfrm>
            <a:off x="11455919" y="92843"/>
            <a:ext cx="4081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b="1" spc="-150" dirty="0">
                <a:latin typeface="Trebuchet MS" panose="020B0603020202020204" pitchFamily="34" charset="0"/>
                <a:cs typeface="Aharoni" panose="02010803020104030203" pitchFamily="2" charset="-79"/>
              </a:rPr>
              <a:t>FAMILIAR</a:t>
            </a:r>
            <a:endParaRPr lang="es-ES" sz="6600" b="1" spc="-150" dirty="0">
              <a:latin typeface="Trebuchet MS" panose="020B06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25" name="object 10">
            <a:extLst>
              <a:ext uri="{FF2B5EF4-FFF2-40B4-BE49-F238E27FC236}">
                <a16:creationId xmlns:a16="http://schemas.microsoft.com/office/drawing/2014/main" id="{7B3043F5-F1F0-55AD-872E-F9665242DAA2}"/>
              </a:ext>
            </a:extLst>
          </p:cNvPr>
          <p:cNvSpPr txBox="1"/>
          <p:nvPr/>
        </p:nvSpPr>
        <p:spPr>
          <a:xfrm>
            <a:off x="15587011" y="409449"/>
            <a:ext cx="1563261" cy="69442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ES" sz="4400" spc="-180" dirty="0">
                <a:latin typeface="Trebuchet MS"/>
                <a:cs typeface="Trebuchet MS"/>
              </a:rPr>
              <a:t>128 g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51BEB20-FD02-2F73-29C3-19C1D33AEA08}"/>
              </a:ext>
            </a:extLst>
          </p:cNvPr>
          <p:cNvSpPr txBox="1"/>
          <p:nvPr/>
        </p:nvSpPr>
        <p:spPr>
          <a:xfrm>
            <a:off x="1526672" y="299407"/>
            <a:ext cx="4568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b="1" spc="-150" dirty="0">
                <a:latin typeface="Trebuchet MS" panose="020B0603020202020204" pitchFamily="34" charset="0"/>
                <a:cs typeface="Aharoni" panose="02010803020104030203" pitchFamily="2" charset="-79"/>
              </a:rPr>
              <a:t>PERSONAL</a:t>
            </a:r>
            <a:endParaRPr lang="es-ES" sz="6600" b="1" spc="-150" dirty="0">
              <a:latin typeface="Trebuchet MS" panose="020B06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27" name="object 10">
            <a:extLst>
              <a:ext uri="{FF2B5EF4-FFF2-40B4-BE49-F238E27FC236}">
                <a16:creationId xmlns:a16="http://schemas.microsoft.com/office/drawing/2014/main" id="{507709B5-A70E-63CF-4D3B-002A65F19869}"/>
              </a:ext>
            </a:extLst>
          </p:cNvPr>
          <p:cNvSpPr txBox="1"/>
          <p:nvPr/>
        </p:nvSpPr>
        <p:spPr>
          <a:xfrm>
            <a:off x="5934078" y="552360"/>
            <a:ext cx="1064336" cy="69442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ES" sz="4400" spc="-180" dirty="0">
                <a:latin typeface="Trebuchet MS"/>
                <a:cs typeface="Trebuchet MS"/>
              </a:rPr>
              <a:t>32 g</a:t>
            </a:r>
            <a:endParaRPr sz="4400" dirty="0">
              <a:latin typeface="Trebuchet MS"/>
              <a:cs typeface="Trebuchet M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82175B6-DFA0-7649-5096-11FC4E9685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344" y="968776"/>
            <a:ext cx="3612288" cy="512187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A402EB0-F32B-D8C2-C5B1-CFE4597BB8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7580" y="1090350"/>
            <a:ext cx="3612288" cy="510662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E497A0A-7A97-5180-539E-2BB5E09C166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5867" y="1146362"/>
            <a:ext cx="3612288" cy="503679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16B851C-7DDB-8E3F-20DB-D22FBF5B1D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76" t="4879" r="19169" b="19531"/>
          <a:stretch/>
        </p:blipFill>
        <p:spPr>
          <a:xfrm>
            <a:off x="5305647" y="1442193"/>
            <a:ext cx="2458861" cy="3603049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92CD2BAE-1002-8CA3-D63C-6D53233FBF76}"/>
              </a:ext>
            </a:extLst>
          </p:cNvPr>
          <p:cNvGrpSpPr/>
          <p:nvPr/>
        </p:nvGrpSpPr>
        <p:grpSpPr>
          <a:xfrm>
            <a:off x="2872277" y="6923232"/>
            <a:ext cx="4171185" cy="3029641"/>
            <a:chOff x="4736527" y="432283"/>
            <a:chExt cx="2781695" cy="2020418"/>
          </a:xfrm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0D35F2C4-EB4E-1887-588A-C3426B757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6527" y="454367"/>
              <a:ext cx="1359466" cy="1845934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C24DE71B-6FDE-1A51-3B0A-828A32CD2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4370" y="454366"/>
              <a:ext cx="1359466" cy="1845934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FE80DD42-848E-EE5D-DEAB-66C798B22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6356" y="432283"/>
              <a:ext cx="1359466" cy="1845934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9F2A13BA-F970-2701-B841-4D5154A46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8927" y="606767"/>
              <a:ext cx="1359466" cy="1845934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A2B81C94-C7F0-F787-DFBF-86608F327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6770" y="606766"/>
              <a:ext cx="1359466" cy="1845934"/>
            </a:xfrm>
            <a:prstGeom prst="rect">
              <a:avLst/>
            </a:prstGeom>
          </p:spPr>
        </p:pic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12446447-387D-9343-3795-9E18812B5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8756" y="584683"/>
              <a:ext cx="1359466" cy="1845934"/>
            </a:xfrm>
            <a:prstGeom prst="rect">
              <a:avLst/>
            </a:prstGeom>
          </p:spPr>
        </p:pic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7F7E48E8-5C36-4930-C6B0-89C310B507F6}"/>
              </a:ext>
            </a:extLst>
          </p:cNvPr>
          <p:cNvGrpSpPr/>
          <p:nvPr/>
        </p:nvGrpSpPr>
        <p:grpSpPr>
          <a:xfrm>
            <a:off x="6904690" y="7433991"/>
            <a:ext cx="4126661" cy="3060653"/>
            <a:chOff x="4236236" y="612714"/>
            <a:chExt cx="2525698" cy="1873254"/>
          </a:xfrm>
        </p:grpSpPr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E6509204-CA01-67E8-6D97-3FCA503D7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36236" y="628931"/>
              <a:ext cx="1155821" cy="1698771"/>
            </a:xfrm>
            <a:prstGeom prst="rect">
              <a:avLst/>
            </a:prstGeom>
          </p:spPr>
        </p:pic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109DCD70-85A9-41D2-9760-1B6023369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7937" y="634797"/>
              <a:ext cx="1155821" cy="1698771"/>
            </a:xfrm>
            <a:prstGeom prst="rect">
              <a:avLst/>
            </a:prstGeom>
          </p:spPr>
        </p:pic>
        <p:pic>
          <p:nvPicPr>
            <p:cNvPr id="34" name="Imagen 33">
              <a:extLst>
                <a:ext uri="{FF2B5EF4-FFF2-40B4-BE49-F238E27FC236}">
                  <a16:creationId xmlns:a16="http://schemas.microsoft.com/office/drawing/2014/main" id="{436E20A6-21E0-2218-4883-9244C22C9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53713" y="612714"/>
              <a:ext cx="1155821" cy="1698771"/>
            </a:xfrm>
            <a:prstGeom prst="rect">
              <a:avLst/>
            </a:prstGeom>
          </p:spPr>
        </p:pic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02BA0828-930C-C83D-36D6-C29FE205A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8636" y="781331"/>
              <a:ext cx="1155821" cy="1698771"/>
            </a:xfrm>
            <a:prstGeom prst="rect">
              <a:avLst/>
            </a:prstGeom>
          </p:spPr>
        </p:pic>
        <p:pic>
          <p:nvPicPr>
            <p:cNvPr id="36" name="Imagen 35">
              <a:extLst>
                <a:ext uri="{FF2B5EF4-FFF2-40B4-BE49-F238E27FC236}">
                  <a16:creationId xmlns:a16="http://schemas.microsoft.com/office/drawing/2014/main" id="{EB2C5DDF-1DAA-664F-DBEC-DC64E1A32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0337" y="787197"/>
              <a:ext cx="1155821" cy="1698771"/>
            </a:xfrm>
            <a:prstGeom prst="rect">
              <a:avLst/>
            </a:prstGeom>
          </p:spPr>
        </p:pic>
        <p:pic>
          <p:nvPicPr>
            <p:cNvPr id="37" name="Imagen 36">
              <a:extLst>
                <a:ext uri="{FF2B5EF4-FFF2-40B4-BE49-F238E27FC236}">
                  <a16:creationId xmlns:a16="http://schemas.microsoft.com/office/drawing/2014/main" id="{FBA69FDB-299F-AFFA-BC8A-25128C1AB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6113" y="765114"/>
              <a:ext cx="1155821" cy="1698771"/>
            </a:xfrm>
            <a:prstGeom prst="rect">
              <a:avLst/>
            </a:prstGeom>
          </p:spPr>
        </p:pic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74BBE2BE-6C9A-CDAC-AB89-D1A27E24F0CF}"/>
              </a:ext>
            </a:extLst>
          </p:cNvPr>
          <p:cNvGrpSpPr/>
          <p:nvPr/>
        </p:nvGrpSpPr>
        <p:grpSpPr>
          <a:xfrm>
            <a:off x="11184045" y="7617814"/>
            <a:ext cx="4193153" cy="3353557"/>
            <a:chOff x="7379743" y="790405"/>
            <a:chExt cx="2316034" cy="1852294"/>
          </a:xfrm>
        </p:grpSpPr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0EFF385E-B9F1-300D-39BF-73366FAE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76" t="4879" r="19169" b="19531"/>
            <a:stretch/>
          </p:blipFill>
          <p:spPr>
            <a:xfrm>
              <a:off x="7379743" y="816819"/>
              <a:ext cx="1142048" cy="1673480"/>
            </a:xfrm>
            <a:prstGeom prst="rect">
              <a:avLst/>
            </a:prstGeom>
          </p:spPr>
        </p:pic>
        <p:pic>
          <p:nvPicPr>
            <p:cNvPr id="40" name="Imagen 39">
              <a:extLst>
                <a:ext uri="{FF2B5EF4-FFF2-40B4-BE49-F238E27FC236}">
                  <a16:creationId xmlns:a16="http://schemas.microsoft.com/office/drawing/2014/main" id="{DB725F64-384D-AC4D-F976-95526DF79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76" t="4879" r="19169" b="19531"/>
            <a:stretch/>
          </p:blipFill>
          <p:spPr>
            <a:xfrm>
              <a:off x="7783520" y="793349"/>
              <a:ext cx="1142048" cy="1673480"/>
            </a:xfrm>
            <a:prstGeom prst="rect">
              <a:avLst/>
            </a:prstGeom>
          </p:spPr>
        </p:pic>
        <p:pic>
          <p:nvPicPr>
            <p:cNvPr id="42" name="Imagen 41">
              <a:extLst>
                <a:ext uri="{FF2B5EF4-FFF2-40B4-BE49-F238E27FC236}">
                  <a16:creationId xmlns:a16="http://schemas.microsoft.com/office/drawing/2014/main" id="{3076874A-87D5-F153-BC5E-C20782E7F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76" t="4879" r="19169" b="19531"/>
            <a:stretch/>
          </p:blipFill>
          <p:spPr>
            <a:xfrm>
              <a:off x="8401329" y="790405"/>
              <a:ext cx="1142048" cy="1673480"/>
            </a:xfrm>
            <a:prstGeom prst="rect">
              <a:avLst/>
            </a:prstGeom>
          </p:spPr>
        </p:pic>
        <p:pic>
          <p:nvPicPr>
            <p:cNvPr id="47" name="Imagen 46">
              <a:extLst>
                <a:ext uri="{FF2B5EF4-FFF2-40B4-BE49-F238E27FC236}">
                  <a16:creationId xmlns:a16="http://schemas.microsoft.com/office/drawing/2014/main" id="{8F1ED6A4-8E87-7B64-8173-3E9570DE4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76" t="4879" r="19169" b="19531"/>
            <a:stretch/>
          </p:blipFill>
          <p:spPr>
            <a:xfrm>
              <a:off x="7532143" y="969219"/>
              <a:ext cx="1142048" cy="1673480"/>
            </a:xfrm>
            <a:prstGeom prst="rect">
              <a:avLst/>
            </a:prstGeom>
          </p:spPr>
        </p:pic>
        <p:pic>
          <p:nvPicPr>
            <p:cNvPr id="49" name="Imagen 48">
              <a:extLst>
                <a:ext uri="{FF2B5EF4-FFF2-40B4-BE49-F238E27FC236}">
                  <a16:creationId xmlns:a16="http://schemas.microsoft.com/office/drawing/2014/main" id="{94246D19-D79E-90D2-F160-B8FAAAB65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76" t="4879" r="19169" b="19531"/>
            <a:stretch/>
          </p:blipFill>
          <p:spPr>
            <a:xfrm>
              <a:off x="7935920" y="945749"/>
              <a:ext cx="1142048" cy="1673480"/>
            </a:xfrm>
            <a:prstGeom prst="rect">
              <a:avLst/>
            </a:prstGeom>
          </p:spPr>
        </p:pic>
        <p:pic>
          <p:nvPicPr>
            <p:cNvPr id="50" name="Imagen 49">
              <a:extLst>
                <a:ext uri="{FF2B5EF4-FFF2-40B4-BE49-F238E27FC236}">
                  <a16:creationId xmlns:a16="http://schemas.microsoft.com/office/drawing/2014/main" id="{CC1E0884-B3E3-B16E-11CB-9FDF4A101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76" t="4879" r="19169" b="19531"/>
            <a:stretch/>
          </p:blipFill>
          <p:spPr>
            <a:xfrm>
              <a:off x="8553729" y="942805"/>
              <a:ext cx="1142048" cy="1673480"/>
            </a:xfrm>
            <a:prstGeom prst="rect">
              <a:avLst/>
            </a:prstGeom>
          </p:spPr>
        </p:pic>
      </p:grpSp>
      <p:pic>
        <p:nvPicPr>
          <p:cNvPr id="57" name="Imagen 56">
            <a:extLst>
              <a:ext uri="{FF2B5EF4-FFF2-40B4-BE49-F238E27FC236}">
                <a16:creationId xmlns:a16="http://schemas.microsoft.com/office/drawing/2014/main" id="{BF718821-243D-4330-FE80-3432912FE86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05" y="1299306"/>
            <a:ext cx="2754829" cy="3740609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58489368-2CEC-CEF3-47AC-40B102B1BB9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682" y="1356477"/>
            <a:ext cx="2552021" cy="3750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00029" y="1635288"/>
            <a:ext cx="2818130" cy="2818130"/>
          </a:xfrm>
          <a:custGeom>
            <a:avLst/>
            <a:gdLst/>
            <a:ahLst/>
            <a:cxnLst/>
            <a:rect l="l" t="t" r="r" b="b"/>
            <a:pathLst>
              <a:path w="2818129" h="2818129">
                <a:moveTo>
                  <a:pt x="2094355" y="0"/>
                </a:moveTo>
                <a:lnTo>
                  <a:pt x="723265" y="0"/>
                </a:lnTo>
                <a:lnTo>
                  <a:pt x="675893" y="1546"/>
                </a:lnTo>
                <a:lnTo>
                  <a:pt x="629312" y="6119"/>
                </a:lnTo>
                <a:lnTo>
                  <a:pt x="583620" y="13622"/>
                </a:lnTo>
                <a:lnTo>
                  <a:pt x="538914" y="23958"/>
                </a:lnTo>
                <a:lnTo>
                  <a:pt x="495291" y="37030"/>
                </a:lnTo>
                <a:lnTo>
                  <a:pt x="452848" y="52741"/>
                </a:lnTo>
                <a:lnTo>
                  <a:pt x="411683" y="70992"/>
                </a:lnTo>
                <a:lnTo>
                  <a:pt x="371893" y="91688"/>
                </a:lnTo>
                <a:lnTo>
                  <a:pt x="333575" y="114730"/>
                </a:lnTo>
                <a:lnTo>
                  <a:pt x="296826" y="140022"/>
                </a:lnTo>
                <a:lnTo>
                  <a:pt x="261744" y="167467"/>
                </a:lnTo>
                <a:lnTo>
                  <a:pt x="228425" y="196966"/>
                </a:lnTo>
                <a:lnTo>
                  <a:pt x="196967" y="228424"/>
                </a:lnTo>
                <a:lnTo>
                  <a:pt x="167468" y="261742"/>
                </a:lnTo>
                <a:lnTo>
                  <a:pt x="140023" y="296824"/>
                </a:lnTo>
                <a:lnTo>
                  <a:pt x="114731" y="333573"/>
                </a:lnTo>
                <a:lnTo>
                  <a:pt x="91688" y="371890"/>
                </a:lnTo>
                <a:lnTo>
                  <a:pt x="70992" y="411680"/>
                </a:lnTo>
                <a:lnTo>
                  <a:pt x="52741" y="452844"/>
                </a:lnTo>
                <a:lnTo>
                  <a:pt x="37030" y="495285"/>
                </a:lnTo>
                <a:lnTo>
                  <a:pt x="23958" y="538908"/>
                </a:lnTo>
                <a:lnTo>
                  <a:pt x="13622" y="583613"/>
                </a:lnTo>
                <a:lnTo>
                  <a:pt x="6119" y="629304"/>
                </a:lnTo>
                <a:lnTo>
                  <a:pt x="1546" y="675884"/>
                </a:lnTo>
                <a:lnTo>
                  <a:pt x="0" y="723255"/>
                </a:lnTo>
                <a:lnTo>
                  <a:pt x="0" y="2094344"/>
                </a:lnTo>
                <a:lnTo>
                  <a:pt x="1546" y="2141717"/>
                </a:lnTo>
                <a:lnTo>
                  <a:pt x="6119" y="2188298"/>
                </a:lnTo>
                <a:lnTo>
                  <a:pt x="13622" y="2233990"/>
                </a:lnTo>
                <a:lnTo>
                  <a:pt x="23958" y="2278696"/>
                </a:lnTo>
                <a:lnTo>
                  <a:pt x="37030" y="2322319"/>
                </a:lnTo>
                <a:lnTo>
                  <a:pt x="52741" y="2364761"/>
                </a:lnTo>
                <a:lnTo>
                  <a:pt x="70992" y="2405926"/>
                </a:lnTo>
                <a:lnTo>
                  <a:pt x="91688" y="2445716"/>
                </a:lnTo>
                <a:lnTo>
                  <a:pt x="114731" y="2484034"/>
                </a:lnTo>
                <a:lnTo>
                  <a:pt x="140023" y="2520783"/>
                </a:lnTo>
                <a:lnTo>
                  <a:pt x="167468" y="2555865"/>
                </a:lnTo>
                <a:lnTo>
                  <a:pt x="196967" y="2589184"/>
                </a:lnTo>
                <a:lnTo>
                  <a:pt x="228425" y="2620642"/>
                </a:lnTo>
                <a:lnTo>
                  <a:pt x="261744" y="2650142"/>
                </a:lnTo>
                <a:lnTo>
                  <a:pt x="296826" y="2677587"/>
                </a:lnTo>
                <a:lnTo>
                  <a:pt x="333575" y="2702879"/>
                </a:lnTo>
                <a:lnTo>
                  <a:pt x="371893" y="2725921"/>
                </a:lnTo>
                <a:lnTo>
                  <a:pt x="411683" y="2746617"/>
                </a:lnTo>
                <a:lnTo>
                  <a:pt x="452848" y="2764869"/>
                </a:lnTo>
                <a:lnTo>
                  <a:pt x="495291" y="2780579"/>
                </a:lnTo>
                <a:lnTo>
                  <a:pt x="538914" y="2793651"/>
                </a:lnTo>
                <a:lnTo>
                  <a:pt x="583620" y="2803987"/>
                </a:lnTo>
                <a:lnTo>
                  <a:pt x="629312" y="2811491"/>
                </a:lnTo>
                <a:lnTo>
                  <a:pt x="675893" y="2816064"/>
                </a:lnTo>
                <a:lnTo>
                  <a:pt x="723265" y="2817610"/>
                </a:lnTo>
                <a:lnTo>
                  <a:pt x="2094355" y="2817610"/>
                </a:lnTo>
                <a:lnTo>
                  <a:pt x="2141726" y="2816064"/>
                </a:lnTo>
                <a:lnTo>
                  <a:pt x="2188306" y="2811491"/>
                </a:lnTo>
                <a:lnTo>
                  <a:pt x="2233997" y="2803987"/>
                </a:lnTo>
                <a:lnTo>
                  <a:pt x="2278703" y="2793651"/>
                </a:lnTo>
                <a:lnTo>
                  <a:pt x="2322325" y="2780579"/>
                </a:lnTo>
                <a:lnTo>
                  <a:pt x="2364767" y="2764869"/>
                </a:lnTo>
                <a:lnTo>
                  <a:pt x="2405932" y="2746617"/>
                </a:lnTo>
                <a:lnTo>
                  <a:pt x="2445722" y="2725921"/>
                </a:lnTo>
                <a:lnTo>
                  <a:pt x="2484040" y="2702879"/>
                </a:lnTo>
                <a:lnTo>
                  <a:pt x="2520789" y="2677587"/>
                </a:lnTo>
                <a:lnTo>
                  <a:pt x="2555872" y="2650142"/>
                </a:lnTo>
                <a:lnTo>
                  <a:pt x="2589191" y="2620642"/>
                </a:lnTo>
                <a:lnTo>
                  <a:pt x="2620649" y="2589184"/>
                </a:lnTo>
                <a:lnTo>
                  <a:pt x="2650149" y="2555865"/>
                </a:lnTo>
                <a:lnTo>
                  <a:pt x="2677594" y="2520783"/>
                </a:lnTo>
                <a:lnTo>
                  <a:pt x="2702887" y="2484034"/>
                </a:lnTo>
                <a:lnTo>
                  <a:pt x="2725930" y="2445716"/>
                </a:lnTo>
                <a:lnTo>
                  <a:pt x="2746626" y="2405926"/>
                </a:lnTo>
                <a:lnTo>
                  <a:pt x="2764878" y="2364761"/>
                </a:lnTo>
                <a:lnTo>
                  <a:pt x="2780589" y="2322319"/>
                </a:lnTo>
                <a:lnTo>
                  <a:pt x="2793661" y="2278696"/>
                </a:lnTo>
                <a:lnTo>
                  <a:pt x="2803997" y="2233990"/>
                </a:lnTo>
                <a:lnTo>
                  <a:pt x="2811501" y="2188298"/>
                </a:lnTo>
                <a:lnTo>
                  <a:pt x="2816074" y="2141717"/>
                </a:lnTo>
                <a:lnTo>
                  <a:pt x="2817621" y="2094344"/>
                </a:lnTo>
                <a:lnTo>
                  <a:pt x="2817621" y="723255"/>
                </a:lnTo>
                <a:lnTo>
                  <a:pt x="2816074" y="675884"/>
                </a:lnTo>
                <a:lnTo>
                  <a:pt x="2811501" y="629304"/>
                </a:lnTo>
                <a:lnTo>
                  <a:pt x="2803997" y="583613"/>
                </a:lnTo>
                <a:lnTo>
                  <a:pt x="2793661" y="538908"/>
                </a:lnTo>
                <a:lnTo>
                  <a:pt x="2780589" y="495285"/>
                </a:lnTo>
                <a:lnTo>
                  <a:pt x="2764878" y="452844"/>
                </a:lnTo>
                <a:lnTo>
                  <a:pt x="2746626" y="411680"/>
                </a:lnTo>
                <a:lnTo>
                  <a:pt x="2725930" y="371890"/>
                </a:lnTo>
                <a:lnTo>
                  <a:pt x="2702887" y="333573"/>
                </a:lnTo>
                <a:lnTo>
                  <a:pt x="2677594" y="296824"/>
                </a:lnTo>
                <a:lnTo>
                  <a:pt x="2650149" y="261742"/>
                </a:lnTo>
                <a:lnTo>
                  <a:pt x="2620649" y="228424"/>
                </a:lnTo>
                <a:lnTo>
                  <a:pt x="2589191" y="196966"/>
                </a:lnTo>
                <a:lnTo>
                  <a:pt x="2555872" y="167467"/>
                </a:lnTo>
                <a:lnTo>
                  <a:pt x="2520789" y="140022"/>
                </a:lnTo>
                <a:lnTo>
                  <a:pt x="2484040" y="114730"/>
                </a:lnTo>
                <a:lnTo>
                  <a:pt x="2445722" y="91688"/>
                </a:lnTo>
                <a:lnTo>
                  <a:pt x="2405932" y="70992"/>
                </a:lnTo>
                <a:lnTo>
                  <a:pt x="2364767" y="52741"/>
                </a:lnTo>
                <a:lnTo>
                  <a:pt x="2322325" y="37030"/>
                </a:lnTo>
                <a:lnTo>
                  <a:pt x="2278703" y="23958"/>
                </a:lnTo>
                <a:lnTo>
                  <a:pt x="2233997" y="13622"/>
                </a:lnTo>
                <a:lnTo>
                  <a:pt x="2188306" y="6119"/>
                </a:lnTo>
                <a:lnTo>
                  <a:pt x="2141726" y="1546"/>
                </a:lnTo>
                <a:lnTo>
                  <a:pt x="2094355" y="0"/>
                </a:lnTo>
                <a:close/>
              </a:path>
            </a:pathLst>
          </a:custGeom>
          <a:solidFill>
            <a:srgbClr val="99B137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61660" y="1635288"/>
            <a:ext cx="2818130" cy="2818130"/>
          </a:xfrm>
          <a:custGeom>
            <a:avLst/>
            <a:gdLst/>
            <a:ahLst/>
            <a:cxnLst/>
            <a:rect l="l" t="t" r="r" b="b"/>
            <a:pathLst>
              <a:path w="2818129" h="2818129">
                <a:moveTo>
                  <a:pt x="2094355" y="0"/>
                </a:moveTo>
                <a:lnTo>
                  <a:pt x="723265" y="0"/>
                </a:lnTo>
                <a:lnTo>
                  <a:pt x="675893" y="1546"/>
                </a:lnTo>
                <a:lnTo>
                  <a:pt x="629312" y="6119"/>
                </a:lnTo>
                <a:lnTo>
                  <a:pt x="583620" y="13622"/>
                </a:lnTo>
                <a:lnTo>
                  <a:pt x="538914" y="23958"/>
                </a:lnTo>
                <a:lnTo>
                  <a:pt x="495291" y="37030"/>
                </a:lnTo>
                <a:lnTo>
                  <a:pt x="452848" y="52741"/>
                </a:lnTo>
                <a:lnTo>
                  <a:pt x="411683" y="70992"/>
                </a:lnTo>
                <a:lnTo>
                  <a:pt x="371893" y="91688"/>
                </a:lnTo>
                <a:lnTo>
                  <a:pt x="333575" y="114730"/>
                </a:lnTo>
                <a:lnTo>
                  <a:pt x="296826" y="140022"/>
                </a:lnTo>
                <a:lnTo>
                  <a:pt x="261744" y="167467"/>
                </a:lnTo>
                <a:lnTo>
                  <a:pt x="228425" y="196966"/>
                </a:lnTo>
                <a:lnTo>
                  <a:pt x="196967" y="228424"/>
                </a:lnTo>
                <a:lnTo>
                  <a:pt x="167468" y="261742"/>
                </a:lnTo>
                <a:lnTo>
                  <a:pt x="140023" y="296824"/>
                </a:lnTo>
                <a:lnTo>
                  <a:pt x="114731" y="333573"/>
                </a:lnTo>
                <a:lnTo>
                  <a:pt x="91688" y="371890"/>
                </a:lnTo>
                <a:lnTo>
                  <a:pt x="70992" y="411680"/>
                </a:lnTo>
                <a:lnTo>
                  <a:pt x="52741" y="452844"/>
                </a:lnTo>
                <a:lnTo>
                  <a:pt x="37030" y="495285"/>
                </a:lnTo>
                <a:lnTo>
                  <a:pt x="23958" y="538908"/>
                </a:lnTo>
                <a:lnTo>
                  <a:pt x="13622" y="583613"/>
                </a:lnTo>
                <a:lnTo>
                  <a:pt x="6119" y="629304"/>
                </a:lnTo>
                <a:lnTo>
                  <a:pt x="1546" y="675884"/>
                </a:lnTo>
                <a:lnTo>
                  <a:pt x="0" y="723255"/>
                </a:lnTo>
                <a:lnTo>
                  <a:pt x="0" y="2094344"/>
                </a:lnTo>
                <a:lnTo>
                  <a:pt x="1546" y="2141717"/>
                </a:lnTo>
                <a:lnTo>
                  <a:pt x="6119" y="2188298"/>
                </a:lnTo>
                <a:lnTo>
                  <a:pt x="13622" y="2233990"/>
                </a:lnTo>
                <a:lnTo>
                  <a:pt x="23958" y="2278696"/>
                </a:lnTo>
                <a:lnTo>
                  <a:pt x="37030" y="2322319"/>
                </a:lnTo>
                <a:lnTo>
                  <a:pt x="52741" y="2364761"/>
                </a:lnTo>
                <a:lnTo>
                  <a:pt x="70992" y="2405926"/>
                </a:lnTo>
                <a:lnTo>
                  <a:pt x="91688" y="2445716"/>
                </a:lnTo>
                <a:lnTo>
                  <a:pt x="114731" y="2484034"/>
                </a:lnTo>
                <a:lnTo>
                  <a:pt x="140023" y="2520783"/>
                </a:lnTo>
                <a:lnTo>
                  <a:pt x="167468" y="2555865"/>
                </a:lnTo>
                <a:lnTo>
                  <a:pt x="196967" y="2589184"/>
                </a:lnTo>
                <a:lnTo>
                  <a:pt x="228425" y="2620642"/>
                </a:lnTo>
                <a:lnTo>
                  <a:pt x="261744" y="2650142"/>
                </a:lnTo>
                <a:lnTo>
                  <a:pt x="296826" y="2677587"/>
                </a:lnTo>
                <a:lnTo>
                  <a:pt x="333575" y="2702879"/>
                </a:lnTo>
                <a:lnTo>
                  <a:pt x="371893" y="2725921"/>
                </a:lnTo>
                <a:lnTo>
                  <a:pt x="411683" y="2746617"/>
                </a:lnTo>
                <a:lnTo>
                  <a:pt x="452848" y="2764869"/>
                </a:lnTo>
                <a:lnTo>
                  <a:pt x="495291" y="2780579"/>
                </a:lnTo>
                <a:lnTo>
                  <a:pt x="538914" y="2793651"/>
                </a:lnTo>
                <a:lnTo>
                  <a:pt x="583620" y="2803987"/>
                </a:lnTo>
                <a:lnTo>
                  <a:pt x="629312" y="2811491"/>
                </a:lnTo>
                <a:lnTo>
                  <a:pt x="675893" y="2816064"/>
                </a:lnTo>
                <a:lnTo>
                  <a:pt x="723265" y="2817610"/>
                </a:lnTo>
                <a:lnTo>
                  <a:pt x="2094355" y="2817610"/>
                </a:lnTo>
                <a:lnTo>
                  <a:pt x="2141726" y="2816064"/>
                </a:lnTo>
                <a:lnTo>
                  <a:pt x="2188306" y="2811491"/>
                </a:lnTo>
                <a:lnTo>
                  <a:pt x="2233997" y="2803987"/>
                </a:lnTo>
                <a:lnTo>
                  <a:pt x="2278703" y="2793651"/>
                </a:lnTo>
                <a:lnTo>
                  <a:pt x="2322325" y="2780579"/>
                </a:lnTo>
                <a:lnTo>
                  <a:pt x="2364767" y="2764869"/>
                </a:lnTo>
                <a:lnTo>
                  <a:pt x="2405932" y="2746617"/>
                </a:lnTo>
                <a:lnTo>
                  <a:pt x="2445722" y="2725921"/>
                </a:lnTo>
                <a:lnTo>
                  <a:pt x="2484040" y="2702879"/>
                </a:lnTo>
                <a:lnTo>
                  <a:pt x="2520789" y="2677587"/>
                </a:lnTo>
                <a:lnTo>
                  <a:pt x="2555872" y="2650142"/>
                </a:lnTo>
                <a:lnTo>
                  <a:pt x="2589191" y="2620642"/>
                </a:lnTo>
                <a:lnTo>
                  <a:pt x="2620649" y="2589184"/>
                </a:lnTo>
                <a:lnTo>
                  <a:pt x="2650149" y="2555865"/>
                </a:lnTo>
                <a:lnTo>
                  <a:pt x="2677594" y="2520783"/>
                </a:lnTo>
                <a:lnTo>
                  <a:pt x="2702887" y="2484034"/>
                </a:lnTo>
                <a:lnTo>
                  <a:pt x="2725930" y="2445716"/>
                </a:lnTo>
                <a:lnTo>
                  <a:pt x="2746626" y="2405926"/>
                </a:lnTo>
                <a:lnTo>
                  <a:pt x="2764878" y="2364761"/>
                </a:lnTo>
                <a:lnTo>
                  <a:pt x="2780589" y="2322319"/>
                </a:lnTo>
                <a:lnTo>
                  <a:pt x="2793661" y="2278696"/>
                </a:lnTo>
                <a:lnTo>
                  <a:pt x="2803997" y="2233990"/>
                </a:lnTo>
                <a:lnTo>
                  <a:pt x="2811501" y="2188298"/>
                </a:lnTo>
                <a:lnTo>
                  <a:pt x="2816074" y="2141717"/>
                </a:lnTo>
                <a:lnTo>
                  <a:pt x="2817621" y="2094344"/>
                </a:lnTo>
                <a:lnTo>
                  <a:pt x="2817621" y="723255"/>
                </a:lnTo>
                <a:lnTo>
                  <a:pt x="2816074" y="675884"/>
                </a:lnTo>
                <a:lnTo>
                  <a:pt x="2811501" y="629304"/>
                </a:lnTo>
                <a:lnTo>
                  <a:pt x="2803997" y="583613"/>
                </a:lnTo>
                <a:lnTo>
                  <a:pt x="2793661" y="538908"/>
                </a:lnTo>
                <a:lnTo>
                  <a:pt x="2780589" y="495285"/>
                </a:lnTo>
                <a:lnTo>
                  <a:pt x="2764878" y="452844"/>
                </a:lnTo>
                <a:lnTo>
                  <a:pt x="2746626" y="411680"/>
                </a:lnTo>
                <a:lnTo>
                  <a:pt x="2725930" y="371890"/>
                </a:lnTo>
                <a:lnTo>
                  <a:pt x="2702887" y="333573"/>
                </a:lnTo>
                <a:lnTo>
                  <a:pt x="2677594" y="296824"/>
                </a:lnTo>
                <a:lnTo>
                  <a:pt x="2650149" y="261742"/>
                </a:lnTo>
                <a:lnTo>
                  <a:pt x="2620649" y="228424"/>
                </a:lnTo>
                <a:lnTo>
                  <a:pt x="2589191" y="196966"/>
                </a:lnTo>
                <a:lnTo>
                  <a:pt x="2555872" y="167467"/>
                </a:lnTo>
                <a:lnTo>
                  <a:pt x="2520789" y="140022"/>
                </a:lnTo>
                <a:lnTo>
                  <a:pt x="2484040" y="114730"/>
                </a:lnTo>
                <a:lnTo>
                  <a:pt x="2445722" y="91688"/>
                </a:lnTo>
                <a:lnTo>
                  <a:pt x="2405932" y="70992"/>
                </a:lnTo>
                <a:lnTo>
                  <a:pt x="2364767" y="52741"/>
                </a:lnTo>
                <a:lnTo>
                  <a:pt x="2322325" y="37030"/>
                </a:lnTo>
                <a:lnTo>
                  <a:pt x="2278703" y="23958"/>
                </a:lnTo>
                <a:lnTo>
                  <a:pt x="2233997" y="13622"/>
                </a:lnTo>
                <a:lnTo>
                  <a:pt x="2188306" y="6119"/>
                </a:lnTo>
                <a:lnTo>
                  <a:pt x="2141726" y="1546"/>
                </a:lnTo>
                <a:lnTo>
                  <a:pt x="2094355" y="0"/>
                </a:lnTo>
                <a:close/>
              </a:path>
            </a:pathLst>
          </a:custGeom>
          <a:solidFill>
            <a:srgbClr val="99B137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013157" y="1635288"/>
            <a:ext cx="2818130" cy="2818130"/>
          </a:xfrm>
          <a:custGeom>
            <a:avLst/>
            <a:gdLst/>
            <a:ahLst/>
            <a:cxnLst/>
            <a:rect l="l" t="t" r="r" b="b"/>
            <a:pathLst>
              <a:path w="2818129" h="2818129">
                <a:moveTo>
                  <a:pt x="2094355" y="0"/>
                </a:moveTo>
                <a:lnTo>
                  <a:pt x="723265" y="0"/>
                </a:lnTo>
                <a:lnTo>
                  <a:pt x="675893" y="1546"/>
                </a:lnTo>
                <a:lnTo>
                  <a:pt x="629312" y="6119"/>
                </a:lnTo>
                <a:lnTo>
                  <a:pt x="583620" y="13622"/>
                </a:lnTo>
                <a:lnTo>
                  <a:pt x="538914" y="23958"/>
                </a:lnTo>
                <a:lnTo>
                  <a:pt x="495291" y="37030"/>
                </a:lnTo>
                <a:lnTo>
                  <a:pt x="452848" y="52741"/>
                </a:lnTo>
                <a:lnTo>
                  <a:pt x="411683" y="70992"/>
                </a:lnTo>
                <a:lnTo>
                  <a:pt x="371893" y="91688"/>
                </a:lnTo>
                <a:lnTo>
                  <a:pt x="333575" y="114730"/>
                </a:lnTo>
                <a:lnTo>
                  <a:pt x="296826" y="140022"/>
                </a:lnTo>
                <a:lnTo>
                  <a:pt x="261744" y="167467"/>
                </a:lnTo>
                <a:lnTo>
                  <a:pt x="228425" y="196966"/>
                </a:lnTo>
                <a:lnTo>
                  <a:pt x="196967" y="228424"/>
                </a:lnTo>
                <a:lnTo>
                  <a:pt x="167468" y="261742"/>
                </a:lnTo>
                <a:lnTo>
                  <a:pt x="140023" y="296824"/>
                </a:lnTo>
                <a:lnTo>
                  <a:pt x="114731" y="333573"/>
                </a:lnTo>
                <a:lnTo>
                  <a:pt x="91688" y="371890"/>
                </a:lnTo>
                <a:lnTo>
                  <a:pt x="70992" y="411680"/>
                </a:lnTo>
                <a:lnTo>
                  <a:pt x="52741" y="452844"/>
                </a:lnTo>
                <a:lnTo>
                  <a:pt x="37030" y="495285"/>
                </a:lnTo>
                <a:lnTo>
                  <a:pt x="23958" y="538908"/>
                </a:lnTo>
                <a:lnTo>
                  <a:pt x="13622" y="583613"/>
                </a:lnTo>
                <a:lnTo>
                  <a:pt x="6119" y="629304"/>
                </a:lnTo>
                <a:lnTo>
                  <a:pt x="1546" y="675884"/>
                </a:lnTo>
                <a:lnTo>
                  <a:pt x="0" y="723255"/>
                </a:lnTo>
                <a:lnTo>
                  <a:pt x="0" y="2094344"/>
                </a:lnTo>
                <a:lnTo>
                  <a:pt x="1546" y="2141717"/>
                </a:lnTo>
                <a:lnTo>
                  <a:pt x="6119" y="2188298"/>
                </a:lnTo>
                <a:lnTo>
                  <a:pt x="13622" y="2233990"/>
                </a:lnTo>
                <a:lnTo>
                  <a:pt x="23958" y="2278696"/>
                </a:lnTo>
                <a:lnTo>
                  <a:pt x="37030" y="2322319"/>
                </a:lnTo>
                <a:lnTo>
                  <a:pt x="52741" y="2364761"/>
                </a:lnTo>
                <a:lnTo>
                  <a:pt x="70992" y="2405926"/>
                </a:lnTo>
                <a:lnTo>
                  <a:pt x="91688" y="2445716"/>
                </a:lnTo>
                <a:lnTo>
                  <a:pt x="114731" y="2484034"/>
                </a:lnTo>
                <a:lnTo>
                  <a:pt x="140023" y="2520783"/>
                </a:lnTo>
                <a:lnTo>
                  <a:pt x="167468" y="2555865"/>
                </a:lnTo>
                <a:lnTo>
                  <a:pt x="196967" y="2589184"/>
                </a:lnTo>
                <a:lnTo>
                  <a:pt x="228425" y="2620642"/>
                </a:lnTo>
                <a:lnTo>
                  <a:pt x="261744" y="2650142"/>
                </a:lnTo>
                <a:lnTo>
                  <a:pt x="296826" y="2677587"/>
                </a:lnTo>
                <a:lnTo>
                  <a:pt x="333575" y="2702879"/>
                </a:lnTo>
                <a:lnTo>
                  <a:pt x="371893" y="2725921"/>
                </a:lnTo>
                <a:lnTo>
                  <a:pt x="411683" y="2746617"/>
                </a:lnTo>
                <a:lnTo>
                  <a:pt x="452848" y="2764869"/>
                </a:lnTo>
                <a:lnTo>
                  <a:pt x="495291" y="2780579"/>
                </a:lnTo>
                <a:lnTo>
                  <a:pt x="538914" y="2793651"/>
                </a:lnTo>
                <a:lnTo>
                  <a:pt x="583620" y="2803987"/>
                </a:lnTo>
                <a:lnTo>
                  <a:pt x="629312" y="2811491"/>
                </a:lnTo>
                <a:lnTo>
                  <a:pt x="675893" y="2816064"/>
                </a:lnTo>
                <a:lnTo>
                  <a:pt x="723265" y="2817610"/>
                </a:lnTo>
                <a:lnTo>
                  <a:pt x="2094355" y="2817610"/>
                </a:lnTo>
                <a:lnTo>
                  <a:pt x="2141726" y="2816064"/>
                </a:lnTo>
                <a:lnTo>
                  <a:pt x="2188306" y="2811491"/>
                </a:lnTo>
                <a:lnTo>
                  <a:pt x="2233997" y="2803987"/>
                </a:lnTo>
                <a:lnTo>
                  <a:pt x="2278702" y="2793651"/>
                </a:lnTo>
                <a:lnTo>
                  <a:pt x="2322324" y="2780579"/>
                </a:lnTo>
                <a:lnTo>
                  <a:pt x="2364766" y="2764869"/>
                </a:lnTo>
                <a:lnTo>
                  <a:pt x="2405930" y="2746617"/>
                </a:lnTo>
                <a:lnTo>
                  <a:pt x="2445719" y="2725921"/>
                </a:lnTo>
                <a:lnTo>
                  <a:pt x="2484037" y="2702879"/>
                </a:lnTo>
                <a:lnTo>
                  <a:pt x="2520785" y="2677587"/>
                </a:lnTo>
                <a:lnTo>
                  <a:pt x="2555867" y="2650142"/>
                </a:lnTo>
                <a:lnTo>
                  <a:pt x="2589186" y="2620642"/>
                </a:lnTo>
                <a:lnTo>
                  <a:pt x="2620643" y="2589184"/>
                </a:lnTo>
                <a:lnTo>
                  <a:pt x="2650143" y="2555865"/>
                </a:lnTo>
                <a:lnTo>
                  <a:pt x="2677587" y="2520783"/>
                </a:lnTo>
                <a:lnTo>
                  <a:pt x="2702879" y="2484034"/>
                </a:lnTo>
                <a:lnTo>
                  <a:pt x="2725922" y="2445716"/>
                </a:lnTo>
                <a:lnTo>
                  <a:pt x="2746617" y="2405926"/>
                </a:lnTo>
                <a:lnTo>
                  <a:pt x="2764869" y="2364761"/>
                </a:lnTo>
                <a:lnTo>
                  <a:pt x="2780579" y="2322319"/>
                </a:lnTo>
                <a:lnTo>
                  <a:pt x="2793651" y="2278696"/>
                </a:lnTo>
                <a:lnTo>
                  <a:pt x="2803987" y="2233990"/>
                </a:lnTo>
                <a:lnTo>
                  <a:pt x="2811491" y="2188298"/>
                </a:lnTo>
                <a:lnTo>
                  <a:pt x="2816064" y="2141717"/>
                </a:lnTo>
                <a:lnTo>
                  <a:pt x="2817610" y="2094344"/>
                </a:lnTo>
                <a:lnTo>
                  <a:pt x="2817610" y="723255"/>
                </a:lnTo>
                <a:lnTo>
                  <a:pt x="2816064" y="675884"/>
                </a:lnTo>
                <a:lnTo>
                  <a:pt x="2811491" y="629304"/>
                </a:lnTo>
                <a:lnTo>
                  <a:pt x="2803987" y="583613"/>
                </a:lnTo>
                <a:lnTo>
                  <a:pt x="2793651" y="538908"/>
                </a:lnTo>
                <a:lnTo>
                  <a:pt x="2780579" y="495285"/>
                </a:lnTo>
                <a:lnTo>
                  <a:pt x="2764869" y="452844"/>
                </a:lnTo>
                <a:lnTo>
                  <a:pt x="2746617" y="411680"/>
                </a:lnTo>
                <a:lnTo>
                  <a:pt x="2725922" y="371890"/>
                </a:lnTo>
                <a:lnTo>
                  <a:pt x="2702879" y="333573"/>
                </a:lnTo>
                <a:lnTo>
                  <a:pt x="2677587" y="296824"/>
                </a:lnTo>
                <a:lnTo>
                  <a:pt x="2650143" y="261742"/>
                </a:lnTo>
                <a:lnTo>
                  <a:pt x="2620643" y="228424"/>
                </a:lnTo>
                <a:lnTo>
                  <a:pt x="2589186" y="196966"/>
                </a:lnTo>
                <a:lnTo>
                  <a:pt x="2555867" y="167467"/>
                </a:lnTo>
                <a:lnTo>
                  <a:pt x="2520785" y="140022"/>
                </a:lnTo>
                <a:lnTo>
                  <a:pt x="2484037" y="114730"/>
                </a:lnTo>
                <a:lnTo>
                  <a:pt x="2445719" y="91688"/>
                </a:lnTo>
                <a:lnTo>
                  <a:pt x="2405930" y="70992"/>
                </a:lnTo>
                <a:lnTo>
                  <a:pt x="2364766" y="52741"/>
                </a:lnTo>
                <a:lnTo>
                  <a:pt x="2322324" y="37030"/>
                </a:lnTo>
                <a:lnTo>
                  <a:pt x="2278702" y="23958"/>
                </a:lnTo>
                <a:lnTo>
                  <a:pt x="2233997" y="13622"/>
                </a:lnTo>
                <a:lnTo>
                  <a:pt x="2188306" y="6119"/>
                </a:lnTo>
                <a:lnTo>
                  <a:pt x="2141726" y="1546"/>
                </a:lnTo>
                <a:lnTo>
                  <a:pt x="2094355" y="0"/>
                </a:lnTo>
                <a:close/>
              </a:path>
            </a:pathLst>
          </a:custGeom>
          <a:solidFill>
            <a:srgbClr val="99B137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3659710" y="0"/>
            <a:ext cx="6444615" cy="4453255"/>
            <a:chOff x="13659710" y="0"/>
            <a:chExt cx="6444615" cy="4453255"/>
          </a:xfrm>
        </p:grpSpPr>
        <p:sp>
          <p:nvSpPr>
            <p:cNvPr id="6" name="object 6"/>
            <p:cNvSpPr/>
            <p:nvPr/>
          </p:nvSpPr>
          <p:spPr>
            <a:xfrm>
              <a:off x="13659710" y="1635288"/>
              <a:ext cx="2818130" cy="2818130"/>
            </a:xfrm>
            <a:custGeom>
              <a:avLst/>
              <a:gdLst/>
              <a:ahLst/>
              <a:cxnLst/>
              <a:rect l="l" t="t" r="r" b="b"/>
              <a:pathLst>
                <a:path w="2818130" h="2818129">
                  <a:moveTo>
                    <a:pt x="2094355" y="0"/>
                  </a:moveTo>
                  <a:lnTo>
                    <a:pt x="723265" y="0"/>
                  </a:lnTo>
                  <a:lnTo>
                    <a:pt x="675893" y="1546"/>
                  </a:lnTo>
                  <a:lnTo>
                    <a:pt x="629312" y="6119"/>
                  </a:lnTo>
                  <a:lnTo>
                    <a:pt x="583620" y="13622"/>
                  </a:lnTo>
                  <a:lnTo>
                    <a:pt x="538914" y="23958"/>
                  </a:lnTo>
                  <a:lnTo>
                    <a:pt x="495291" y="37030"/>
                  </a:lnTo>
                  <a:lnTo>
                    <a:pt x="452848" y="52741"/>
                  </a:lnTo>
                  <a:lnTo>
                    <a:pt x="411683" y="70992"/>
                  </a:lnTo>
                  <a:lnTo>
                    <a:pt x="371893" y="91688"/>
                  </a:lnTo>
                  <a:lnTo>
                    <a:pt x="333575" y="114730"/>
                  </a:lnTo>
                  <a:lnTo>
                    <a:pt x="296826" y="140022"/>
                  </a:lnTo>
                  <a:lnTo>
                    <a:pt x="261744" y="167467"/>
                  </a:lnTo>
                  <a:lnTo>
                    <a:pt x="228425" y="196966"/>
                  </a:lnTo>
                  <a:lnTo>
                    <a:pt x="196967" y="228424"/>
                  </a:lnTo>
                  <a:lnTo>
                    <a:pt x="167468" y="261742"/>
                  </a:lnTo>
                  <a:lnTo>
                    <a:pt x="140023" y="296824"/>
                  </a:lnTo>
                  <a:lnTo>
                    <a:pt x="114731" y="333573"/>
                  </a:lnTo>
                  <a:lnTo>
                    <a:pt x="91688" y="371890"/>
                  </a:lnTo>
                  <a:lnTo>
                    <a:pt x="70992" y="411680"/>
                  </a:lnTo>
                  <a:lnTo>
                    <a:pt x="52741" y="452844"/>
                  </a:lnTo>
                  <a:lnTo>
                    <a:pt x="37030" y="495285"/>
                  </a:lnTo>
                  <a:lnTo>
                    <a:pt x="23958" y="538908"/>
                  </a:lnTo>
                  <a:lnTo>
                    <a:pt x="13622" y="583613"/>
                  </a:lnTo>
                  <a:lnTo>
                    <a:pt x="6119" y="629304"/>
                  </a:lnTo>
                  <a:lnTo>
                    <a:pt x="1546" y="675884"/>
                  </a:lnTo>
                  <a:lnTo>
                    <a:pt x="0" y="723255"/>
                  </a:lnTo>
                  <a:lnTo>
                    <a:pt x="0" y="2094344"/>
                  </a:lnTo>
                  <a:lnTo>
                    <a:pt x="1546" y="2141717"/>
                  </a:lnTo>
                  <a:lnTo>
                    <a:pt x="6119" y="2188298"/>
                  </a:lnTo>
                  <a:lnTo>
                    <a:pt x="13622" y="2233990"/>
                  </a:lnTo>
                  <a:lnTo>
                    <a:pt x="23958" y="2278696"/>
                  </a:lnTo>
                  <a:lnTo>
                    <a:pt x="37030" y="2322319"/>
                  </a:lnTo>
                  <a:lnTo>
                    <a:pt x="52741" y="2364761"/>
                  </a:lnTo>
                  <a:lnTo>
                    <a:pt x="70992" y="2405926"/>
                  </a:lnTo>
                  <a:lnTo>
                    <a:pt x="91688" y="2445716"/>
                  </a:lnTo>
                  <a:lnTo>
                    <a:pt x="114731" y="2484034"/>
                  </a:lnTo>
                  <a:lnTo>
                    <a:pt x="140023" y="2520783"/>
                  </a:lnTo>
                  <a:lnTo>
                    <a:pt x="167468" y="2555865"/>
                  </a:lnTo>
                  <a:lnTo>
                    <a:pt x="196967" y="2589184"/>
                  </a:lnTo>
                  <a:lnTo>
                    <a:pt x="228425" y="2620642"/>
                  </a:lnTo>
                  <a:lnTo>
                    <a:pt x="261744" y="2650142"/>
                  </a:lnTo>
                  <a:lnTo>
                    <a:pt x="296826" y="2677587"/>
                  </a:lnTo>
                  <a:lnTo>
                    <a:pt x="333575" y="2702879"/>
                  </a:lnTo>
                  <a:lnTo>
                    <a:pt x="371893" y="2725921"/>
                  </a:lnTo>
                  <a:lnTo>
                    <a:pt x="411683" y="2746617"/>
                  </a:lnTo>
                  <a:lnTo>
                    <a:pt x="452848" y="2764869"/>
                  </a:lnTo>
                  <a:lnTo>
                    <a:pt x="495291" y="2780579"/>
                  </a:lnTo>
                  <a:lnTo>
                    <a:pt x="538914" y="2793651"/>
                  </a:lnTo>
                  <a:lnTo>
                    <a:pt x="583620" y="2803987"/>
                  </a:lnTo>
                  <a:lnTo>
                    <a:pt x="629312" y="2811491"/>
                  </a:lnTo>
                  <a:lnTo>
                    <a:pt x="675893" y="2816064"/>
                  </a:lnTo>
                  <a:lnTo>
                    <a:pt x="723265" y="2817610"/>
                  </a:lnTo>
                  <a:lnTo>
                    <a:pt x="2094355" y="2817610"/>
                  </a:lnTo>
                  <a:lnTo>
                    <a:pt x="2141726" y="2816064"/>
                  </a:lnTo>
                  <a:lnTo>
                    <a:pt x="2188306" y="2811491"/>
                  </a:lnTo>
                  <a:lnTo>
                    <a:pt x="2233997" y="2803987"/>
                  </a:lnTo>
                  <a:lnTo>
                    <a:pt x="2278702" y="2793651"/>
                  </a:lnTo>
                  <a:lnTo>
                    <a:pt x="2322324" y="2780579"/>
                  </a:lnTo>
                  <a:lnTo>
                    <a:pt x="2364766" y="2764869"/>
                  </a:lnTo>
                  <a:lnTo>
                    <a:pt x="2405930" y="2746617"/>
                  </a:lnTo>
                  <a:lnTo>
                    <a:pt x="2445719" y="2725921"/>
                  </a:lnTo>
                  <a:lnTo>
                    <a:pt x="2484037" y="2702879"/>
                  </a:lnTo>
                  <a:lnTo>
                    <a:pt x="2520785" y="2677587"/>
                  </a:lnTo>
                  <a:lnTo>
                    <a:pt x="2555867" y="2650142"/>
                  </a:lnTo>
                  <a:lnTo>
                    <a:pt x="2589186" y="2620642"/>
                  </a:lnTo>
                  <a:lnTo>
                    <a:pt x="2620643" y="2589184"/>
                  </a:lnTo>
                  <a:lnTo>
                    <a:pt x="2650143" y="2555865"/>
                  </a:lnTo>
                  <a:lnTo>
                    <a:pt x="2677587" y="2520783"/>
                  </a:lnTo>
                  <a:lnTo>
                    <a:pt x="2702879" y="2484034"/>
                  </a:lnTo>
                  <a:lnTo>
                    <a:pt x="2725922" y="2445716"/>
                  </a:lnTo>
                  <a:lnTo>
                    <a:pt x="2746617" y="2405926"/>
                  </a:lnTo>
                  <a:lnTo>
                    <a:pt x="2764869" y="2364761"/>
                  </a:lnTo>
                  <a:lnTo>
                    <a:pt x="2780579" y="2322319"/>
                  </a:lnTo>
                  <a:lnTo>
                    <a:pt x="2793651" y="2278696"/>
                  </a:lnTo>
                  <a:lnTo>
                    <a:pt x="2803987" y="2233990"/>
                  </a:lnTo>
                  <a:lnTo>
                    <a:pt x="2811491" y="2188298"/>
                  </a:lnTo>
                  <a:lnTo>
                    <a:pt x="2816064" y="2141717"/>
                  </a:lnTo>
                  <a:lnTo>
                    <a:pt x="2817610" y="2094344"/>
                  </a:lnTo>
                  <a:lnTo>
                    <a:pt x="2817610" y="723255"/>
                  </a:lnTo>
                  <a:lnTo>
                    <a:pt x="2816064" y="675884"/>
                  </a:lnTo>
                  <a:lnTo>
                    <a:pt x="2811491" y="629304"/>
                  </a:lnTo>
                  <a:lnTo>
                    <a:pt x="2803987" y="583613"/>
                  </a:lnTo>
                  <a:lnTo>
                    <a:pt x="2793651" y="538908"/>
                  </a:lnTo>
                  <a:lnTo>
                    <a:pt x="2780579" y="495285"/>
                  </a:lnTo>
                  <a:lnTo>
                    <a:pt x="2764869" y="452844"/>
                  </a:lnTo>
                  <a:lnTo>
                    <a:pt x="2746617" y="411680"/>
                  </a:lnTo>
                  <a:lnTo>
                    <a:pt x="2725922" y="371890"/>
                  </a:lnTo>
                  <a:lnTo>
                    <a:pt x="2702879" y="333573"/>
                  </a:lnTo>
                  <a:lnTo>
                    <a:pt x="2677587" y="296824"/>
                  </a:lnTo>
                  <a:lnTo>
                    <a:pt x="2650143" y="261742"/>
                  </a:lnTo>
                  <a:lnTo>
                    <a:pt x="2620643" y="228424"/>
                  </a:lnTo>
                  <a:lnTo>
                    <a:pt x="2589186" y="196966"/>
                  </a:lnTo>
                  <a:lnTo>
                    <a:pt x="2555867" y="167467"/>
                  </a:lnTo>
                  <a:lnTo>
                    <a:pt x="2520785" y="140022"/>
                  </a:lnTo>
                  <a:lnTo>
                    <a:pt x="2484037" y="114730"/>
                  </a:lnTo>
                  <a:lnTo>
                    <a:pt x="2445719" y="91688"/>
                  </a:lnTo>
                  <a:lnTo>
                    <a:pt x="2405930" y="70992"/>
                  </a:lnTo>
                  <a:lnTo>
                    <a:pt x="2364766" y="52741"/>
                  </a:lnTo>
                  <a:lnTo>
                    <a:pt x="2322324" y="37030"/>
                  </a:lnTo>
                  <a:lnTo>
                    <a:pt x="2278702" y="23958"/>
                  </a:lnTo>
                  <a:lnTo>
                    <a:pt x="2233997" y="13622"/>
                  </a:lnTo>
                  <a:lnTo>
                    <a:pt x="2188306" y="6119"/>
                  </a:lnTo>
                  <a:lnTo>
                    <a:pt x="2141726" y="1546"/>
                  </a:lnTo>
                  <a:lnTo>
                    <a:pt x="2094355" y="0"/>
                  </a:lnTo>
                  <a:close/>
                </a:path>
              </a:pathLst>
            </a:custGeom>
            <a:solidFill>
              <a:srgbClr val="99B137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180033" y="0"/>
              <a:ext cx="4924425" cy="2565400"/>
            </a:xfrm>
            <a:custGeom>
              <a:avLst/>
              <a:gdLst/>
              <a:ahLst/>
              <a:cxnLst/>
              <a:rect l="l" t="t" r="r" b="b"/>
              <a:pathLst>
                <a:path w="4924425" h="2565400">
                  <a:moveTo>
                    <a:pt x="4924054" y="0"/>
                  </a:moveTo>
                  <a:lnTo>
                    <a:pt x="15990" y="0"/>
                  </a:lnTo>
                  <a:lnTo>
                    <a:pt x="10029" y="27225"/>
                  </a:lnTo>
                  <a:lnTo>
                    <a:pt x="3223" y="73073"/>
                  </a:lnTo>
                  <a:lnTo>
                    <a:pt x="0" y="118435"/>
                  </a:lnTo>
                  <a:lnTo>
                    <a:pt x="634" y="163166"/>
                  </a:lnTo>
                  <a:lnTo>
                    <a:pt x="5402" y="207119"/>
                  </a:lnTo>
                  <a:lnTo>
                    <a:pt x="14581" y="250149"/>
                  </a:lnTo>
                  <a:lnTo>
                    <a:pt x="28446" y="292111"/>
                  </a:lnTo>
                  <a:lnTo>
                    <a:pt x="47272" y="332858"/>
                  </a:lnTo>
                  <a:lnTo>
                    <a:pt x="69428" y="369741"/>
                  </a:lnTo>
                  <a:lnTo>
                    <a:pt x="94630" y="403402"/>
                  </a:lnTo>
                  <a:lnTo>
                    <a:pt x="122701" y="433990"/>
                  </a:lnTo>
                  <a:lnTo>
                    <a:pt x="153464" y="461659"/>
                  </a:lnTo>
                  <a:lnTo>
                    <a:pt x="186742" y="486560"/>
                  </a:lnTo>
                  <a:lnTo>
                    <a:pt x="222358" y="508845"/>
                  </a:lnTo>
                  <a:lnTo>
                    <a:pt x="260136" y="528665"/>
                  </a:lnTo>
                  <a:lnTo>
                    <a:pt x="299897" y="546171"/>
                  </a:lnTo>
                  <a:lnTo>
                    <a:pt x="341466" y="561516"/>
                  </a:lnTo>
                  <a:lnTo>
                    <a:pt x="384665" y="574851"/>
                  </a:lnTo>
                  <a:lnTo>
                    <a:pt x="429317" y="586328"/>
                  </a:lnTo>
                  <a:lnTo>
                    <a:pt x="475247" y="596099"/>
                  </a:lnTo>
                  <a:lnTo>
                    <a:pt x="522275" y="604314"/>
                  </a:lnTo>
                  <a:lnTo>
                    <a:pt x="570226" y="611127"/>
                  </a:lnTo>
                  <a:lnTo>
                    <a:pt x="618923" y="616687"/>
                  </a:lnTo>
                  <a:lnTo>
                    <a:pt x="668189" y="621148"/>
                  </a:lnTo>
                  <a:lnTo>
                    <a:pt x="717846" y="624661"/>
                  </a:lnTo>
                  <a:lnTo>
                    <a:pt x="767719" y="627377"/>
                  </a:lnTo>
                  <a:lnTo>
                    <a:pt x="817629" y="629448"/>
                  </a:lnTo>
                  <a:lnTo>
                    <a:pt x="1107979" y="636822"/>
                  </a:lnTo>
                  <a:lnTo>
                    <a:pt x="1153201" y="638624"/>
                  </a:lnTo>
                  <a:lnTo>
                    <a:pt x="1197045" y="640995"/>
                  </a:lnTo>
                  <a:lnTo>
                    <a:pt x="1239334" y="644086"/>
                  </a:lnTo>
                  <a:lnTo>
                    <a:pt x="1279892" y="648048"/>
                  </a:lnTo>
                  <a:lnTo>
                    <a:pt x="1318542" y="653033"/>
                  </a:lnTo>
                  <a:lnTo>
                    <a:pt x="1401906" y="670189"/>
                  </a:lnTo>
                  <a:lnTo>
                    <a:pt x="1445834" y="684549"/>
                  </a:lnTo>
                  <a:lnTo>
                    <a:pt x="1487010" y="702105"/>
                  </a:lnTo>
                  <a:lnTo>
                    <a:pt x="1525556" y="722685"/>
                  </a:lnTo>
                  <a:lnTo>
                    <a:pt x="1561592" y="746119"/>
                  </a:lnTo>
                  <a:lnTo>
                    <a:pt x="1595238" y="772237"/>
                  </a:lnTo>
                  <a:lnTo>
                    <a:pt x="1626616" y="800867"/>
                  </a:lnTo>
                  <a:lnTo>
                    <a:pt x="1655844" y="831841"/>
                  </a:lnTo>
                  <a:lnTo>
                    <a:pt x="1683046" y="864987"/>
                  </a:lnTo>
                  <a:lnTo>
                    <a:pt x="1708339" y="900134"/>
                  </a:lnTo>
                  <a:lnTo>
                    <a:pt x="1731847" y="937112"/>
                  </a:lnTo>
                  <a:lnTo>
                    <a:pt x="1753688" y="975752"/>
                  </a:lnTo>
                  <a:lnTo>
                    <a:pt x="1773983" y="1015881"/>
                  </a:lnTo>
                  <a:lnTo>
                    <a:pt x="1792854" y="1057331"/>
                  </a:lnTo>
                  <a:lnTo>
                    <a:pt x="1810420" y="1099930"/>
                  </a:lnTo>
                  <a:lnTo>
                    <a:pt x="1826802" y="1143507"/>
                  </a:lnTo>
                  <a:lnTo>
                    <a:pt x="1842122" y="1187894"/>
                  </a:lnTo>
                  <a:lnTo>
                    <a:pt x="1856498" y="1232918"/>
                  </a:lnTo>
                  <a:lnTo>
                    <a:pt x="1870052" y="1278409"/>
                  </a:lnTo>
                  <a:lnTo>
                    <a:pt x="1882905" y="1324198"/>
                  </a:lnTo>
                  <a:lnTo>
                    <a:pt x="1895177" y="1370113"/>
                  </a:lnTo>
                  <a:lnTo>
                    <a:pt x="1906989" y="1415985"/>
                  </a:lnTo>
                  <a:lnTo>
                    <a:pt x="1918460" y="1461641"/>
                  </a:lnTo>
                  <a:lnTo>
                    <a:pt x="1929713" y="1506913"/>
                  </a:lnTo>
                  <a:lnTo>
                    <a:pt x="1940866" y="1551630"/>
                  </a:lnTo>
                  <a:lnTo>
                    <a:pt x="1952042" y="1595621"/>
                  </a:lnTo>
                  <a:lnTo>
                    <a:pt x="1963360" y="1638716"/>
                  </a:lnTo>
                  <a:lnTo>
                    <a:pt x="1974941" y="1680744"/>
                  </a:lnTo>
                  <a:lnTo>
                    <a:pt x="1989606" y="1730065"/>
                  </a:lnTo>
                  <a:lnTo>
                    <a:pt x="2005325" y="1778224"/>
                  </a:lnTo>
                  <a:lnTo>
                    <a:pt x="2022134" y="1825196"/>
                  </a:lnTo>
                  <a:lnTo>
                    <a:pt x="2040069" y="1870955"/>
                  </a:lnTo>
                  <a:lnTo>
                    <a:pt x="2059167" y="1915475"/>
                  </a:lnTo>
                  <a:lnTo>
                    <a:pt x="2079466" y="1958729"/>
                  </a:lnTo>
                  <a:lnTo>
                    <a:pt x="2101001" y="2000692"/>
                  </a:lnTo>
                  <a:lnTo>
                    <a:pt x="2123809" y="2041338"/>
                  </a:lnTo>
                  <a:lnTo>
                    <a:pt x="2147928" y="2080640"/>
                  </a:lnTo>
                  <a:lnTo>
                    <a:pt x="2173392" y="2118572"/>
                  </a:lnTo>
                  <a:lnTo>
                    <a:pt x="2200241" y="2155109"/>
                  </a:lnTo>
                  <a:lnTo>
                    <a:pt x="2228509" y="2190225"/>
                  </a:lnTo>
                  <a:lnTo>
                    <a:pt x="2258233" y="2223893"/>
                  </a:lnTo>
                  <a:lnTo>
                    <a:pt x="2289451" y="2256087"/>
                  </a:lnTo>
                  <a:lnTo>
                    <a:pt x="2322199" y="2286782"/>
                  </a:lnTo>
                  <a:lnTo>
                    <a:pt x="2356513" y="2315951"/>
                  </a:lnTo>
                  <a:lnTo>
                    <a:pt x="2392431" y="2343568"/>
                  </a:lnTo>
                  <a:lnTo>
                    <a:pt x="2429988" y="2369607"/>
                  </a:lnTo>
                  <a:lnTo>
                    <a:pt x="2469222" y="2394043"/>
                  </a:lnTo>
                  <a:lnTo>
                    <a:pt x="2510169" y="2416848"/>
                  </a:lnTo>
                  <a:lnTo>
                    <a:pt x="2552866" y="2437998"/>
                  </a:lnTo>
                  <a:lnTo>
                    <a:pt x="2597349" y="2457466"/>
                  </a:lnTo>
                  <a:lnTo>
                    <a:pt x="2643656" y="2475226"/>
                  </a:lnTo>
                  <a:lnTo>
                    <a:pt x="2691822" y="2491252"/>
                  </a:lnTo>
                  <a:lnTo>
                    <a:pt x="2741885" y="2505518"/>
                  </a:lnTo>
                  <a:lnTo>
                    <a:pt x="2793881" y="2517998"/>
                  </a:lnTo>
                  <a:lnTo>
                    <a:pt x="2847847" y="2528666"/>
                  </a:lnTo>
                  <a:lnTo>
                    <a:pt x="2909160" y="2538841"/>
                  </a:lnTo>
                  <a:lnTo>
                    <a:pt x="2968786" y="2547316"/>
                  </a:lnTo>
                  <a:lnTo>
                    <a:pt x="3026771" y="2554111"/>
                  </a:lnTo>
                  <a:lnTo>
                    <a:pt x="3083161" y="2559246"/>
                  </a:lnTo>
                  <a:lnTo>
                    <a:pt x="3138004" y="2562744"/>
                  </a:lnTo>
                  <a:lnTo>
                    <a:pt x="3191346" y="2564625"/>
                  </a:lnTo>
                  <a:lnTo>
                    <a:pt x="3243235" y="2564909"/>
                  </a:lnTo>
                  <a:lnTo>
                    <a:pt x="3293717" y="2563618"/>
                  </a:lnTo>
                  <a:lnTo>
                    <a:pt x="3342840" y="2560774"/>
                  </a:lnTo>
                  <a:lnTo>
                    <a:pt x="3390650" y="2556396"/>
                  </a:lnTo>
                  <a:lnTo>
                    <a:pt x="3437195" y="2550506"/>
                  </a:lnTo>
                  <a:lnTo>
                    <a:pt x="3482520" y="2543125"/>
                  </a:lnTo>
                  <a:lnTo>
                    <a:pt x="3526674" y="2534274"/>
                  </a:lnTo>
                  <a:lnTo>
                    <a:pt x="3569703" y="2523974"/>
                  </a:lnTo>
                  <a:lnTo>
                    <a:pt x="3611654" y="2512245"/>
                  </a:lnTo>
                  <a:lnTo>
                    <a:pt x="3652575" y="2499110"/>
                  </a:lnTo>
                  <a:lnTo>
                    <a:pt x="3692511" y="2484588"/>
                  </a:lnTo>
                  <a:lnTo>
                    <a:pt x="3731510" y="2468700"/>
                  </a:lnTo>
                  <a:lnTo>
                    <a:pt x="3769619" y="2451469"/>
                  </a:lnTo>
                  <a:lnTo>
                    <a:pt x="3806885" y="2432914"/>
                  </a:lnTo>
                  <a:lnTo>
                    <a:pt x="3843354" y="2413057"/>
                  </a:lnTo>
                  <a:lnTo>
                    <a:pt x="3879075" y="2391919"/>
                  </a:lnTo>
                  <a:lnTo>
                    <a:pt x="3914093" y="2369521"/>
                  </a:lnTo>
                  <a:lnTo>
                    <a:pt x="3948455" y="2345883"/>
                  </a:lnTo>
                  <a:lnTo>
                    <a:pt x="3982209" y="2321027"/>
                  </a:lnTo>
                  <a:lnTo>
                    <a:pt x="4015402" y="2294973"/>
                  </a:lnTo>
                  <a:lnTo>
                    <a:pt x="4048080" y="2267743"/>
                  </a:lnTo>
                  <a:lnTo>
                    <a:pt x="4080291" y="2239358"/>
                  </a:lnTo>
                  <a:lnTo>
                    <a:pt x="4112081" y="2209839"/>
                  </a:lnTo>
                  <a:lnTo>
                    <a:pt x="4143497" y="2179206"/>
                  </a:lnTo>
                  <a:lnTo>
                    <a:pt x="4174586" y="2147480"/>
                  </a:lnTo>
                  <a:lnTo>
                    <a:pt x="4205396" y="2114683"/>
                  </a:lnTo>
                  <a:lnTo>
                    <a:pt x="4235973" y="2080836"/>
                  </a:lnTo>
                  <a:lnTo>
                    <a:pt x="4266364" y="2045959"/>
                  </a:lnTo>
                  <a:lnTo>
                    <a:pt x="4296615" y="2010074"/>
                  </a:lnTo>
                  <a:lnTo>
                    <a:pt x="4326775" y="1973201"/>
                  </a:lnTo>
                  <a:lnTo>
                    <a:pt x="4356890" y="1935362"/>
                  </a:lnTo>
                  <a:lnTo>
                    <a:pt x="4387007" y="1896577"/>
                  </a:lnTo>
                  <a:lnTo>
                    <a:pt x="4417172" y="1856868"/>
                  </a:lnTo>
                  <a:lnTo>
                    <a:pt x="4447433" y="1816255"/>
                  </a:lnTo>
                  <a:lnTo>
                    <a:pt x="4477837" y="1774759"/>
                  </a:lnTo>
                  <a:lnTo>
                    <a:pt x="4508431" y="1732402"/>
                  </a:lnTo>
                  <a:lnTo>
                    <a:pt x="4924054" y="1149625"/>
                  </a:lnTo>
                  <a:lnTo>
                    <a:pt x="4924054" y="0"/>
                  </a:lnTo>
                  <a:close/>
                </a:path>
              </a:pathLst>
            </a:custGeom>
            <a:solidFill>
              <a:srgbClr val="99B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9732" y="2085645"/>
            <a:ext cx="2913566" cy="381191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02941" y="2110382"/>
            <a:ext cx="2919032" cy="3762441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4390747" y="6405810"/>
            <a:ext cx="2818130" cy="2818130"/>
          </a:xfrm>
          <a:custGeom>
            <a:avLst/>
            <a:gdLst/>
            <a:ahLst/>
            <a:cxnLst/>
            <a:rect l="l" t="t" r="r" b="b"/>
            <a:pathLst>
              <a:path w="2818129" h="2818129">
                <a:moveTo>
                  <a:pt x="2094355" y="0"/>
                </a:moveTo>
                <a:lnTo>
                  <a:pt x="723265" y="0"/>
                </a:lnTo>
                <a:lnTo>
                  <a:pt x="675893" y="1546"/>
                </a:lnTo>
                <a:lnTo>
                  <a:pt x="629312" y="6119"/>
                </a:lnTo>
                <a:lnTo>
                  <a:pt x="583620" y="13622"/>
                </a:lnTo>
                <a:lnTo>
                  <a:pt x="538914" y="23958"/>
                </a:lnTo>
                <a:lnTo>
                  <a:pt x="495291" y="37030"/>
                </a:lnTo>
                <a:lnTo>
                  <a:pt x="452848" y="52741"/>
                </a:lnTo>
                <a:lnTo>
                  <a:pt x="411683" y="70992"/>
                </a:lnTo>
                <a:lnTo>
                  <a:pt x="371893" y="91688"/>
                </a:lnTo>
                <a:lnTo>
                  <a:pt x="333575" y="114730"/>
                </a:lnTo>
                <a:lnTo>
                  <a:pt x="296826" y="140022"/>
                </a:lnTo>
                <a:lnTo>
                  <a:pt x="261744" y="167467"/>
                </a:lnTo>
                <a:lnTo>
                  <a:pt x="228425" y="196966"/>
                </a:lnTo>
                <a:lnTo>
                  <a:pt x="196967" y="228424"/>
                </a:lnTo>
                <a:lnTo>
                  <a:pt x="167468" y="261742"/>
                </a:lnTo>
                <a:lnTo>
                  <a:pt x="140023" y="296824"/>
                </a:lnTo>
                <a:lnTo>
                  <a:pt x="114731" y="333573"/>
                </a:lnTo>
                <a:lnTo>
                  <a:pt x="91688" y="371890"/>
                </a:lnTo>
                <a:lnTo>
                  <a:pt x="70992" y="411680"/>
                </a:lnTo>
                <a:lnTo>
                  <a:pt x="52741" y="452844"/>
                </a:lnTo>
                <a:lnTo>
                  <a:pt x="37030" y="495285"/>
                </a:lnTo>
                <a:lnTo>
                  <a:pt x="23958" y="538908"/>
                </a:lnTo>
                <a:lnTo>
                  <a:pt x="13622" y="583613"/>
                </a:lnTo>
                <a:lnTo>
                  <a:pt x="6119" y="629304"/>
                </a:lnTo>
                <a:lnTo>
                  <a:pt x="1546" y="675884"/>
                </a:lnTo>
                <a:lnTo>
                  <a:pt x="0" y="723255"/>
                </a:lnTo>
                <a:lnTo>
                  <a:pt x="0" y="2094344"/>
                </a:lnTo>
                <a:lnTo>
                  <a:pt x="1546" y="2141717"/>
                </a:lnTo>
                <a:lnTo>
                  <a:pt x="6119" y="2188298"/>
                </a:lnTo>
                <a:lnTo>
                  <a:pt x="13622" y="2233990"/>
                </a:lnTo>
                <a:lnTo>
                  <a:pt x="23958" y="2278696"/>
                </a:lnTo>
                <a:lnTo>
                  <a:pt x="37030" y="2322319"/>
                </a:lnTo>
                <a:lnTo>
                  <a:pt x="52741" y="2364761"/>
                </a:lnTo>
                <a:lnTo>
                  <a:pt x="70992" y="2405926"/>
                </a:lnTo>
                <a:lnTo>
                  <a:pt x="91688" y="2445716"/>
                </a:lnTo>
                <a:lnTo>
                  <a:pt x="114731" y="2484034"/>
                </a:lnTo>
                <a:lnTo>
                  <a:pt x="140023" y="2520783"/>
                </a:lnTo>
                <a:lnTo>
                  <a:pt x="167468" y="2555865"/>
                </a:lnTo>
                <a:lnTo>
                  <a:pt x="196967" y="2589184"/>
                </a:lnTo>
                <a:lnTo>
                  <a:pt x="228425" y="2620642"/>
                </a:lnTo>
                <a:lnTo>
                  <a:pt x="261744" y="2650142"/>
                </a:lnTo>
                <a:lnTo>
                  <a:pt x="296826" y="2677587"/>
                </a:lnTo>
                <a:lnTo>
                  <a:pt x="333575" y="2702879"/>
                </a:lnTo>
                <a:lnTo>
                  <a:pt x="371893" y="2725921"/>
                </a:lnTo>
                <a:lnTo>
                  <a:pt x="411683" y="2746617"/>
                </a:lnTo>
                <a:lnTo>
                  <a:pt x="452848" y="2764869"/>
                </a:lnTo>
                <a:lnTo>
                  <a:pt x="495291" y="2780579"/>
                </a:lnTo>
                <a:lnTo>
                  <a:pt x="538914" y="2793651"/>
                </a:lnTo>
                <a:lnTo>
                  <a:pt x="583620" y="2803987"/>
                </a:lnTo>
                <a:lnTo>
                  <a:pt x="629312" y="2811491"/>
                </a:lnTo>
                <a:lnTo>
                  <a:pt x="675893" y="2816064"/>
                </a:lnTo>
                <a:lnTo>
                  <a:pt x="723265" y="2817610"/>
                </a:lnTo>
                <a:lnTo>
                  <a:pt x="2094355" y="2817610"/>
                </a:lnTo>
                <a:lnTo>
                  <a:pt x="2141726" y="2816064"/>
                </a:lnTo>
                <a:lnTo>
                  <a:pt x="2188306" y="2811491"/>
                </a:lnTo>
                <a:lnTo>
                  <a:pt x="2233997" y="2803987"/>
                </a:lnTo>
                <a:lnTo>
                  <a:pt x="2278703" y="2793651"/>
                </a:lnTo>
                <a:lnTo>
                  <a:pt x="2322325" y="2780579"/>
                </a:lnTo>
                <a:lnTo>
                  <a:pt x="2364767" y="2764869"/>
                </a:lnTo>
                <a:lnTo>
                  <a:pt x="2405932" y="2746617"/>
                </a:lnTo>
                <a:lnTo>
                  <a:pt x="2445722" y="2725921"/>
                </a:lnTo>
                <a:lnTo>
                  <a:pt x="2484040" y="2702879"/>
                </a:lnTo>
                <a:lnTo>
                  <a:pt x="2520789" y="2677587"/>
                </a:lnTo>
                <a:lnTo>
                  <a:pt x="2555872" y="2650142"/>
                </a:lnTo>
                <a:lnTo>
                  <a:pt x="2589191" y="2620642"/>
                </a:lnTo>
                <a:lnTo>
                  <a:pt x="2620649" y="2589184"/>
                </a:lnTo>
                <a:lnTo>
                  <a:pt x="2650149" y="2555865"/>
                </a:lnTo>
                <a:lnTo>
                  <a:pt x="2677594" y="2520783"/>
                </a:lnTo>
                <a:lnTo>
                  <a:pt x="2702887" y="2484034"/>
                </a:lnTo>
                <a:lnTo>
                  <a:pt x="2725930" y="2445716"/>
                </a:lnTo>
                <a:lnTo>
                  <a:pt x="2746626" y="2405926"/>
                </a:lnTo>
                <a:lnTo>
                  <a:pt x="2764878" y="2364761"/>
                </a:lnTo>
                <a:lnTo>
                  <a:pt x="2780589" y="2322319"/>
                </a:lnTo>
                <a:lnTo>
                  <a:pt x="2793661" y="2278696"/>
                </a:lnTo>
                <a:lnTo>
                  <a:pt x="2803997" y="2233990"/>
                </a:lnTo>
                <a:lnTo>
                  <a:pt x="2811501" y="2188298"/>
                </a:lnTo>
                <a:lnTo>
                  <a:pt x="2816074" y="2141717"/>
                </a:lnTo>
                <a:lnTo>
                  <a:pt x="2817621" y="2094344"/>
                </a:lnTo>
                <a:lnTo>
                  <a:pt x="2817621" y="723255"/>
                </a:lnTo>
                <a:lnTo>
                  <a:pt x="2816074" y="675884"/>
                </a:lnTo>
                <a:lnTo>
                  <a:pt x="2811501" y="629304"/>
                </a:lnTo>
                <a:lnTo>
                  <a:pt x="2803997" y="583613"/>
                </a:lnTo>
                <a:lnTo>
                  <a:pt x="2793661" y="538908"/>
                </a:lnTo>
                <a:lnTo>
                  <a:pt x="2780589" y="495285"/>
                </a:lnTo>
                <a:lnTo>
                  <a:pt x="2764878" y="452844"/>
                </a:lnTo>
                <a:lnTo>
                  <a:pt x="2746626" y="411680"/>
                </a:lnTo>
                <a:lnTo>
                  <a:pt x="2725930" y="371890"/>
                </a:lnTo>
                <a:lnTo>
                  <a:pt x="2702887" y="333573"/>
                </a:lnTo>
                <a:lnTo>
                  <a:pt x="2677594" y="296824"/>
                </a:lnTo>
                <a:lnTo>
                  <a:pt x="2650149" y="261742"/>
                </a:lnTo>
                <a:lnTo>
                  <a:pt x="2620649" y="228424"/>
                </a:lnTo>
                <a:lnTo>
                  <a:pt x="2589191" y="196966"/>
                </a:lnTo>
                <a:lnTo>
                  <a:pt x="2555872" y="167467"/>
                </a:lnTo>
                <a:lnTo>
                  <a:pt x="2520789" y="140022"/>
                </a:lnTo>
                <a:lnTo>
                  <a:pt x="2484040" y="114730"/>
                </a:lnTo>
                <a:lnTo>
                  <a:pt x="2445722" y="91688"/>
                </a:lnTo>
                <a:lnTo>
                  <a:pt x="2405932" y="70992"/>
                </a:lnTo>
                <a:lnTo>
                  <a:pt x="2364767" y="52741"/>
                </a:lnTo>
                <a:lnTo>
                  <a:pt x="2322325" y="37030"/>
                </a:lnTo>
                <a:lnTo>
                  <a:pt x="2278703" y="23958"/>
                </a:lnTo>
                <a:lnTo>
                  <a:pt x="2233997" y="13622"/>
                </a:lnTo>
                <a:lnTo>
                  <a:pt x="2188306" y="6119"/>
                </a:lnTo>
                <a:lnTo>
                  <a:pt x="2141726" y="1546"/>
                </a:lnTo>
                <a:lnTo>
                  <a:pt x="2094355" y="0"/>
                </a:lnTo>
                <a:close/>
              </a:path>
            </a:pathLst>
          </a:custGeom>
          <a:solidFill>
            <a:srgbClr val="99B137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435376" y="6405810"/>
            <a:ext cx="2818130" cy="2818130"/>
          </a:xfrm>
          <a:custGeom>
            <a:avLst/>
            <a:gdLst/>
            <a:ahLst/>
            <a:cxnLst/>
            <a:rect l="l" t="t" r="r" b="b"/>
            <a:pathLst>
              <a:path w="2818129" h="2818129">
                <a:moveTo>
                  <a:pt x="2094355" y="0"/>
                </a:moveTo>
                <a:lnTo>
                  <a:pt x="723265" y="0"/>
                </a:lnTo>
                <a:lnTo>
                  <a:pt x="675893" y="1546"/>
                </a:lnTo>
                <a:lnTo>
                  <a:pt x="629312" y="6119"/>
                </a:lnTo>
                <a:lnTo>
                  <a:pt x="583620" y="13622"/>
                </a:lnTo>
                <a:lnTo>
                  <a:pt x="538914" y="23958"/>
                </a:lnTo>
                <a:lnTo>
                  <a:pt x="495291" y="37030"/>
                </a:lnTo>
                <a:lnTo>
                  <a:pt x="452848" y="52741"/>
                </a:lnTo>
                <a:lnTo>
                  <a:pt x="411683" y="70992"/>
                </a:lnTo>
                <a:lnTo>
                  <a:pt x="371893" y="91688"/>
                </a:lnTo>
                <a:lnTo>
                  <a:pt x="333575" y="114730"/>
                </a:lnTo>
                <a:lnTo>
                  <a:pt x="296826" y="140022"/>
                </a:lnTo>
                <a:lnTo>
                  <a:pt x="261744" y="167467"/>
                </a:lnTo>
                <a:lnTo>
                  <a:pt x="228425" y="196966"/>
                </a:lnTo>
                <a:lnTo>
                  <a:pt x="196967" y="228424"/>
                </a:lnTo>
                <a:lnTo>
                  <a:pt x="167468" y="261742"/>
                </a:lnTo>
                <a:lnTo>
                  <a:pt x="140023" y="296824"/>
                </a:lnTo>
                <a:lnTo>
                  <a:pt x="114731" y="333573"/>
                </a:lnTo>
                <a:lnTo>
                  <a:pt x="91688" y="371890"/>
                </a:lnTo>
                <a:lnTo>
                  <a:pt x="70992" y="411680"/>
                </a:lnTo>
                <a:lnTo>
                  <a:pt x="52741" y="452844"/>
                </a:lnTo>
                <a:lnTo>
                  <a:pt x="37030" y="495285"/>
                </a:lnTo>
                <a:lnTo>
                  <a:pt x="23958" y="538908"/>
                </a:lnTo>
                <a:lnTo>
                  <a:pt x="13622" y="583613"/>
                </a:lnTo>
                <a:lnTo>
                  <a:pt x="6119" y="629304"/>
                </a:lnTo>
                <a:lnTo>
                  <a:pt x="1546" y="675884"/>
                </a:lnTo>
                <a:lnTo>
                  <a:pt x="0" y="723255"/>
                </a:lnTo>
                <a:lnTo>
                  <a:pt x="0" y="2094344"/>
                </a:lnTo>
                <a:lnTo>
                  <a:pt x="1546" y="2141717"/>
                </a:lnTo>
                <a:lnTo>
                  <a:pt x="6119" y="2188298"/>
                </a:lnTo>
                <a:lnTo>
                  <a:pt x="13622" y="2233990"/>
                </a:lnTo>
                <a:lnTo>
                  <a:pt x="23958" y="2278696"/>
                </a:lnTo>
                <a:lnTo>
                  <a:pt x="37030" y="2322319"/>
                </a:lnTo>
                <a:lnTo>
                  <a:pt x="52741" y="2364761"/>
                </a:lnTo>
                <a:lnTo>
                  <a:pt x="70992" y="2405926"/>
                </a:lnTo>
                <a:lnTo>
                  <a:pt x="91688" y="2445716"/>
                </a:lnTo>
                <a:lnTo>
                  <a:pt x="114731" y="2484034"/>
                </a:lnTo>
                <a:lnTo>
                  <a:pt x="140023" y="2520783"/>
                </a:lnTo>
                <a:lnTo>
                  <a:pt x="167468" y="2555865"/>
                </a:lnTo>
                <a:lnTo>
                  <a:pt x="196967" y="2589184"/>
                </a:lnTo>
                <a:lnTo>
                  <a:pt x="228425" y="2620642"/>
                </a:lnTo>
                <a:lnTo>
                  <a:pt x="261744" y="2650142"/>
                </a:lnTo>
                <a:lnTo>
                  <a:pt x="296826" y="2677587"/>
                </a:lnTo>
                <a:lnTo>
                  <a:pt x="333575" y="2702879"/>
                </a:lnTo>
                <a:lnTo>
                  <a:pt x="371893" y="2725921"/>
                </a:lnTo>
                <a:lnTo>
                  <a:pt x="411683" y="2746617"/>
                </a:lnTo>
                <a:lnTo>
                  <a:pt x="452848" y="2764869"/>
                </a:lnTo>
                <a:lnTo>
                  <a:pt x="495291" y="2780579"/>
                </a:lnTo>
                <a:lnTo>
                  <a:pt x="538914" y="2793651"/>
                </a:lnTo>
                <a:lnTo>
                  <a:pt x="583620" y="2803987"/>
                </a:lnTo>
                <a:lnTo>
                  <a:pt x="629312" y="2811491"/>
                </a:lnTo>
                <a:lnTo>
                  <a:pt x="675893" y="2816064"/>
                </a:lnTo>
                <a:lnTo>
                  <a:pt x="723265" y="2817610"/>
                </a:lnTo>
                <a:lnTo>
                  <a:pt x="2094355" y="2817610"/>
                </a:lnTo>
                <a:lnTo>
                  <a:pt x="2141726" y="2816064"/>
                </a:lnTo>
                <a:lnTo>
                  <a:pt x="2188306" y="2811491"/>
                </a:lnTo>
                <a:lnTo>
                  <a:pt x="2233997" y="2803987"/>
                </a:lnTo>
                <a:lnTo>
                  <a:pt x="2278702" y="2793651"/>
                </a:lnTo>
                <a:lnTo>
                  <a:pt x="2322324" y="2780579"/>
                </a:lnTo>
                <a:lnTo>
                  <a:pt x="2364766" y="2764869"/>
                </a:lnTo>
                <a:lnTo>
                  <a:pt x="2405930" y="2746617"/>
                </a:lnTo>
                <a:lnTo>
                  <a:pt x="2445719" y="2725921"/>
                </a:lnTo>
                <a:lnTo>
                  <a:pt x="2484037" y="2702879"/>
                </a:lnTo>
                <a:lnTo>
                  <a:pt x="2520785" y="2677587"/>
                </a:lnTo>
                <a:lnTo>
                  <a:pt x="2555867" y="2650142"/>
                </a:lnTo>
                <a:lnTo>
                  <a:pt x="2589186" y="2620642"/>
                </a:lnTo>
                <a:lnTo>
                  <a:pt x="2620643" y="2589184"/>
                </a:lnTo>
                <a:lnTo>
                  <a:pt x="2650143" y="2555865"/>
                </a:lnTo>
                <a:lnTo>
                  <a:pt x="2677587" y="2520783"/>
                </a:lnTo>
                <a:lnTo>
                  <a:pt x="2702879" y="2484034"/>
                </a:lnTo>
                <a:lnTo>
                  <a:pt x="2725922" y="2445716"/>
                </a:lnTo>
                <a:lnTo>
                  <a:pt x="2746617" y="2405926"/>
                </a:lnTo>
                <a:lnTo>
                  <a:pt x="2764869" y="2364761"/>
                </a:lnTo>
                <a:lnTo>
                  <a:pt x="2780579" y="2322319"/>
                </a:lnTo>
                <a:lnTo>
                  <a:pt x="2793651" y="2278696"/>
                </a:lnTo>
                <a:lnTo>
                  <a:pt x="2803987" y="2233990"/>
                </a:lnTo>
                <a:lnTo>
                  <a:pt x="2811491" y="2188298"/>
                </a:lnTo>
                <a:lnTo>
                  <a:pt x="2816064" y="2141717"/>
                </a:lnTo>
                <a:lnTo>
                  <a:pt x="2817610" y="2094344"/>
                </a:lnTo>
                <a:lnTo>
                  <a:pt x="2817610" y="723255"/>
                </a:lnTo>
                <a:lnTo>
                  <a:pt x="2816064" y="675884"/>
                </a:lnTo>
                <a:lnTo>
                  <a:pt x="2811491" y="629304"/>
                </a:lnTo>
                <a:lnTo>
                  <a:pt x="2803987" y="583613"/>
                </a:lnTo>
                <a:lnTo>
                  <a:pt x="2793651" y="538908"/>
                </a:lnTo>
                <a:lnTo>
                  <a:pt x="2780579" y="495285"/>
                </a:lnTo>
                <a:lnTo>
                  <a:pt x="2764869" y="452844"/>
                </a:lnTo>
                <a:lnTo>
                  <a:pt x="2746617" y="411680"/>
                </a:lnTo>
                <a:lnTo>
                  <a:pt x="2725922" y="371890"/>
                </a:lnTo>
                <a:lnTo>
                  <a:pt x="2702879" y="333573"/>
                </a:lnTo>
                <a:lnTo>
                  <a:pt x="2677587" y="296824"/>
                </a:lnTo>
                <a:lnTo>
                  <a:pt x="2650143" y="261742"/>
                </a:lnTo>
                <a:lnTo>
                  <a:pt x="2620643" y="228424"/>
                </a:lnTo>
                <a:lnTo>
                  <a:pt x="2589186" y="196966"/>
                </a:lnTo>
                <a:lnTo>
                  <a:pt x="2555867" y="167467"/>
                </a:lnTo>
                <a:lnTo>
                  <a:pt x="2520785" y="140022"/>
                </a:lnTo>
                <a:lnTo>
                  <a:pt x="2484037" y="114730"/>
                </a:lnTo>
                <a:lnTo>
                  <a:pt x="2445719" y="91688"/>
                </a:lnTo>
                <a:lnTo>
                  <a:pt x="2405930" y="70992"/>
                </a:lnTo>
                <a:lnTo>
                  <a:pt x="2364766" y="52741"/>
                </a:lnTo>
                <a:lnTo>
                  <a:pt x="2322324" y="37030"/>
                </a:lnTo>
                <a:lnTo>
                  <a:pt x="2278702" y="23958"/>
                </a:lnTo>
                <a:lnTo>
                  <a:pt x="2233997" y="13622"/>
                </a:lnTo>
                <a:lnTo>
                  <a:pt x="2188306" y="6119"/>
                </a:lnTo>
                <a:lnTo>
                  <a:pt x="2141726" y="1546"/>
                </a:lnTo>
                <a:lnTo>
                  <a:pt x="2094355" y="0"/>
                </a:lnTo>
                <a:close/>
              </a:path>
            </a:pathLst>
          </a:custGeom>
          <a:solidFill>
            <a:srgbClr val="99B137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359632" y="6405810"/>
            <a:ext cx="2818130" cy="2818130"/>
          </a:xfrm>
          <a:custGeom>
            <a:avLst/>
            <a:gdLst/>
            <a:ahLst/>
            <a:cxnLst/>
            <a:rect l="l" t="t" r="r" b="b"/>
            <a:pathLst>
              <a:path w="2818130" h="2818129">
                <a:moveTo>
                  <a:pt x="2094355" y="0"/>
                </a:moveTo>
                <a:lnTo>
                  <a:pt x="723265" y="0"/>
                </a:lnTo>
                <a:lnTo>
                  <a:pt x="675893" y="1546"/>
                </a:lnTo>
                <a:lnTo>
                  <a:pt x="629312" y="6119"/>
                </a:lnTo>
                <a:lnTo>
                  <a:pt x="583620" y="13622"/>
                </a:lnTo>
                <a:lnTo>
                  <a:pt x="538914" y="23958"/>
                </a:lnTo>
                <a:lnTo>
                  <a:pt x="495291" y="37030"/>
                </a:lnTo>
                <a:lnTo>
                  <a:pt x="452848" y="52741"/>
                </a:lnTo>
                <a:lnTo>
                  <a:pt x="411683" y="70992"/>
                </a:lnTo>
                <a:lnTo>
                  <a:pt x="371893" y="91688"/>
                </a:lnTo>
                <a:lnTo>
                  <a:pt x="333575" y="114730"/>
                </a:lnTo>
                <a:lnTo>
                  <a:pt x="296826" y="140022"/>
                </a:lnTo>
                <a:lnTo>
                  <a:pt x="261744" y="167467"/>
                </a:lnTo>
                <a:lnTo>
                  <a:pt x="228425" y="196966"/>
                </a:lnTo>
                <a:lnTo>
                  <a:pt x="196967" y="228424"/>
                </a:lnTo>
                <a:lnTo>
                  <a:pt x="167468" y="261742"/>
                </a:lnTo>
                <a:lnTo>
                  <a:pt x="140023" y="296824"/>
                </a:lnTo>
                <a:lnTo>
                  <a:pt x="114731" y="333573"/>
                </a:lnTo>
                <a:lnTo>
                  <a:pt x="91688" y="371890"/>
                </a:lnTo>
                <a:lnTo>
                  <a:pt x="70992" y="411680"/>
                </a:lnTo>
                <a:lnTo>
                  <a:pt x="52741" y="452844"/>
                </a:lnTo>
                <a:lnTo>
                  <a:pt x="37030" y="495285"/>
                </a:lnTo>
                <a:lnTo>
                  <a:pt x="23958" y="538908"/>
                </a:lnTo>
                <a:lnTo>
                  <a:pt x="13622" y="583613"/>
                </a:lnTo>
                <a:lnTo>
                  <a:pt x="6119" y="629304"/>
                </a:lnTo>
                <a:lnTo>
                  <a:pt x="1546" y="675884"/>
                </a:lnTo>
                <a:lnTo>
                  <a:pt x="0" y="723255"/>
                </a:lnTo>
                <a:lnTo>
                  <a:pt x="0" y="2094344"/>
                </a:lnTo>
                <a:lnTo>
                  <a:pt x="1546" y="2141717"/>
                </a:lnTo>
                <a:lnTo>
                  <a:pt x="6119" y="2188298"/>
                </a:lnTo>
                <a:lnTo>
                  <a:pt x="13622" y="2233990"/>
                </a:lnTo>
                <a:lnTo>
                  <a:pt x="23958" y="2278696"/>
                </a:lnTo>
                <a:lnTo>
                  <a:pt x="37030" y="2322319"/>
                </a:lnTo>
                <a:lnTo>
                  <a:pt x="52741" y="2364761"/>
                </a:lnTo>
                <a:lnTo>
                  <a:pt x="70992" y="2405926"/>
                </a:lnTo>
                <a:lnTo>
                  <a:pt x="91688" y="2445716"/>
                </a:lnTo>
                <a:lnTo>
                  <a:pt x="114731" y="2484034"/>
                </a:lnTo>
                <a:lnTo>
                  <a:pt x="140023" y="2520783"/>
                </a:lnTo>
                <a:lnTo>
                  <a:pt x="167468" y="2555865"/>
                </a:lnTo>
                <a:lnTo>
                  <a:pt x="196967" y="2589184"/>
                </a:lnTo>
                <a:lnTo>
                  <a:pt x="228425" y="2620642"/>
                </a:lnTo>
                <a:lnTo>
                  <a:pt x="261744" y="2650142"/>
                </a:lnTo>
                <a:lnTo>
                  <a:pt x="296826" y="2677587"/>
                </a:lnTo>
                <a:lnTo>
                  <a:pt x="333575" y="2702879"/>
                </a:lnTo>
                <a:lnTo>
                  <a:pt x="371893" y="2725921"/>
                </a:lnTo>
                <a:lnTo>
                  <a:pt x="411683" y="2746617"/>
                </a:lnTo>
                <a:lnTo>
                  <a:pt x="452848" y="2764869"/>
                </a:lnTo>
                <a:lnTo>
                  <a:pt x="495291" y="2780579"/>
                </a:lnTo>
                <a:lnTo>
                  <a:pt x="538914" y="2793651"/>
                </a:lnTo>
                <a:lnTo>
                  <a:pt x="583620" y="2803987"/>
                </a:lnTo>
                <a:lnTo>
                  <a:pt x="629312" y="2811491"/>
                </a:lnTo>
                <a:lnTo>
                  <a:pt x="675893" y="2816064"/>
                </a:lnTo>
                <a:lnTo>
                  <a:pt x="723265" y="2817610"/>
                </a:lnTo>
                <a:lnTo>
                  <a:pt x="2094355" y="2817610"/>
                </a:lnTo>
                <a:lnTo>
                  <a:pt x="2141726" y="2816064"/>
                </a:lnTo>
                <a:lnTo>
                  <a:pt x="2188306" y="2811491"/>
                </a:lnTo>
                <a:lnTo>
                  <a:pt x="2233997" y="2803987"/>
                </a:lnTo>
                <a:lnTo>
                  <a:pt x="2278702" y="2793651"/>
                </a:lnTo>
                <a:lnTo>
                  <a:pt x="2322324" y="2780579"/>
                </a:lnTo>
                <a:lnTo>
                  <a:pt x="2364766" y="2764869"/>
                </a:lnTo>
                <a:lnTo>
                  <a:pt x="2405930" y="2746617"/>
                </a:lnTo>
                <a:lnTo>
                  <a:pt x="2445719" y="2725921"/>
                </a:lnTo>
                <a:lnTo>
                  <a:pt x="2484037" y="2702879"/>
                </a:lnTo>
                <a:lnTo>
                  <a:pt x="2520785" y="2677587"/>
                </a:lnTo>
                <a:lnTo>
                  <a:pt x="2555867" y="2650142"/>
                </a:lnTo>
                <a:lnTo>
                  <a:pt x="2589186" y="2620642"/>
                </a:lnTo>
                <a:lnTo>
                  <a:pt x="2620643" y="2589184"/>
                </a:lnTo>
                <a:lnTo>
                  <a:pt x="2650143" y="2555865"/>
                </a:lnTo>
                <a:lnTo>
                  <a:pt x="2677587" y="2520783"/>
                </a:lnTo>
                <a:lnTo>
                  <a:pt x="2702879" y="2484034"/>
                </a:lnTo>
                <a:lnTo>
                  <a:pt x="2725922" y="2445716"/>
                </a:lnTo>
                <a:lnTo>
                  <a:pt x="2746617" y="2405926"/>
                </a:lnTo>
                <a:lnTo>
                  <a:pt x="2764869" y="2364761"/>
                </a:lnTo>
                <a:lnTo>
                  <a:pt x="2780579" y="2322319"/>
                </a:lnTo>
                <a:lnTo>
                  <a:pt x="2793651" y="2278696"/>
                </a:lnTo>
                <a:lnTo>
                  <a:pt x="2803987" y="2233990"/>
                </a:lnTo>
                <a:lnTo>
                  <a:pt x="2811491" y="2188298"/>
                </a:lnTo>
                <a:lnTo>
                  <a:pt x="2816064" y="2141717"/>
                </a:lnTo>
                <a:lnTo>
                  <a:pt x="2817610" y="2094344"/>
                </a:lnTo>
                <a:lnTo>
                  <a:pt x="2817610" y="723255"/>
                </a:lnTo>
                <a:lnTo>
                  <a:pt x="2816064" y="675884"/>
                </a:lnTo>
                <a:lnTo>
                  <a:pt x="2811491" y="629304"/>
                </a:lnTo>
                <a:lnTo>
                  <a:pt x="2803987" y="583613"/>
                </a:lnTo>
                <a:lnTo>
                  <a:pt x="2793651" y="538908"/>
                </a:lnTo>
                <a:lnTo>
                  <a:pt x="2780579" y="495285"/>
                </a:lnTo>
                <a:lnTo>
                  <a:pt x="2764869" y="452844"/>
                </a:lnTo>
                <a:lnTo>
                  <a:pt x="2746617" y="411680"/>
                </a:lnTo>
                <a:lnTo>
                  <a:pt x="2725922" y="371890"/>
                </a:lnTo>
                <a:lnTo>
                  <a:pt x="2702879" y="333573"/>
                </a:lnTo>
                <a:lnTo>
                  <a:pt x="2677587" y="296824"/>
                </a:lnTo>
                <a:lnTo>
                  <a:pt x="2650143" y="261742"/>
                </a:lnTo>
                <a:lnTo>
                  <a:pt x="2620643" y="228424"/>
                </a:lnTo>
                <a:lnTo>
                  <a:pt x="2589186" y="196966"/>
                </a:lnTo>
                <a:lnTo>
                  <a:pt x="2555867" y="167467"/>
                </a:lnTo>
                <a:lnTo>
                  <a:pt x="2520785" y="140022"/>
                </a:lnTo>
                <a:lnTo>
                  <a:pt x="2484037" y="114730"/>
                </a:lnTo>
                <a:lnTo>
                  <a:pt x="2445719" y="91688"/>
                </a:lnTo>
                <a:lnTo>
                  <a:pt x="2405930" y="70992"/>
                </a:lnTo>
                <a:lnTo>
                  <a:pt x="2364766" y="52741"/>
                </a:lnTo>
                <a:lnTo>
                  <a:pt x="2322324" y="37030"/>
                </a:lnTo>
                <a:lnTo>
                  <a:pt x="2278702" y="23958"/>
                </a:lnTo>
                <a:lnTo>
                  <a:pt x="2233997" y="13622"/>
                </a:lnTo>
                <a:lnTo>
                  <a:pt x="2188306" y="6119"/>
                </a:lnTo>
                <a:lnTo>
                  <a:pt x="2141726" y="1546"/>
                </a:lnTo>
                <a:lnTo>
                  <a:pt x="2094355" y="0"/>
                </a:lnTo>
                <a:close/>
              </a:path>
            </a:pathLst>
          </a:custGeom>
          <a:solidFill>
            <a:srgbClr val="99B137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99779" y="2110587"/>
            <a:ext cx="2753777" cy="3762031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27544" y="2122926"/>
            <a:ext cx="2681793" cy="3737352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78640" y="6863688"/>
            <a:ext cx="3071536" cy="371798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710429" y="6851225"/>
            <a:ext cx="2813045" cy="374290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04264" y="6784282"/>
            <a:ext cx="2806404" cy="3876795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FAAF85E-3856-66D6-4317-65E2E992D28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5203" y="10161983"/>
            <a:ext cx="2083406" cy="942688"/>
          </a:xfrm>
          <a:prstGeom prst="rect">
            <a:avLst/>
          </a:prstGeom>
        </p:spPr>
      </p:pic>
      <p:grpSp>
        <p:nvGrpSpPr>
          <p:cNvPr id="31" name="Grupo 30">
            <a:extLst>
              <a:ext uri="{FF2B5EF4-FFF2-40B4-BE49-F238E27FC236}">
                <a16:creationId xmlns:a16="http://schemas.microsoft.com/office/drawing/2014/main" id="{5C78EEAE-A034-3098-8EF5-986ECD29FDF2}"/>
              </a:ext>
            </a:extLst>
          </p:cNvPr>
          <p:cNvGrpSpPr/>
          <p:nvPr/>
        </p:nvGrpSpPr>
        <p:grpSpPr>
          <a:xfrm>
            <a:off x="463108" y="277640"/>
            <a:ext cx="8315532" cy="791210"/>
            <a:chOff x="543010" y="553032"/>
            <a:chExt cx="8315532" cy="791210"/>
          </a:xfrm>
        </p:grpSpPr>
        <p:sp>
          <p:nvSpPr>
            <p:cNvPr id="32" name="object 6">
              <a:extLst>
                <a:ext uri="{FF2B5EF4-FFF2-40B4-BE49-F238E27FC236}">
                  <a16:creationId xmlns:a16="http://schemas.microsoft.com/office/drawing/2014/main" id="{80EAD2D4-FDC5-D6C6-7E9C-05436E4661F9}"/>
                </a:ext>
              </a:extLst>
            </p:cNvPr>
            <p:cNvSpPr/>
            <p:nvPr/>
          </p:nvSpPr>
          <p:spPr>
            <a:xfrm>
              <a:off x="543010" y="748213"/>
              <a:ext cx="382905" cy="586740"/>
            </a:xfrm>
            <a:custGeom>
              <a:avLst/>
              <a:gdLst/>
              <a:ahLst/>
              <a:cxnLst/>
              <a:rect l="l" t="t" r="r" b="b"/>
              <a:pathLst>
                <a:path w="382905" h="586740">
                  <a:moveTo>
                    <a:pt x="220307" y="0"/>
                  </a:moveTo>
                  <a:lnTo>
                    <a:pt x="0" y="0"/>
                  </a:lnTo>
                  <a:lnTo>
                    <a:pt x="0" y="586380"/>
                  </a:lnTo>
                  <a:lnTo>
                    <a:pt x="154969" y="586380"/>
                  </a:lnTo>
                  <a:lnTo>
                    <a:pt x="154969" y="412982"/>
                  </a:lnTo>
                  <a:lnTo>
                    <a:pt x="220307" y="412982"/>
                  </a:lnTo>
                  <a:lnTo>
                    <a:pt x="265447" y="408512"/>
                  </a:lnTo>
                  <a:lnTo>
                    <a:pt x="302718" y="395280"/>
                  </a:lnTo>
                  <a:lnTo>
                    <a:pt x="354998" y="343582"/>
                  </a:lnTo>
                  <a:lnTo>
                    <a:pt x="370683" y="305644"/>
                  </a:lnTo>
                  <a:lnTo>
                    <a:pt x="374865" y="284808"/>
                  </a:lnTo>
                  <a:lnTo>
                    <a:pt x="154969" y="284808"/>
                  </a:lnTo>
                  <a:lnTo>
                    <a:pt x="154969" y="128163"/>
                  </a:lnTo>
                  <a:lnTo>
                    <a:pt x="374783" y="128163"/>
                  </a:lnTo>
                  <a:lnTo>
                    <a:pt x="370683" y="107639"/>
                  </a:lnTo>
                  <a:lnTo>
                    <a:pt x="354998" y="69553"/>
                  </a:lnTo>
                  <a:lnTo>
                    <a:pt x="332456" y="39497"/>
                  </a:lnTo>
                  <a:lnTo>
                    <a:pt x="302718" y="17720"/>
                  </a:lnTo>
                  <a:lnTo>
                    <a:pt x="265447" y="4471"/>
                  </a:lnTo>
                  <a:lnTo>
                    <a:pt x="220307" y="0"/>
                  </a:lnTo>
                  <a:close/>
                </a:path>
                <a:path w="382905" h="586740">
                  <a:moveTo>
                    <a:pt x="374783" y="128163"/>
                  </a:moveTo>
                  <a:lnTo>
                    <a:pt x="177586" y="128163"/>
                  </a:lnTo>
                  <a:lnTo>
                    <a:pt x="203817" y="134341"/>
                  </a:lnTo>
                  <a:lnTo>
                    <a:pt x="219056" y="151199"/>
                  </a:lnTo>
                  <a:lnTo>
                    <a:pt x="226127" y="176225"/>
                  </a:lnTo>
                  <a:lnTo>
                    <a:pt x="227856" y="206904"/>
                  </a:lnTo>
                  <a:lnTo>
                    <a:pt x="226127" y="237100"/>
                  </a:lnTo>
                  <a:lnTo>
                    <a:pt x="219056" y="261876"/>
                  </a:lnTo>
                  <a:lnTo>
                    <a:pt x="203817" y="278643"/>
                  </a:lnTo>
                  <a:lnTo>
                    <a:pt x="177586" y="284808"/>
                  </a:lnTo>
                  <a:lnTo>
                    <a:pt x="374865" y="284808"/>
                  </a:lnTo>
                  <a:lnTo>
                    <a:pt x="379846" y="259996"/>
                  </a:lnTo>
                  <a:lnTo>
                    <a:pt x="382826" y="206904"/>
                  </a:lnTo>
                  <a:lnTo>
                    <a:pt x="379846" y="153506"/>
                  </a:lnTo>
                  <a:lnTo>
                    <a:pt x="374783" y="128163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7">
              <a:extLst>
                <a:ext uri="{FF2B5EF4-FFF2-40B4-BE49-F238E27FC236}">
                  <a16:creationId xmlns:a16="http://schemas.microsoft.com/office/drawing/2014/main" id="{FD9C7D22-485C-9D7E-08BA-4D6CB1744AF2}"/>
                </a:ext>
              </a:extLst>
            </p:cNvPr>
            <p:cNvSpPr/>
            <p:nvPr/>
          </p:nvSpPr>
          <p:spPr>
            <a:xfrm>
              <a:off x="971880" y="739006"/>
              <a:ext cx="844550" cy="605155"/>
            </a:xfrm>
            <a:custGeom>
              <a:avLst/>
              <a:gdLst/>
              <a:ahLst/>
              <a:cxnLst/>
              <a:rect l="l" t="t" r="r" b="b"/>
              <a:pathLst>
                <a:path w="844550" h="605155">
                  <a:moveTo>
                    <a:pt x="407123" y="595591"/>
                  </a:moveTo>
                  <a:lnTo>
                    <a:pt x="331089" y="422186"/>
                  </a:lnTo>
                  <a:lnTo>
                    <a:pt x="311619" y="377799"/>
                  </a:lnTo>
                  <a:lnTo>
                    <a:pt x="340296" y="350062"/>
                  </a:lnTo>
                  <a:lnTo>
                    <a:pt x="362521" y="314236"/>
                  </a:lnTo>
                  <a:lnTo>
                    <a:pt x="369049" y="294030"/>
                  </a:lnTo>
                  <a:lnTo>
                    <a:pt x="376897" y="269773"/>
                  </a:lnTo>
                  <a:lnTo>
                    <a:pt x="382003" y="216128"/>
                  </a:lnTo>
                  <a:lnTo>
                    <a:pt x="379018" y="162725"/>
                  </a:lnTo>
                  <a:lnTo>
                    <a:pt x="373964" y="137375"/>
                  </a:lnTo>
                  <a:lnTo>
                    <a:pt x="369874" y="116852"/>
                  </a:lnTo>
                  <a:lnTo>
                    <a:pt x="354241" y="78765"/>
                  </a:lnTo>
                  <a:lnTo>
                    <a:pt x="302196" y="26936"/>
                  </a:lnTo>
                  <a:lnTo>
                    <a:pt x="265150" y="13690"/>
                  </a:lnTo>
                  <a:lnTo>
                    <a:pt x="227863" y="9982"/>
                  </a:lnTo>
                  <a:lnTo>
                    <a:pt x="227863" y="216128"/>
                  </a:lnTo>
                  <a:lnTo>
                    <a:pt x="226136" y="246316"/>
                  </a:lnTo>
                  <a:lnTo>
                    <a:pt x="219062" y="271094"/>
                  </a:lnTo>
                  <a:lnTo>
                    <a:pt x="203822" y="287858"/>
                  </a:lnTo>
                  <a:lnTo>
                    <a:pt x="177596" y="294030"/>
                  </a:lnTo>
                  <a:lnTo>
                    <a:pt x="154978" y="294030"/>
                  </a:lnTo>
                  <a:lnTo>
                    <a:pt x="154978" y="137375"/>
                  </a:lnTo>
                  <a:lnTo>
                    <a:pt x="177596" y="137375"/>
                  </a:lnTo>
                  <a:lnTo>
                    <a:pt x="203822" y="143560"/>
                  </a:lnTo>
                  <a:lnTo>
                    <a:pt x="219062" y="160413"/>
                  </a:lnTo>
                  <a:lnTo>
                    <a:pt x="226136" y="185432"/>
                  </a:lnTo>
                  <a:lnTo>
                    <a:pt x="227863" y="216128"/>
                  </a:lnTo>
                  <a:lnTo>
                    <a:pt x="227863" y="9982"/>
                  </a:lnTo>
                  <a:lnTo>
                    <a:pt x="220319" y="9220"/>
                  </a:lnTo>
                  <a:lnTo>
                    <a:pt x="0" y="9220"/>
                  </a:lnTo>
                  <a:lnTo>
                    <a:pt x="0" y="595591"/>
                  </a:lnTo>
                  <a:lnTo>
                    <a:pt x="154978" y="595591"/>
                  </a:lnTo>
                  <a:lnTo>
                    <a:pt x="154978" y="422186"/>
                  </a:lnTo>
                  <a:lnTo>
                    <a:pt x="180111" y="422186"/>
                  </a:lnTo>
                  <a:lnTo>
                    <a:pt x="243776" y="595591"/>
                  </a:lnTo>
                  <a:lnTo>
                    <a:pt x="407123" y="595591"/>
                  </a:lnTo>
                  <a:close/>
                </a:path>
                <a:path w="844550" h="605155">
                  <a:moveTo>
                    <a:pt x="844397" y="272249"/>
                  </a:moveTo>
                  <a:lnTo>
                    <a:pt x="841654" y="208635"/>
                  </a:lnTo>
                  <a:lnTo>
                    <a:pt x="833501" y="154774"/>
                  </a:lnTo>
                  <a:lnTo>
                    <a:pt x="829017" y="139890"/>
                  </a:lnTo>
                  <a:lnTo>
                    <a:pt x="820039" y="110070"/>
                  </a:lnTo>
                  <a:lnTo>
                    <a:pt x="801395" y="73914"/>
                  </a:lnTo>
                  <a:lnTo>
                    <a:pt x="748957" y="24790"/>
                  </a:lnTo>
                  <a:lnTo>
                    <a:pt x="690257" y="5321"/>
                  </a:lnTo>
                  <a:lnTo>
                    <a:pt x="690257" y="285648"/>
                  </a:lnTo>
                  <a:lnTo>
                    <a:pt x="690257" y="319989"/>
                  </a:lnTo>
                  <a:lnTo>
                    <a:pt x="688086" y="392950"/>
                  </a:lnTo>
                  <a:lnTo>
                    <a:pt x="679780" y="437476"/>
                  </a:lnTo>
                  <a:lnTo>
                    <a:pt x="662686" y="459701"/>
                  </a:lnTo>
                  <a:lnTo>
                    <a:pt x="634136" y="465747"/>
                  </a:lnTo>
                  <a:lnTo>
                    <a:pt x="606044" y="459701"/>
                  </a:lnTo>
                  <a:lnTo>
                    <a:pt x="589203" y="437476"/>
                  </a:lnTo>
                  <a:lnTo>
                    <a:pt x="580999" y="392950"/>
                  </a:lnTo>
                  <a:lnTo>
                    <a:pt x="578827" y="319989"/>
                  </a:lnTo>
                  <a:lnTo>
                    <a:pt x="578827" y="285648"/>
                  </a:lnTo>
                  <a:lnTo>
                    <a:pt x="580999" y="212699"/>
                  </a:lnTo>
                  <a:lnTo>
                    <a:pt x="589203" y="168173"/>
                  </a:lnTo>
                  <a:lnTo>
                    <a:pt x="606044" y="145948"/>
                  </a:lnTo>
                  <a:lnTo>
                    <a:pt x="634136" y="139890"/>
                  </a:lnTo>
                  <a:lnTo>
                    <a:pt x="662686" y="145948"/>
                  </a:lnTo>
                  <a:lnTo>
                    <a:pt x="679780" y="168173"/>
                  </a:lnTo>
                  <a:lnTo>
                    <a:pt x="688086" y="212699"/>
                  </a:lnTo>
                  <a:lnTo>
                    <a:pt x="690257" y="285648"/>
                  </a:lnTo>
                  <a:lnTo>
                    <a:pt x="690257" y="5321"/>
                  </a:lnTo>
                  <a:lnTo>
                    <a:pt x="677087" y="2552"/>
                  </a:lnTo>
                  <a:lnTo>
                    <a:pt x="634136" y="0"/>
                  </a:lnTo>
                  <a:lnTo>
                    <a:pt x="591400" y="2552"/>
                  </a:lnTo>
                  <a:lnTo>
                    <a:pt x="553212" y="10604"/>
                  </a:lnTo>
                  <a:lnTo>
                    <a:pt x="490956" y="45681"/>
                  </a:lnTo>
                  <a:lnTo>
                    <a:pt x="448411" y="110070"/>
                  </a:lnTo>
                  <a:lnTo>
                    <a:pt x="434873" y="154774"/>
                  </a:lnTo>
                  <a:lnTo>
                    <a:pt x="426643" y="208635"/>
                  </a:lnTo>
                  <a:lnTo>
                    <a:pt x="423875" y="272249"/>
                  </a:lnTo>
                  <a:lnTo>
                    <a:pt x="423875" y="332562"/>
                  </a:lnTo>
                  <a:lnTo>
                    <a:pt x="426643" y="396163"/>
                  </a:lnTo>
                  <a:lnTo>
                    <a:pt x="434873" y="450024"/>
                  </a:lnTo>
                  <a:lnTo>
                    <a:pt x="448411" y="494728"/>
                  </a:lnTo>
                  <a:lnTo>
                    <a:pt x="467156" y="530885"/>
                  </a:lnTo>
                  <a:lnTo>
                    <a:pt x="519684" y="580009"/>
                  </a:lnTo>
                  <a:lnTo>
                    <a:pt x="591400" y="602246"/>
                  </a:lnTo>
                  <a:lnTo>
                    <a:pt x="634136" y="604799"/>
                  </a:lnTo>
                  <a:lnTo>
                    <a:pt x="677087" y="602246"/>
                  </a:lnTo>
                  <a:lnTo>
                    <a:pt x="715403" y="594194"/>
                  </a:lnTo>
                  <a:lnTo>
                    <a:pt x="777659" y="559117"/>
                  </a:lnTo>
                  <a:lnTo>
                    <a:pt x="820039" y="494728"/>
                  </a:lnTo>
                  <a:lnTo>
                    <a:pt x="828763" y="465747"/>
                  </a:lnTo>
                  <a:lnTo>
                    <a:pt x="833501" y="450024"/>
                  </a:lnTo>
                  <a:lnTo>
                    <a:pt x="841654" y="396163"/>
                  </a:lnTo>
                  <a:lnTo>
                    <a:pt x="844397" y="332562"/>
                  </a:lnTo>
                  <a:lnTo>
                    <a:pt x="844397" y="272249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8">
              <a:extLst>
                <a:ext uri="{FF2B5EF4-FFF2-40B4-BE49-F238E27FC236}">
                  <a16:creationId xmlns:a16="http://schemas.microsoft.com/office/drawing/2014/main" id="{6B5B603A-3453-0D28-9F51-55B64BE4489B}"/>
                </a:ext>
              </a:extLst>
            </p:cNvPr>
            <p:cNvSpPr/>
            <p:nvPr/>
          </p:nvSpPr>
          <p:spPr>
            <a:xfrm>
              <a:off x="1862325" y="748217"/>
              <a:ext cx="397510" cy="586740"/>
            </a:xfrm>
            <a:custGeom>
              <a:avLst/>
              <a:gdLst/>
              <a:ahLst/>
              <a:cxnLst/>
              <a:rect l="l" t="t" r="r" b="b"/>
              <a:pathLst>
                <a:path w="397510" h="586740">
                  <a:moveTo>
                    <a:pt x="192664" y="0"/>
                  </a:moveTo>
                  <a:lnTo>
                    <a:pt x="0" y="0"/>
                  </a:lnTo>
                  <a:lnTo>
                    <a:pt x="0" y="586380"/>
                  </a:lnTo>
                  <a:lnTo>
                    <a:pt x="192664" y="586380"/>
                  </a:lnTo>
                  <a:lnTo>
                    <a:pt x="246448" y="580739"/>
                  </a:lnTo>
                  <a:lnTo>
                    <a:pt x="290083" y="564832"/>
                  </a:lnTo>
                  <a:lnTo>
                    <a:pt x="324589" y="540183"/>
                  </a:lnTo>
                  <a:lnTo>
                    <a:pt x="350987" y="508316"/>
                  </a:lnTo>
                  <a:lnTo>
                    <a:pt x="370296" y="470753"/>
                  </a:lnTo>
                  <a:lnTo>
                    <a:pt x="374274" y="458216"/>
                  </a:lnTo>
                  <a:lnTo>
                    <a:pt x="154979" y="458216"/>
                  </a:lnTo>
                  <a:lnTo>
                    <a:pt x="154979" y="128163"/>
                  </a:lnTo>
                  <a:lnTo>
                    <a:pt x="373832" y="128163"/>
                  </a:lnTo>
                  <a:lnTo>
                    <a:pt x="370296" y="116942"/>
                  </a:lnTo>
                  <a:lnTo>
                    <a:pt x="350987" y="79034"/>
                  </a:lnTo>
                  <a:lnTo>
                    <a:pt x="324589" y="46814"/>
                  </a:lnTo>
                  <a:lnTo>
                    <a:pt x="290083" y="21854"/>
                  </a:lnTo>
                  <a:lnTo>
                    <a:pt x="246448" y="5725"/>
                  </a:lnTo>
                  <a:lnTo>
                    <a:pt x="192664" y="0"/>
                  </a:lnTo>
                  <a:close/>
                </a:path>
                <a:path w="397510" h="586740">
                  <a:moveTo>
                    <a:pt x="373832" y="128163"/>
                  </a:moveTo>
                  <a:lnTo>
                    <a:pt x="178434" y="128163"/>
                  </a:lnTo>
                  <a:lnTo>
                    <a:pt x="210145" y="141311"/>
                  </a:lnTo>
                  <a:lnTo>
                    <a:pt x="229069" y="174242"/>
                  </a:lnTo>
                  <a:lnTo>
                    <a:pt x="238505" y="217184"/>
                  </a:lnTo>
                  <a:lnTo>
                    <a:pt x="241748" y="260368"/>
                  </a:lnTo>
                  <a:lnTo>
                    <a:pt x="242097" y="294022"/>
                  </a:lnTo>
                  <a:lnTo>
                    <a:pt x="241748" y="327825"/>
                  </a:lnTo>
                  <a:lnTo>
                    <a:pt x="238505" y="370636"/>
                  </a:lnTo>
                  <a:lnTo>
                    <a:pt x="229069" y="412965"/>
                  </a:lnTo>
                  <a:lnTo>
                    <a:pt x="210145" y="445321"/>
                  </a:lnTo>
                  <a:lnTo>
                    <a:pt x="178434" y="458216"/>
                  </a:lnTo>
                  <a:lnTo>
                    <a:pt x="374274" y="458216"/>
                  </a:lnTo>
                  <a:lnTo>
                    <a:pt x="383539" y="429018"/>
                  </a:lnTo>
                  <a:lnTo>
                    <a:pt x="391734" y="384636"/>
                  </a:lnTo>
                  <a:lnTo>
                    <a:pt x="395903" y="339129"/>
                  </a:lnTo>
                  <a:lnTo>
                    <a:pt x="397066" y="294022"/>
                  </a:lnTo>
                  <a:lnTo>
                    <a:pt x="395903" y="249078"/>
                  </a:lnTo>
                  <a:lnTo>
                    <a:pt x="391734" y="203535"/>
                  </a:lnTo>
                  <a:lnTo>
                    <a:pt x="383539" y="158966"/>
                  </a:lnTo>
                  <a:lnTo>
                    <a:pt x="373832" y="128163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9">
              <a:extLst>
                <a:ext uri="{FF2B5EF4-FFF2-40B4-BE49-F238E27FC236}">
                  <a16:creationId xmlns:a16="http://schemas.microsoft.com/office/drawing/2014/main" id="{9BDAF3E0-CFB5-DAC3-25AF-F65620F7BD8B}"/>
                </a:ext>
              </a:extLst>
            </p:cNvPr>
            <p:cNvSpPr/>
            <p:nvPr/>
          </p:nvSpPr>
          <p:spPr>
            <a:xfrm>
              <a:off x="2305441" y="748215"/>
              <a:ext cx="384810" cy="595630"/>
            </a:xfrm>
            <a:custGeom>
              <a:avLst/>
              <a:gdLst/>
              <a:ahLst/>
              <a:cxnLst/>
              <a:rect l="l" t="t" r="r" b="b"/>
              <a:pathLst>
                <a:path w="384810" h="595630">
                  <a:moveTo>
                    <a:pt x="384511" y="0"/>
                  </a:moveTo>
                  <a:lnTo>
                    <a:pt x="229532" y="0"/>
                  </a:lnTo>
                  <a:lnTo>
                    <a:pt x="229532" y="416332"/>
                  </a:lnTo>
                  <a:lnTo>
                    <a:pt x="226601" y="437888"/>
                  </a:lnTo>
                  <a:lnTo>
                    <a:pt x="218646" y="451823"/>
                  </a:lnTo>
                  <a:lnTo>
                    <a:pt x="206919" y="459320"/>
                  </a:lnTo>
                  <a:lnTo>
                    <a:pt x="192674" y="461556"/>
                  </a:lnTo>
                  <a:lnTo>
                    <a:pt x="178080" y="459320"/>
                  </a:lnTo>
                  <a:lnTo>
                    <a:pt x="166392" y="451823"/>
                  </a:lnTo>
                  <a:lnTo>
                    <a:pt x="158631" y="437888"/>
                  </a:lnTo>
                  <a:lnTo>
                    <a:pt x="155817" y="416332"/>
                  </a:lnTo>
                  <a:lnTo>
                    <a:pt x="155817" y="0"/>
                  </a:lnTo>
                  <a:lnTo>
                    <a:pt x="0" y="0"/>
                  </a:lnTo>
                  <a:lnTo>
                    <a:pt x="0" y="371936"/>
                  </a:lnTo>
                  <a:lnTo>
                    <a:pt x="3743" y="438302"/>
                  </a:lnTo>
                  <a:lnTo>
                    <a:pt x="14556" y="490279"/>
                  </a:lnTo>
                  <a:lnTo>
                    <a:pt x="31808" y="529574"/>
                  </a:lnTo>
                  <a:lnTo>
                    <a:pt x="83119" y="576950"/>
                  </a:lnTo>
                  <a:lnTo>
                    <a:pt x="152649" y="594092"/>
                  </a:lnTo>
                  <a:lnTo>
                    <a:pt x="192674" y="595594"/>
                  </a:lnTo>
                  <a:lnTo>
                    <a:pt x="232664" y="594092"/>
                  </a:lnTo>
                  <a:lnTo>
                    <a:pt x="301964" y="576950"/>
                  </a:lnTo>
                  <a:lnTo>
                    <a:pt x="352968" y="529574"/>
                  </a:lnTo>
                  <a:lnTo>
                    <a:pt x="370086" y="490279"/>
                  </a:lnTo>
                  <a:lnTo>
                    <a:pt x="380804" y="438302"/>
                  </a:lnTo>
                  <a:lnTo>
                    <a:pt x="384511" y="371936"/>
                  </a:lnTo>
                  <a:lnTo>
                    <a:pt x="384511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10">
              <a:extLst>
                <a:ext uri="{FF2B5EF4-FFF2-40B4-BE49-F238E27FC236}">
                  <a16:creationId xmlns:a16="http://schemas.microsoft.com/office/drawing/2014/main" id="{78C7BE2B-B72A-8029-7999-325FAA7FE5AD}"/>
                </a:ext>
              </a:extLst>
            </p:cNvPr>
            <p:cNvSpPr/>
            <p:nvPr/>
          </p:nvSpPr>
          <p:spPr>
            <a:xfrm>
              <a:off x="2736640" y="739532"/>
              <a:ext cx="326390" cy="604520"/>
            </a:xfrm>
            <a:custGeom>
              <a:avLst/>
              <a:gdLst/>
              <a:ahLst/>
              <a:cxnLst/>
              <a:rect l="l" t="t" r="r" b="b"/>
              <a:pathLst>
                <a:path w="326389" h="604519">
                  <a:moveTo>
                    <a:pt x="207108" y="0"/>
                  </a:moveTo>
                  <a:lnTo>
                    <a:pt x="134185" y="10376"/>
                  </a:lnTo>
                  <a:lnTo>
                    <a:pt x="72289" y="45917"/>
                  </a:lnTo>
                  <a:lnTo>
                    <a:pt x="47063" y="76041"/>
                  </a:lnTo>
                  <a:lnTo>
                    <a:pt x="26497" y="115957"/>
                  </a:lnTo>
                  <a:lnTo>
                    <a:pt x="11226" y="166831"/>
                  </a:lnTo>
                  <a:lnTo>
                    <a:pt x="1884" y="229830"/>
                  </a:lnTo>
                  <a:lnTo>
                    <a:pt x="0" y="299672"/>
                  </a:lnTo>
                  <a:lnTo>
                    <a:pt x="471" y="340210"/>
                  </a:lnTo>
                  <a:lnTo>
                    <a:pt x="10171" y="437071"/>
                  </a:lnTo>
                  <a:lnTo>
                    <a:pt x="24564" y="487977"/>
                  </a:lnTo>
                  <a:lnTo>
                    <a:pt x="44439" y="527850"/>
                  </a:lnTo>
                  <a:lnTo>
                    <a:pt x="69175" y="557900"/>
                  </a:lnTo>
                  <a:lnTo>
                    <a:pt x="130733" y="593384"/>
                  </a:lnTo>
                  <a:lnTo>
                    <a:pt x="204254" y="604127"/>
                  </a:lnTo>
                  <a:lnTo>
                    <a:pt x="243943" y="603251"/>
                  </a:lnTo>
                  <a:lnTo>
                    <a:pt x="284754" y="599826"/>
                  </a:lnTo>
                  <a:lnTo>
                    <a:pt x="326063" y="595065"/>
                  </a:lnTo>
                  <a:lnTo>
                    <a:pt x="326063" y="461875"/>
                  </a:lnTo>
                  <a:lnTo>
                    <a:pt x="294258" y="468678"/>
                  </a:lnTo>
                  <a:lnTo>
                    <a:pt x="252964" y="471503"/>
                  </a:lnTo>
                  <a:lnTo>
                    <a:pt x="210987" y="463554"/>
                  </a:lnTo>
                  <a:lnTo>
                    <a:pt x="177132" y="438035"/>
                  </a:lnTo>
                  <a:lnTo>
                    <a:pt x="160204" y="388149"/>
                  </a:lnTo>
                  <a:lnTo>
                    <a:pt x="157377" y="344003"/>
                  </a:lnTo>
                  <a:lnTo>
                    <a:pt x="156435" y="300093"/>
                  </a:lnTo>
                  <a:lnTo>
                    <a:pt x="157377" y="257281"/>
                  </a:lnTo>
                  <a:lnTo>
                    <a:pt x="160204" y="216427"/>
                  </a:lnTo>
                  <a:lnTo>
                    <a:pt x="177453" y="165485"/>
                  </a:lnTo>
                  <a:lnTo>
                    <a:pt x="211349" y="139635"/>
                  </a:lnTo>
                  <a:lnTo>
                    <a:pt x="253206" y="131801"/>
                  </a:lnTo>
                  <a:lnTo>
                    <a:pt x="294339" y="134907"/>
                  </a:lnTo>
                  <a:lnTo>
                    <a:pt x="326063" y="141874"/>
                  </a:lnTo>
                  <a:lnTo>
                    <a:pt x="326063" y="11198"/>
                  </a:lnTo>
                  <a:lnTo>
                    <a:pt x="285981" y="5452"/>
                  </a:lnTo>
                  <a:lnTo>
                    <a:pt x="246118" y="1331"/>
                  </a:lnTo>
                  <a:lnTo>
                    <a:pt x="207108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11">
              <a:extLst>
                <a:ext uri="{FF2B5EF4-FFF2-40B4-BE49-F238E27FC236}">
                  <a16:creationId xmlns:a16="http://schemas.microsoft.com/office/drawing/2014/main" id="{B197C9C7-A2F3-1C18-E600-324FCA167113}"/>
                </a:ext>
              </a:extLst>
            </p:cNvPr>
            <p:cNvSpPr/>
            <p:nvPr/>
          </p:nvSpPr>
          <p:spPr>
            <a:xfrm>
              <a:off x="3100387" y="738993"/>
              <a:ext cx="1138555" cy="605155"/>
            </a:xfrm>
            <a:custGeom>
              <a:avLst/>
              <a:gdLst/>
              <a:ahLst/>
              <a:cxnLst/>
              <a:rect l="l" t="t" r="r" b="b"/>
              <a:pathLst>
                <a:path w="1138554" h="605155">
                  <a:moveTo>
                    <a:pt x="361035" y="9118"/>
                  </a:moveTo>
                  <a:lnTo>
                    <a:pt x="0" y="9118"/>
                  </a:lnTo>
                  <a:lnTo>
                    <a:pt x="0" y="137388"/>
                  </a:lnTo>
                  <a:lnTo>
                    <a:pt x="103022" y="137388"/>
                  </a:lnTo>
                  <a:lnTo>
                    <a:pt x="103022" y="595858"/>
                  </a:lnTo>
                  <a:lnTo>
                    <a:pt x="258013" y="595858"/>
                  </a:lnTo>
                  <a:lnTo>
                    <a:pt x="258013" y="137388"/>
                  </a:lnTo>
                  <a:lnTo>
                    <a:pt x="361035" y="137388"/>
                  </a:lnTo>
                  <a:lnTo>
                    <a:pt x="361035" y="9118"/>
                  </a:lnTo>
                  <a:close/>
                </a:path>
                <a:path w="1138554" h="605155">
                  <a:moveTo>
                    <a:pt x="798322" y="272262"/>
                  </a:moveTo>
                  <a:lnTo>
                    <a:pt x="795578" y="208648"/>
                  </a:lnTo>
                  <a:lnTo>
                    <a:pt x="787412" y="154787"/>
                  </a:lnTo>
                  <a:lnTo>
                    <a:pt x="773963" y="110083"/>
                  </a:lnTo>
                  <a:lnTo>
                    <a:pt x="755319" y="73926"/>
                  </a:lnTo>
                  <a:lnTo>
                    <a:pt x="702881" y="24803"/>
                  </a:lnTo>
                  <a:lnTo>
                    <a:pt x="644169" y="5334"/>
                  </a:lnTo>
                  <a:lnTo>
                    <a:pt x="644169" y="285661"/>
                  </a:lnTo>
                  <a:lnTo>
                    <a:pt x="644169" y="320001"/>
                  </a:lnTo>
                  <a:lnTo>
                    <a:pt x="641997" y="392963"/>
                  </a:lnTo>
                  <a:lnTo>
                    <a:pt x="633704" y="437489"/>
                  </a:lnTo>
                  <a:lnTo>
                    <a:pt x="616610" y="459714"/>
                  </a:lnTo>
                  <a:lnTo>
                    <a:pt x="588060" y="465759"/>
                  </a:lnTo>
                  <a:lnTo>
                    <a:pt x="559981" y="459714"/>
                  </a:lnTo>
                  <a:lnTo>
                    <a:pt x="543128" y="437489"/>
                  </a:lnTo>
                  <a:lnTo>
                    <a:pt x="534924" y="392963"/>
                  </a:lnTo>
                  <a:lnTo>
                    <a:pt x="532765" y="320001"/>
                  </a:lnTo>
                  <a:lnTo>
                    <a:pt x="532765" y="285661"/>
                  </a:lnTo>
                  <a:lnTo>
                    <a:pt x="534924" y="212712"/>
                  </a:lnTo>
                  <a:lnTo>
                    <a:pt x="543128" y="168186"/>
                  </a:lnTo>
                  <a:lnTo>
                    <a:pt x="559981" y="145961"/>
                  </a:lnTo>
                  <a:lnTo>
                    <a:pt x="588060" y="139903"/>
                  </a:lnTo>
                  <a:lnTo>
                    <a:pt x="616610" y="145961"/>
                  </a:lnTo>
                  <a:lnTo>
                    <a:pt x="633704" y="168186"/>
                  </a:lnTo>
                  <a:lnTo>
                    <a:pt x="641997" y="212712"/>
                  </a:lnTo>
                  <a:lnTo>
                    <a:pt x="644169" y="285661"/>
                  </a:lnTo>
                  <a:lnTo>
                    <a:pt x="644169" y="5334"/>
                  </a:lnTo>
                  <a:lnTo>
                    <a:pt x="631012" y="2565"/>
                  </a:lnTo>
                  <a:lnTo>
                    <a:pt x="588060" y="12"/>
                  </a:lnTo>
                  <a:lnTo>
                    <a:pt x="545325" y="2565"/>
                  </a:lnTo>
                  <a:lnTo>
                    <a:pt x="507136" y="10617"/>
                  </a:lnTo>
                  <a:lnTo>
                    <a:pt x="444868" y="45694"/>
                  </a:lnTo>
                  <a:lnTo>
                    <a:pt x="402336" y="110083"/>
                  </a:lnTo>
                  <a:lnTo>
                    <a:pt x="388785" y="154787"/>
                  </a:lnTo>
                  <a:lnTo>
                    <a:pt x="380568" y="208648"/>
                  </a:lnTo>
                  <a:lnTo>
                    <a:pt x="377799" y="272262"/>
                  </a:lnTo>
                  <a:lnTo>
                    <a:pt x="377799" y="332574"/>
                  </a:lnTo>
                  <a:lnTo>
                    <a:pt x="380568" y="396176"/>
                  </a:lnTo>
                  <a:lnTo>
                    <a:pt x="388785" y="450037"/>
                  </a:lnTo>
                  <a:lnTo>
                    <a:pt x="402336" y="494741"/>
                  </a:lnTo>
                  <a:lnTo>
                    <a:pt x="421081" y="530898"/>
                  </a:lnTo>
                  <a:lnTo>
                    <a:pt x="473608" y="580021"/>
                  </a:lnTo>
                  <a:lnTo>
                    <a:pt x="545325" y="602259"/>
                  </a:lnTo>
                  <a:lnTo>
                    <a:pt x="588060" y="604812"/>
                  </a:lnTo>
                  <a:lnTo>
                    <a:pt x="631012" y="602259"/>
                  </a:lnTo>
                  <a:lnTo>
                    <a:pt x="669328" y="594207"/>
                  </a:lnTo>
                  <a:lnTo>
                    <a:pt x="731583" y="559130"/>
                  </a:lnTo>
                  <a:lnTo>
                    <a:pt x="773963" y="494741"/>
                  </a:lnTo>
                  <a:lnTo>
                    <a:pt x="787412" y="450037"/>
                  </a:lnTo>
                  <a:lnTo>
                    <a:pt x="795578" y="396176"/>
                  </a:lnTo>
                  <a:lnTo>
                    <a:pt x="798322" y="332574"/>
                  </a:lnTo>
                  <a:lnTo>
                    <a:pt x="798322" y="272262"/>
                  </a:lnTo>
                  <a:close/>
                </a:path>
                <a:path w="1138554" h="605155">
                  <a:moveTo>
                    <a:pt x="1138402" y="443979"/>
                  </a:moveTo>
                  <a:lnTo>
                    <a:pt x="1133233" y="395554"/>
                  </a:lnTo>
                  <a:lnTo>
                    <a:pt x="1118781" y="353275"/>
                  </a:lnTo>
                  <a:lnTo>
                    <a:pt x="1096606" y="314858"/>
                  </a:lnTo>
                  <a:lnTo>
                    <a:pt x="1068273" y="278003"/>
                  </a:lnTo>
                  <a:lnTo>
                    <a:pt x="1018679" y="221526"/>
                  </a:lnTo>
                  <a:lnTo>
                    <a:pt x="1004989" y="203555"/>
                  </a:lnTo>
                  <a:lnTo>
                    <a:pt x="996010" y="186232"/>
                  </a:lnTo>
                  <a:lnTo>
                    <a:pt x="993470" y="169227"/>
                  </a:lnTo>
                  <a:lnTo>
                    <a:pt x="996492" y="154736"/>
                  </a:lnTo>
                  <a:lnTo>
                    <a:pt x="1004468" y="143154"/>
                  </a:lnTo>
                  <a:lnTo>
                    <a:pt x="1019517" y="135178"/>
                  </a:lnTo>
                  <a:lnTo>
                    <a:pt x="1043749" y="131533"/>
                  </a:lnTo>
                  <a:lnTo>
                    <a:pt x="1066990" y="130822"/>
                  </a:lnTo>
                  <a:lnTo>
                    <a:pt x="1082065" y="132143"/>
                  </a:lnTo>
                  <a:lnTo>
                    <a:pt x="1095578" y="136944"/>
                  </a:lnTo>
                  <a:lnTo>
                    <a:pt x="1114107" y="146608"/>
                  </a:lnTo>
                  <a:lnTo>
                    <a:pt x="1114107" y="25133"/>
                  </a:lnTo>
                  <a:lnTo>
                    <a:pt x="1105776" y="21209"/>
                  </a:lnTo>
                  <a:lnTo>
                    <a:pt x="1082586" y="12573"/>
                  </a:lnTo>
                  <a:lnTo>
                    <a:pt x="1047305" y="3937"/>
                  </a:lnTo>
                  <a:lnTo>
                    <a:pt x="1002690" y="0"/>
                  </a:lnTo>
                  <a:lnTo>
                    <a:pt x="961212" y="3327"/>
                  </a:lnTo>
                  <a:lnTo>
                    <a:pt x="918514" y="15278"/>
                  </a:lnTo>
                  <a:lnTo>
                    <a:pt x="879652" y="38912"/>
                  </a:lnTo>
                  <a:lnTo>
                    <a:pt x="849630" y="77216"/>
                  </a:lnTo>
                  <a:lnTo>
                    <a:pt x="833475" y="133210"/>
                  </a:lnTo>
                  <a:lnTo>
                    <a:pt x="833856" y="186702"/>
                  </a:lnTo>
                  <a:lnTo>
                    <a:pt x="847826" y="235089"/>
                  </a:lnTo>
                  <a:lnTo>
                    <a:pt x="873887" y="279857"/>
                  </a:lnTo>
                  <a:lnTo>
                    <a:pt x="910551" y="322516"/>
                  </a:lnTo>
                  <a:lnTo>
                    <a:pt x="947521" y="361810"/>
                  </a:lnTo>
                  <a:lnTo>
                    <a:pt x="969492" y="391210"/>
                  </a:lnTo>
                  <a:lnTo>
                    <a:pt x="978750" y="415582"/>
                  </a:lnTo>
                  <a:lnTo>
                    <a:pt x="977569" y="439801"/>
                  </a:lnTo>
                  <a:lnTo>
                    <a:pt x="970191" y="454406"/>
                  </a:lnTo>
                  <a:lnTo>
                    <a:pt x="956932" y="463677"/>
                  </a:lnTo>
                  <a:lnTo>
                    <a:pt x="939749" y="468541"/>
                  </a:lnTo>
                  <a:lnTo>
                    <a:pt x="920597" y="469950"/>
                  </a:lnTo>
                  <a:lnTo>
                    <a:pt x="891070" y="469671"/>
                  </a:lnTo>
                  <a:lnTo>
                    <a:pt x="872845" y="467753"/>
                  </a:lnTo>
                  <a:lnTo>
                    <a:pt x="858405" y="462521"/>
                  </a:lnTo>
                  <a:lnTo>
                    <a:pt x="840181" y="452361"/>
                  </a:lnTo>
                  <a:lnTo>
                    <a:pt x="840181" y="581355"/>
                  </a:lnTo>
                  <a:lnTo>
                    <a:pt x="849096" y="585025"/>
                  </a:lnTo>
                  <a:lnTo>
                    <a:pt x="873798" y="593090"/>
                  </a:lnTo>
                  <a:lnTo>
                    <a:pt x="911212" y="601154"/>
                  </a:lnTo>
                  <a:lnTo>
                    <a:pt x="958291" y="604824"/>
                  </a:lnTo>
                  <a:lnTo>
                    <a:pt x="996937" y="602335"/>
                  </a:lnTo>
                  <a:lnTo>
                    <a:pt x="1037386" y="593280"/>
                  </a:lnTo>
                  <a:lnTo>
                    <a:pt x="1075677" y="575284"/>
                  </a:lnTo>
                  <a:lnTo>
                    <a:pt x="1107909" y="545998"/>
                  </a:lnTo>
                  <a:lnTo>
                    <a:pt x="1130122" y="503008"/>
                  </a:lnTo>
                  <a:lnTo>
                    <a:pt x="1138402" y="443979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12">
              <a:extLst>
                <a:ext uri="{FF2B5EF4-FFF2-40B4-BE49-F238E27FC236}">
                  <a16:creationId xmlns:a16="http://schemas.microsoft.com/office/drawing/2014/main" id="{0223383A-68A7-6086-850B-9654B43161EC}"/>
                </a:ext>
              </a:extLst>
            </p:cNvPr>
            <p:cNvSpPr/>
            <p:nvPr/>
          </p:nvSpPr>
          <p:spPr>
            <a:xfrm>
              <a:off x="4418863" y="748112"/>
              <a:ext cx="300355" cy="586740"/>
            </a:xfrm>
            <a:custGeom>
              <a:avLst/>
              <a:gdLst/>
              <a:ahLst/>
              <a:cxnLst/>
              <a:rect l="l" t="t" r="r" b="b"/>
              <a:pathLst>
                <a:path w="300354" h="586740">
                  <a:moveTo>
                    <a:pt x="299897" y="0"/>
                  </a:moveTo>
                  <a:lnTo>
                    <a:pt x="0" y="0"/>
                  </a:lnTo>
                  <a:lnTo>
                    <a:pt x="0" y="128270"/>
                  </a:lnTo>
                  <a:lnTo>
                    <a:pt x="0" y="229870"/>
                  </a:lnTo>
                  <a:lnTo>
                    <a:pt x="0" y="358140"/>
                  </a:lnTo>
                  <a:lnTo>
                    <a:pt x="0" y="458470"/>
                  </a:lnTo>
                  <a:lnTo>
                    <a:pt x="0" y="586740"/>
                  </a:lnTo>
                  <a:lnTo>
                    <a:pt x="299897" y="586740"/>
                  </a:lnTo>
                  <a:lnTo>
                    <a:pt x="299897" y="458470"/>
                  </a:lnTo>
                  <a:lnTo>
                    <a:pt x="154965" y="458470"/>
                  </a:lnTo>
                  <a:lnTo>
                    <a:pt x="154965" y="358140"/>
                  </a:lnTo>
                  <a:lnTo>
                    <a:pt x="283972" y="358140"/>
                  </a:lnTo>
                  <a:lnTo>
                    <a:pt x="283972" y="229870"/>
                  </a:lnTo>
                  <a:lnTo>
                    <a:pt x="154965" y="229870"/>
                  </a:lnTo>
                  <a:lnTo>
                    <a:pt x="154965" y="128270"/>
                  </a:lnTo>
                  <a:lnTo>
                    <a:pt x="299897" y="128270"/>
                  </a:lnTo>
                  <a:lnTo>
                    <a:pt x="299897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13">
              <a:extLst>
                <a:ext uri="{FF2B5EF4-FFF2-40B4-BE49-F238E27FC236}">
                  <a16:creationId xmlns:a16="http://schemas.microsoft.com/office/drawing/2014/main" id="{7FAD33DA-E071-53B6-7BDB-2523414B9911}"/>
                </a:ext>
              </a:extLst>
            </p:cNvPr>
            <p:cNvSpPr/>
            <p:nvPr/>
          </p:nvSpPr>
          <p:spPr>
            <a:xfrm>
              <a:off x="4764825" y="748215"/>
              <a:ext cx="419734" cy="586740"/>
            </a:xfrm>
            <a:custGeom>
              <a:avLst/>
              <a:gdLst/>
              <a:ahLst/>
              <a:cxnLst/>
              <a:rect l="l" t="t" r="r" b="b"/>
              <a:pathLst>
                <a:path w="419735" h="586740">
                  <a:moveTo>
                    <a:pt x="419683" y="0"/>
                  </a:moveTo>
                  <a:lnTo>
                    <a:pt x="264703" y="0"/>
                  </a:lnTo>
                  <a:lnTo>
                    <a:pt x="264703" y="303247"/>
                  </a:lnTo>
                  <a:lnTo>
                    <a:pt x="169209" y="0"/>
                  </a:lnTo>
                  <a:lnTo>
                    <a:pt x="0" y="0"/>
                  </a:lnTo>
                  <a:lnTo>
                    <a:pt x="0" y="586380"/>
                  </a:lnTo>
                  <a:lnTo>
                    <a:pt x="154969" y="586380"/>
                  </a:lnTo>
                  <a:lnTo>
                    <a:pt x="154969" y="283143"/>
                  </a:lnTo>
                  <a:lnTo>
                    <a:pt x="260526" y="586380"/>
                  </a:lnTo>
                  <a:lnTo>
                    <a:pt x="419683" y="586380"/>
                  </a:lnTo>
                  <a:lnTo>
                    <a:pt x="419683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14">
              <a:extLst>
                <a:ext uri="{FF2B5EF4-FFF2-40B4-BE49-F238E27FC236}">
                  <a16:creationId xmlns:a16="http://schemas.microsoft.com/office/drawing/2014/main" id="{3D4CDBE4-CBE8-972F-70E3-483892F4CFAB}"/>
                </a:ext>
              </a:extLst>
            </p:cNvPr>
            <p:cNvSpPr/>
            <p:nvPr/>
          </p:nvSpPr>
          <p:spPr>
            <a:xfrm>
              <a:off x="5368760" y="748112"/>
              <a:ext cx="912494" cy="587375"/>
            </a:xfrm>
            <a:custGeom>
              <a:avLst/>
              <a:gdLst/>
              <a:ahLst/>
              <a:cxnLst/>
              <a:rect l="l" t="t" r="r" b="b"/>
              <a:pathLst>
                <a:path w="912495" h="587375">
                  <a:moveTo>
                    <a:pt x="299885" y="0"/>
                  </a:moveTo>
                  <a:lnTo>
                    <a:pt x="0" y="0"/>
                  </a:lnTo>
                  <a:lnTo>
                    <a:pt x="0" y="128270"/>
                  </a:lnTo>
                  <a:lnTo>
                    <a:pt x="0" y="229870"/>
                  </a:lnTo>
                  <a:lnTo>
                    <a:pt x="0" y="358140"/>
                  </a:lnTo>
                  <a:lnTo>
                    <a:pt x="0" y="458470"/>
                  </a:lnTo>
                  <a:lnTo>
                    <a:pt x="0" y="586740"/>
                  </a:lnTo>
                  <a:lnTo>
                    <a:pt x="299885" y="586740"/>
                  </a:lnTo>
                  <a:lnTo>
                    <a:pt x="299885" y="458470"/>
                  </a:lnTo>
                  <a:lnTo>
                    <a:pt x="154965" y="458470"/>
                  </a:lnTo>
                  <a:lnTo>
                    <a:pt x="154965" y="358140"/>
                  </a:lnTo>
                  <a:lnTo>
                    <a:pt x="283959" y="358140"/>
                  </a:lnTo>
                  <a:lnTo>
                    <a:pt x="283959" y="229870"/>
                  </a:lnTo>
                  <a:lnTo>
                    <a:pt x="154965" y="229870"/>
                  </a:lnTo>
                  <a:lnTo>
                    <a:pt x="154965" y="128270"/>
                  </a:lnTo>
                  <a:lnTo>
                    <a:pt x="299885" y="128270"/>
                  </a:lnTo>
                  <a:lnTo>
                    <a:pt x="299885" y="0"/>
                  </a:lnTo>
                  <a:close/>
                </a:path>
                <a:path w="912495" h="587375">
                  <a:moveTo>
                    <a:pt x="719569" y="586486"/>
                  </a:moveTo>
                  <a:lnTo>
                    <a:pt x="619887" y="294132"/>
                  </a:lnTo>
                  <a:lnTo>
                    <a:pt x="712863" y="114"/>
                  </a:lnTo>
                  <a:lnTo>
                    <a:pt x="557885" y="114"/>
                  </a:lnTo>
                  <a:lnTo>
                    <a:pt x="521881" y="198640"/>
                  </a:lnTo>
                  <a:lnTo>
                    <a:pt x="485851" y="114"/>
                  </a:lnTo>
                  <a:lnTo>
                    <a:pt x="330873" y="114"/>
                  </a:lnTo>
                  <a:lnTo>
                    <a:pt x="423862" y="294132"/>
                  </a:lnTo>
                  <a:lnTo>
                    <a:pt x="325018" y="586486"/>
                  </a:lnTo>
                  <a:lnTo>
                    <a:pt x="479996" y="586486"/>
                  </a:lnTo>
                  <a:lnTo>
                    <a:pt x="521881" y="389636"/>
                  </a:lnTo>
                  <a:lnTo>
                    <a:pt x="564603" y="586486"/>
                  </a:lnTo>
                  <a:lnTo>
                    <a:pt x="719569" y="586486"/>
                  </a:lnTo>
                  <a:close/>
                </a:path>
                <a:path w="912495" h="587375">
                  <a:moveTo>
                    <a:pt x="912215" y="358254"/>
                  </a:moveTo>
                  <a:lnTo>
                    <a:pt x="757237" y="358254"/>
                  </a:lnTo>
                  <a:lnTo>
                    <a:pt x="757237" y="586854"/>
                  </a:lnTo>
                  <a:lnTo>
                    <a:pt x="912215" y="586854"/>
                  </a:lnTo>
                  <a:lnTo>
                    <a:pt x="912215" y="358254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15">
              <a:extLst>
                <a:ext uri="{FF2B5EF4-FFF2-40B4-BE49-F238E27FC236}">
                  <a16:creationId xmlns:a16="http://schemas.microsoft.com/office/drawing/2014/main" id="{1CFC181D-EBC9-754D-B064-2F79893C933E}"/>
                </a:ext>
              </a:extLst>
            </p:cNvPr>
            <p:cNvSpPr/>
            <p:nvPr/>
          </p:nvSpPr>
          <p:spPr>
            <a:xfrm>
              <a:off x="6125997" y="748226"/>
              <a:ext cx="384810" cy="586740"/>
            </a:xfrm>
            <a:custGeom>
              <a:avLst/>
              <a:gdLst/>
              <a:ahLst/>
              <a:cxnLst/>
              <a:rect l="l" t="t" r="r" b="b"/>
              <a:pathLst>
                <a:path w="384809" h="586740">
                  <a:moveTo>
                    <a:pt x="384517" y="0"/>
                  </a:moveTo>
                  <a:lnTo>
                    <a:pt x="229539" y="0"/>
                  </a:lnTo>
                  <a:lnTo>
                    <a:pt x="229539" y="229870"/>
                  </a:lnTo>
                  <a:lnTo>
                    <a:pt x="154978" y="229870"/>
                  </a:lnTo>
                  <a:lnTo>
                    <a:pt x="154978" y="0"/>
                  </a:lnTo>
                  <a:lnTo>
                    <a:pt x="0" y="0"/>
                  </a:lnTo>
                  <a:lnTo>
                    <a:pt x="0" y="229870"/>
                  </a:lnTo>
                  <a:lnTo>
                    <a:pt x="0" y="358140"/>
                  </a:lnTo>
                  <a:lnTo>
                    <a:pt x="229539" y="358140"/>
                  </a:lnTo>
                  <a:lnTo>
                    <a:pt x="229539" y="586740"/>
                  </a:lnTo>
                  <a:lnTo>
                    <a:pt x="384517" y="586740"/>
                  </a:lnTo>
                  <a:lnTo>
                    <a:pt x="384517" y="358140"/>
                  </a:lnTo>
                  <a:lnTo>
                    <a:pt x="384517" y="229870"/>
                  </a:lnTo>
                  <a:lnTo>
                    <a:pt x="384517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16">
              <a:extLst>
                <a:ext uri="{FF2B5EF4-FFF2-40B4-BE49-F238E27FC236}">
                  <a16:creationId xmlns:a16="http://schemas.microsoft.com/office/drawing/2014/main" id="{828B3253-F25C-607C-7833-257F1E4B0FA8}"/>
                </a:ext>
              </a:extLst>
            </p:cNvPr>
            <p:cNvSpPr/>
            <p:nvPr/>
          </p:nvSpPr>
          <p:spPr>
            <a:xfrm>
              <a:off x="6560753" y="748218"/>
              <a:ext cx="155575" cy="586740"/>
            </a:xfrm>
            <a:custGeom>
              <a:avLst/>
              <a:gdLst/>
              <a:ahLst/>
              <a:cxnLst/>
              <a:rect l="l" t="t" r="r" b="b"/>
              <a:pathLst>
                <a:path w="155575" h="586740">
                  <a:moveTo>
                    <a:pt x="154979" y="0"/>
                  </a:moveTo>
                  <a:lnTo>
                    <a:pt x="0" y="0"/>
                  </a:lnTo>
                  <a:lnTo>
                    <a:pt x="0" y="586380"/>
                  </a:lnTo>
                  <a:lnTo>
                    <a:pt x="154979" y="586380"/>
                  </a:lnTo>
                  <a:lnTo>
                    <a:pt x="154979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17">
              <a:extLst>
                <a:ext uri="{FF2B5EF4-FFF2-40B4-BE49-F238E27FC236}">
                  <a16:creationId xmlns:a16="http://schemas.microsoft.com/office/drawing/2014/main" id="{2CF9FB2B-3B6D-1150-AD68-99948EE8BF41}"/>
                </a:ext>
              </a:extLst>
            </p:cNvPr>
            <p:cNvSpPr/>
            <p:nvPr/>
          </p:nvSpPr>
          <p:spPr>
            <a:xfrm>
              <a:off x="6765976" y="748213"/>
              <a:ext cx="582295" cy="586740"/>
            </a:xfrm>
            <a:custGeom>
              <a:avLst/>
              <a:gdLst/>
              <a:ahLst/>
              <a:cxnLst/>
              <a:rect l="l" t="t" r="r" b="b"/>
              <a:pathLst>
                <a:path w="582295" h="586740">
                  <a:moveTo>
                    <a:pt x="385330" y="412991"/>
                  </a:moveTo>
                  <a:lnTo>
                    <a:pt x="382206" y="370255"/>
                  </a:lnTo>
                  <a:lnTo>
                    <a:pt x="376694" y="351840"/>
                  </a:lnTo>
                  <a:lnTo>
                    <a:pt x="370370" y="330682"/>
                  </a:lnTo>
                  <a:lnTo>
                    <a:pt x="346113" y="297065"/>
                  </a:lnTo>
                  <a:lnTo>
                    <a:pt x="305752" y="272249"/>
                  </a:lnTo>
                  <a:lnTo>
                    <a:pt x="330682" y="247472"/>
                  </a:lnTo>
                  <a:lnTo>
                    <a:pt x="347281" y="222834"/>
                  </a:lnTo>
                  <a:lnTo>
                    <a:pt x="348068" y="221678"/>
                  </a:lnTo>
                  <a:lnTo>
                    <a:pt x="358533" y="194144"/>
                  </a:lnTo>
                  <a:lnTo>
                    <a:pt x="362724" y="164185"/>
                  </a:lnTo>
                  <a:lnTo>
                    <a:pt x="361607" y="128181"/>
                  </a:lnTo>
                  <a:lnTo>
                    <a:pt x="361099" y="112179"/>
                  </a:lnTo>
                  <a:lnTo>
                    <a:pt x="349758" y="70612"/>
                  </a:lnTo>
                  <a:lnTo>
                    <a:pt x="299186" y="17068"/>
                  </a:lnTo>
                  <a:lnTo>
                    <a:pt x="260604" y="4191"/>
                  </a:lnTo>
                  <a:lnTo>
                    <a:pt x="238747" y="2247"/>
                  </a:lnTo>
                  <a:lnTo>
                    <a:pt x="238747" y="404609"/>
                  </a:lnTo>
                  <a:lnTo>
                    <a:pt x="236804" y="423938"/>
                  </a:lnTo>
                  <a:lnTo>
                    <a:pt x="230162" y="441147"/>
                  </a:lnTo>
                  <a:lnTo>
                    <a:pt x="217538" y="453491"/>
                  </a:lnTo>
                  <a:lnTo>
                    <a:pt x="197700" y="458216"/>
                  </a:lnTo>
                  <a:lnTo>
                    <a:pt x="154978" y="458216"/>
                  </a:lnTo>
                  <a:lnTo>
                    <a:pt x="154978" y="351840"/>
                  </a:lnTo>
                  <a:lnTo>
                    <a:pt x="197700" y="351840"/>
                  </a:lnTo>
                  <a:lnTo>
                    <a:pt x="217538" y="356425"/>
                  </a:lnTo>
                  <a:lnTo>
                    <a:pt x="230162" y="368490"/>
                  </a:lnTo>
                  <a:lnTo>
                    <a:pt x="236804" y="385406"/>
                  </a:lnTo>
                  <a:lnTo>
                    <a:pt x="238747" y="404609"/>
                  </a:lnTo>
                  <a:lnTo>
                    <a:pt x="238747" y="2247"/>
                  </a:lnTo>
                  <a:lnTo>
                    <a:pt x="218643" y="457"/>
                  </a:lnTo>
                  <a:lnTo>
                    <a:pt x="218643" y="175082"/>
                  </a:lnTo>
                  <a:lnTo>
                    <a:pt x="216700" y="193852"/>
                  </a:lnTo>
                  <a:lnTo>
                    <a:pt x="210058" y="209016"/>
                  </a:lnTo>
                  <a:lnTo>
                    <a:pt x="197434" y="219138"/>
                  </a:lnTo>
                  <a:lnTo>
                    <a:pt x="177596" y="222834"/>
                  </a:lnTo>
                  <a:lnTo>
                    <a:pt x="154978" y="222834"/>
                  </a:lnTo>
                  <a:lnTo>
                    <a:pt x="154978" y="128181"/>
                  </a:lnTo>
                  <a:lnTo>
                    <a:pt x="177596" y="128181"/>
                  </a:lnTo>
                  <a:lnTo>
                    <a:pt x="197434" y="131851"/>
                  </a:lnTo>
                  <a:lnTo>
                    <a:pt x="210058" y="141897"/>
                  </a:lnTo>
                  <a:lnTo>
                    <a:pt x="216700" y="156806"/>
                  </a:lnTo>
                  <a:lnTo>
                    <a:pt x="218643" y="175082"/>
                  </a:lnTo>
                  <a:lnTo>
                    <a:pt x="218643" y="457"/>
                  </a:lnTo>
                  <a:lnTo>
                    <a:pt x="213614" y="0"/>
                  </a:lnTo>
                  <a:lnTo>
                    <a:pt x="0" y="0"/>
                  </a:lnTo>
                  <a:lnTo>
                    <a:pt x="0" y="586384"/>
                  </a:lnTo>
                  <a:lnTo>
                    <a:pt x="232041" y="586384"/>
                  </a:lnTo>
                  <a:lnTo>
                    <a:pt x="281216" y="580288"/>
                  </a:lnTo>
                  <a:lnTo>
                    <a:pt x="320192" y="563016"/>
                  </a:lnTo>
                  <a:lnTo>
                    <a:pt x="349529" y="536117"/>
                  </a:lnTo>
                  <a:lnTo>
                    <a:pt x="369798" y="501129"/>
                  </a:lnTo>
                  <a:lnTo>
                    <a:pt x="381546" y="459574"/>
                  </a:lnTo>
                  <a:lnTo>
                    <a:pt x="381660" y="458216"/>
                  </a:lnTo>
                  <a:lnTo>
                    <a:pt x="385330" y="412991"/>
                  </a:lnTo>
                  <a:close/>
                </a:path>
                <a:path w="582295" h="586740">
                  <a:moveTo>
                    <a:pt x="582193" y="12"/>
                  </a:moveTo>
                  <a:lnTo>
                    <a:pt x="427228" y="12"/>
                  </a:lnTo>
                  <a:lnTo>
                    <a:pt x="427228" y="586384"/>
                  </a:lnTo>
                  <a:lnTo>
                    <a:pt x="582193" y="586384"/>
                  </a:lnTo>
                  <a:lnTo>
                    <a:pt x="582193" y="12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18">
              <a:extLst>
                <a:ext uri="{FF2B5EF4-FFF2-40B4-BE49-F238E27FC236}">
                  <a16:creationId xmlns:a16="http://schemas.microsoft.com/office/drawing/2014/main" id="{4E6592E4-24AA-AD98-A47F-D4490D851C0B}"/>
                </a:ext>
              </a:extLst>
            </p:cNvPr>
            <p:cNvSpPr/>
            <p:nvPr/>
          </p:nvSpPr>
          <p:spPr>
            <a:xfrm>
              <a:off x="7394874" y="739532"/>
              <a:ext cx="326390" cy="604520"/>
            </a:xfrm>
            <a:custGeom>
              <a:avLst/>
              <a:gdLst/>
              <a:ahLst/>
              <a:cxnLst/>
              <a:rect l="l" t="t" r="r" b="b"/>
              <a:pathLst>
                <a:path w="326390" h="604519">
                  <a:moveTo>
                    <a:pt x="207113" y="0"/>
                  </a:moveTo>
                  <a:lnTo>
                    <a:pt x="134190" y="10376"/>
                  </a:lnTo>
                  <a:lnTo>
                    <a:pt x="72294" y="45917"/>
                  </a:lnTo>
                  <a:lnTo>
                    <a:pt x="47068" y="76041"/>
                  </a:lnTo>
                  <a:lnTo>
                    <a:pt x="26501" y="115957"/>
                  </a:lnTo>
                  <a:lnTo>
                    <a:pt x="11228" y="166831"/>
                  </a:lnTo>
                  <a:lnTo>
                    <a:pt x="1884" y="229830"/>
                  </a:lnTo>
                  <a:lnTo>
                    <a:pt x="0" y="299672"/>
                  </a:lnTo>
                  <a:lnTo>
                    <a:pt x="471" y="340210"/>
                  </a:lnTo>
                  <a:lnTo>
                    <a:pt x="10171" y="437071"/>
                  </a:lnTo>
                  <a:lnTo>
                    <a:pt x="24565" y="487977"/>
                  </a:lnTo>
                  <a:lnTo>
                    <a:pt x="44441" y="527850"/>
                  </a:lnTo>
                  <a:lnTo>
                    <a:pt x="69178" y="557900"/>
                  </a:lnTo>
                  <a:lnTo>
                    <a:pt x="130739" y="593384"/>
                  </a:lnTo>
                  <a:lnTo>
                    <a:pt x="204263" y="604127"/>
                  </a:lnTo>
                  <a:lnTo>
                    <a:pt x="243953" y="603251"/>
                  </a:lnTo>
                  <a:lnTo>
                    <a:pt x="284764" y="599826"/>
                  </a:lnTo>
                  <a:lnTo>
                    <a:pt x="326073" y="595065"/>
                  </a:lnTo>
                  <a:lnTo>
                    <a:pt x="326073" y="461875"/>
                  </a:lnTo>
                  <a:lnTo>
                    <a:pt x="294268" y="468678"/>
                  </a:lnTo>
                  <a:lnTo>
                    <a:pt x="252971" y="471503"/>
                  </a:lnTo>
                  <a:lnTo>
                    <a:pt x="210991" y="463554"/>
                  </a:lnTo>
                  <a:lnTo>
                    <a:pt x="177133" y="438035"/>
                  </a:lnTo>
                  <a:lnTo>
                    <a:pt x="160204" y="388149"/>
                  </a:lnTo>
                  <a:lnTo>
                    <a:pt x="157383" y="344003"/>
                  </a:lnTo>
                  <a:lnTo>
                    <a:pt x="156442" y="300093"/>
                  </a:lnTo>
                  <a:lnTo>
                    <a:pt x="157383" y="257281"/>
                  </a:lnTo>
                  <a:lnTo>
                    <a:pt x="160204" y="216427"/>
                  </a:lnTo>
                  <a:lnTo>
                    <a:pt x="177454" y="165485"/>
                  </a:lnTo>
                  <a:lnTo>
                    <a:pt x="211353" y="139635"/>
                  </a:lnTo>
                  <a:lnTo>
                    <a:pt x="253212" y="131801"/>
                  </a:lnTo>
                  <a:lnTo>
                    <a:pt x="294348" y="134907"/>
                  </a:lnTo>
                  <a:lnTo>
                    <a:pt x="326073" y="141874"/>
                  </a:lnTo>
                  <a:lnTo>
                    <a:pt x="326073" y="11198"/>
                  </a:lnTo>
                  <a:lnTo>
                    <a:pt x="285989" y="5452"/>
                  </a:lnTo>
                  <a:lnTo>
                    <a:pt x="246124" y="1331"/>
                  </a:lnTo>
                  <a:lnTo>
                    <a:pt x="207113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19">
              <a:extLst>
                <a:ext uri="{FF2B5EF4-FFF2-40B4-BE49-F238E27FC236}">
                  <a16:creationId xmlns:a16="http://schemas.microsoft.com/office/drawing/2014/main" id="{F37F5D4A-B837-215E-25D6-FBC64801416B}"/>
                </a:ext>
              </a:extLst>
            </p:cNvPr>
            <p:cNvSpPr/>
            <p:nvPr/>
          </p:nvSpPr>
          <p:spPr>
            <a:xfrm>
              <a:off x="7771197" y="748218"/>
              <a:ext cx="155575" cy="586740"/>
            </a:xfrm>
            <a:custGeom>
              <a:avLst/>
              <a:gdLst/>
              <a:ahLst/>
              <a:cxnLst/>
              <a:rect l="l" t="t" r="r" b="b"/>
              <a:pathLst>
                <a:path w="155575" h="586740">
                  <a:moveTo>
                    <a:pt x="154969" y="0"/>
                  </a:moveTo>
                  <a:lnTo>
                    <a:pt x="0" y="0"/>
                  </a:lnTo>
                  <a:lnTo>
                    <a:pt x="0" y="586380"/>
                  </a:lnTo>
                  <a:lnTo>
                    <a:pt x="154969" y="586380"/>
                  </a:lnTo>
                  <a:lnTo>
                    <a:pt x="154969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20">
              <a:extLst>
                <a:ext uri="{FF2B5EF4-FFF2-40B4-BE49-F238E27FC236}">
                  <a16:creationId xmlns:a16="http://schemas.microsoft.com/office/drawing/2014/main" id="{55A84291-4347-92E7-97DC-F0D535FEDD0E}"/>
                </a:ext>
              </a:extLst>
            </p:cNvPr>
            <p:cNvSpPr/>
            <p:nvPr/>
          </p:nvSpPr>
          <p:spPr>
            <a:xfrm>
              <a:off x="7972233" y="553032"/>
              <a:ext cx="421005" cy="791210"/>
            </a:xfrm>
            <a:custGeom>
              <a:avLst/>
              <a:gdLst/>
              <a:ahLst/>
              <a:cxnLst/>
              <a:rect l="l" t="t" r="r" b="b"/>
              <a:pathLst>
                <a:path w="421004" h="791210">
                  <a:moveTo>
                    <a:pt x="308273" y="0"/>
                  </a:moveTo>
                  <a:lnTo>
                    <a:pt x="182612" y="0"/>
                  </a:lnTo>
                  <a:lnTo>
                    <a:pt x="161670" y="153304"/>
                  </a:lnTo>
                  <a:lnTo>
                    <a:pt x="257164" y="153304"/>
                  </a:lnTo>
                  <a:lnTo>
                    <a:pt x="308273" y="0"/>
                  </a:lnTo>
                  <a:close/>
                </a:path>
                <a:path w="421004" h="791210">
                  <a:moveTo>
                    <a:pt x="210265" y="185962"/>
                  </a:moveTo>
                  <a:lnTo>
                    <a:pt x="167532" y="188515"/>
                  </a:lnTo>
                  <a:lnTo>
                    <a:pt x="129336" y="196575"/>
                  </a:lnTo>
                  <a:lnTo>
                    <a:pt x="67078" y="231650"/>
                  </a:lnTo>
                  <a:lnTo>
                    <a:pt x="24541" y="296042"/>
                  </a:lnTo>
                  <a:lnTo>
                    <a:pt x="10994" y="340748"/>
                  </a:lnTo>
                  <a:lnTo>
                    <a:pt x="2770" y="394604"/>
                  </a:lnTo>
                  <a:lnTo>
                    <a:pt x="0" y="458216"/>
                  </a:lnTo>
                  <a:lnTo>
                    <a:pt x="0" y="518528"/>
                  </a:lnTo>
                  <a:lnTo>
                    <a:pt x="2770" y="582137"/>
                  </a:lnTo>
                  <a:lnTo>
                    <a:pt x="10994" y="635991"/>
                  </a:lnTo>
                  <a:lnTo>
                    <a:pt x="24541" y="680695"/>
                  </a:lnTo>
                  <a:lnTo>
                    <a:pt x="43279" y="716857"/>
                  </a:lnTo>
                  <a:lnTo>
                    <a:pt x="95807" y="765982"/>
                  </a:lnTo>
                  <a:lnTo>
                    <a:pt x="167532" y="788219"/>
                  </a:lnTo>
                  <a:lnTo>
                    <a:pt x="210265" y="790771"/>
                  </a:lnTo>
                  <a:lnTo>
                    <a:pt x="253216" y="788219"/>
                  </a:lnTo>
                  <a:lnTo>
                    <a:pt x="291527" y="780158"/>
                  </a:lnTo>
                  <a:lnTo>
                    <a:pt x="353789" y="745084"/>
                  </a:lnTo>
                  <a:lnTo>
                    <a:pt x="396166" y="680695"/>
                  </a:lnTo>
                  <a:lnTo>
                    <a:pt x="404889" y="651718"/>
                  </a:lnTo>
                  <a:lnTo>
                    <a:pt x="210265" y="651718"/>
                  </a:lnTo>
                  <a:lnTo>
                    <a:pt x="182184" y="645672"/>
                  </a:lnTo>
                  <a:lnTo>
                    <a:pt x="165336" y="623449"/>
                  </a:lnTo>
                  <a:lnTo>
                    <a:pt x="157128" y="578919"/>
                  </a:lnTo>
                  <a:lnTo>
                    <a:pt x="154969" y="505953"/>
                  </a:lnTo>
                  <a:lnTo>
                    <a:pt x="154969" y="471619"/>
                  </a:lnTo>
                  <a:lnTo>
                    <a:pt x="157128" y="398663"/>
                  </a:lnTo>
                  <a:lnTo>
                    <a:pt x="165336" y="354135"/>
                  </a:lnTo>
                  <a:lnTo>
                    <a:pt x="182184" y="331911"/>
                  </a:lnTo>
                  <a:lnTo>
                    <a:pt x="210265" y="325864"/>
                  </a:lnTo>
                  <a:lnTo>
                    <a:pt x="405143" y="325864"/>
                  </a:lnTo>
                  <a:lnTo>
                    <a:pt x="396166" y="296042"/>
                  </a:lnTo>
                  <a:lnTo>
                    <a:pt x="377518" y="259878"/>
                  </a:lnTo>
                  <a:lnTo>
                    <a:pt x="325088" y="210752"/>
                  </a:lnTo>
                  <a:lnTo>
                    <a:pt x="253216" y="188515"/>
                  </a:lnTo>
                  <a:lnTo>
                    <a:pt x="210265" y="185962"/>
                  </a:lnTo>
                  <a:close/>
                </a:path>
                <a:path w="421004" h="791210">
                  <a:moveTo>
                    <a:pt x="405143" y="325864"/>
                  </a:moveTo>
                  <a:lnTo>
                    <a:pt x="210265" y="325864"/>
                  </a:lnTo>
                  <a:lnTo>
                    <a:pt x="238819" y="331911"/>
                  </a:lnTo>
                  <a:lnTo>
                    <a:pt x="255909" y="354135"/>
                  </a:lnTo>
                  <a:lnTo>
                    <a:pt x="264206" y="398663"/>
                  </a:lnTo>
                  <a:lnTo>
                    <a:pt x="266379" y="471619"/>
                  </a:lnTo>
                  <a:lnTo>
                    <a:pt x="266379" y="505953"/>
                  </a:lnTo>
                  <a:lnTo>
                    <a:pt x="264206" y="578919"/>
                  </a:lnTo>
                  <a:lnTo>
                    <a:pt x="255909" y="623449"/>
                  </a:lnTo>
                  <a:lnTo>
                    <a:pt x="238819" y="645672"/>
                  </a:lnTo>
                  <a:lnTo>
                    <a:pt x="210265" y="651718"/>
                  </a:lnTo>
                  <a:lnTo>
                    <a:pt x="404889" y="651718"/>
                  </a:lnTo>
                  <a:lnTo>
                    <a:pt x="409623" y="635991"/>
                  </a:lnTo>
                  <a:lnTo>
                    <a:pt x="417778" y="582137"/>
                  </a:lnTo>
                  <a:lnTo>
                    <a:pt x="420521" y="518528"/>
                  </a:lnTo>
                  <a:lnTo>
                    <a:pt x="420521" y="458216"/>
                  </a:lnTo>
                  <a:lnTo>
                    <a:pt x="417778" y="394604"/>
                  </a:lnTo>
                  <a:lnTo>
                    <a:pt x="409623" y="340748"/>
                  </a:lnTo>
                  <a:lnTo>
                    <a:pt x="405143" y="325864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21">
              <a:extLst>
                <a:ext uri="{FF2B5EF4-FFF2-40B4-BE49-F238E27FC236}">
                  <a16:creationId xmlns:a16="http://schemas.microsoft.com/office/drawing/2014/main" id="{B82BB9F9-8AC2-B2C6-6A00-1472821A4577}"/>
                </a:ext>
              </a:extLst>
            </p:cNvPr>
            <p:cNvSpPr/>
            <p:nvPr/>
          </p:nvSpPr>
          <p:spPr>
            <a:xfrm>
              <a:off x="8438808" y="748215"/>
              <a:ext cx="419734" cy="586740"/>
            </a:xfrm>
            <a:custGeom>
              <a:avLst/>
              <a:gdLst/>
              <a:ahLst/>
              <a:cxnLst/>
              <a:rect l="l" t="t" r="r" b="b"/>
              <a:pathLst>
                <a:path w="419734" h="586740">
                  <a:moveTo>
                    <a:pt x="419683" y="0"/>
                  </a:moveTo>
                  <a:lnTo>
                    <a:pt x="264703" y="0"/>
                  </a:lnTo>
                  <a:lnTo>
                    <a:pt x="264703" y="303247"/>
                  </a:lnTo>
                  <a:lnTo>
                    <a:pt x="169209" y="0"/>
                  </a:lnTo>
                  <a:lnTo>
                    <a:pt x="0" y="0"/>
                  </a:lnTo>
                  <a:lnTo>
                    <a:pt x="0" y="586380"/>
                  </a:lnTo>
                  <a:lnTo>
                    <a:pt x="154969" y="586380"/>
                  </a:lnTo>
                  <a:lnTo>
                    <a:pt x="154969" y="283143"/>
                  </a:lnTo>
                  <a:lnTo>
                    <a:pt x="260526" y="586380"/>
                  </a:lnTo>
                  <a:lnTo>
                    <a:pt x="419683" y="586380"/>
                  </a:lnTo>
                  <a:lnTo>
                    <a:pt x="419683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22">
            <a:extLst>
              <a:ext uri="{FF2B5EF4-FFF2-40B4-BE49-F238E27FC236}">
                <a16:creationId xmlns:a16="http://schemas.microsoft.com/office/drawing/2014/main" id="{C5910486-1FBF-D839-7A70-FAE921A10122}"/>
              </a:ext>
            </a:extLst>
          </p:cNvPr>
          <p:cNvSpPr/>
          <p:nvPr/>
        </p:nvSpPr>
        <p:spPr>
          <a:xfrm>
            <a:off x="559833" y="6388660"/>
            <a:ext cx="2769408" cy="2769408"/>
          </a:xfrm>
          <a:custGeom>
            <a:avLst/>
            <a:gdLst/>
            <a:ahLst/>
            <a:cxnLst/>
            <a:rect l="l" t="t" r="r" b="b"/>
            <a:pathLst>
              <a:path w="2818129" h="2818129">
                <a:moveTo>
                  <a:pt x="2094355" y="0"/>
                </a:moveTo>
                <a:lnTo>
                  <a:pt x="723265" y="0"/>
                </a:lnTo>
                <a:lnTo>
                  <a:pt x="675893" y="1546"/>
                </a:lnTo>
                <a:lnTo>
                  <a:pt x="629312" y="6119"/>
                </a:lnTo>
                <a:lnTo>
                  <a:pt x="583620" y="13622"/>
                </a:lnTo>
                <a:lnTo>
                  <a:pt x="538914" y="23958"/>
                </a:lnTo>
                <a:lnTo>
                  <a:pt x="495291" y="37030"/>
                </a:lnTo>
                <a:lnTo>
                  <a:pt x="452848" y="52741"/>
                </a:lnTo>
                <a:lnTo>
                  <a:pt x="411683" y="70992"/>
                </a:lnTo>
                <a:lnTo>
                  <a:pt x="371893" y="91688"/>
                </a:lnTo>
                <a:lnTo>
                  <a:pt x="333575" y="114730"/>
                </a:lnTo>
                <a:lnTo>
                  <a:pt x="296826" y="140022"/>
                </a:lnTo>
                <a:lnTo>
                  <a:pt x="261744" y="167467"/>
                </a:lnTo>
                <a:lnTo>
                  <a:pt x="228425" y="196966"/>
                </a:lnTo>
                <a:lnTo>
                  <a:pt x="196967" y="228424"/>
                </a:lnTo>
                <a:lnTo>
                  <a:pt x="167468" y="261742"/>
                </a:lnTo>
                <a:lnTo>
                  <a:pt x="140023" y="296824"/>
                </a:lnTo>
                <a:lnTo>
                  <a:pt x="114731" y="333573"/>
                </a:lnTo>
                <a:lnTo>
                  <a:pt x="91688" y="371890"/>
                </a:lnTo>
                <a:lnTo>
                  <a:pt x="70992" y="411680"/>
                </a:lnTo>
                <a:lnTo>
                  <a:pt x="52741" y="452844"/>
                </a:lnTo>
                <a:lnTo>
                  <a:pt x="37030" y="495285"/>
                </a:lnTo>
                <a:lnTo>
                  <a:pt x="23958" y="538908"/>
                </a:lnTo>
                <a:lnTo>
                  <a:pt x="13622" y="583613"/>
                </a:lnTo>
                <a:lnTo>
                  <a:pt x="6119" y="629304"/>
                </a:lnTo>
                <a:lnTo>
                  <a:pt x="1546" y="675884"/>
                </a:lnTo>
                <a:lnTo>
                  <a:pt x="0" y="723255"/>
                </a:lnTo>
                <a:lnTo>
                  <a:pt x="0" y="2094344"/>
                </a:lnTo>
                <a:lnTo>
                  <a:pt x="1546" y="2141717"/>
                </a:lnTo>
                <a:lnTo>
                  <a:pt x="6119" y="2188298"/>
                </a:lnTo>
                <a:lnTo>
                  <a:pt x="13622" y="2233990"/>
                </a:lnTo>
                <a:lnTo>
                  <a:pt x="23958" y="2278696"/>
                </a:lnTo>
                <a:lnTo>
                  <a:pt x="37030" y="2322319"/>
                </a:lnTo>
                <a:lnTo>
                  <a:pt x="52741" y="2364761"/>
                </a:lnTo>
                <a:lnTo>
                  <a:pt x="70992" y="2405926"/>
                </a:lnTo>
                <a:lnTo>
                  <a:pt x="91688" y="2445716"/>
                </a:lnTo>
                <a:lnTo>
                  <a:pt x="114731" y="2484034"/>
                </a:lnTo>
                <a:lnTo>
                  <a:pt x="140023" y="2520783"/>
                </a:lnTo>
                <a:lnTo>
                  <a:pt x="167468" y="2555865"/>
                </a:lnTo>
                <a:lnTo>
                  <a:pt x="196967" y="2589184"/>
                </a:lnTo>
                <a:lnTo>
                  <a:pt x="228425" y="2620642"/>
                </a:lnTo>
                <a:lnTo>
                  <a:pt x="261744" y="2650142"/>
                </a:lnTo>
                <a:lnTo>
                  <a:pt x="296826" y="2677587"/>
                </a:lnTo>
                <a:lnTo>
                  <a:pt x="333575" y="2702879"/>
                </a:lnTo>
                <a:lnTo>
                  <a:pt x="371893" y="2725921"/>
                </a:lnTo>
                <a:lnTo>
                  <a:pt x="411683" y="2746617"/>
                </a:lnTo>
                <a:lnTo>
                  <a:pt x="452848" y="2764869"/>
                </a:lnTo>
                <a:lnTo>
                  <a:pt x="495291" y="2780579"/>
                </a:lnTo>
                <a:lnTo>
                  <a:pt x="538914" y="2793651"/>
                </a:lnTo>
                <a:lnTo>
                  <a:pt x="583620" y="2803987"/>
                </a:lnTo>
                <a:lnTo>
                  <a:pt x="629312" y="2811491"/>
                </a:lnTo>
                <a:lnTo>
                  <a:pt x="675893" y="2816064"/>
                </a:lnTo>
                <a:lnTo>
                  <a:pt x="723265" y="2817610"/>
                </a:lnTo>
                <a:lnTo>
                  <a:pt x="2094355" y="2817610"/>
                </a:lnTo>
                <a:lnTo>
                  <a:pt x="2141726" y="2816064"/>
                </a:lnTo>
                <a:lnTo>
                  <a:pt x="2188306" y="2811491"/>
                </a:lnTo>
                <a:lnTo>
                  <a:pt x="2233997" y="2803987"/>
                </a:lnTo>
                <a:lnTo>
                  <a:pt x="2278703" y="2793651"/>
                </a:lnTo>
                <a:lnTo>
                  <a:pt x="2322325" y="2780579"/>
                </a:lnTo>
                <a:lnTo>
                  <a:pt x="2364767" y="2764869"/>
                </a:lnTo>
                <a:lnTo>
                  <a:pt x="2405932" y="2746617"/>
                </a:lnTo>
                <a:lnTo>
                  <a:pt x="2445722" y="2725921"/>
                </a:lnTo>
                <a:lnTo>
                  <a:pt x="2484040" y="2702879"/>
                </a:lnTo>
                <a:lnTo>
                  <a:pt x="2520789" y="2677587"/>
                </a:lnTo>
                <a:lnTo>
                  <a:pt x="2555872" y="2650142"/>
                </a:lnTo>
                <a:lnTo>
                  <a:pt x="2589191" y="2620642"/>
                </a:lnTo>
                <a:lnTo>
                  <a:pt x="2620649" y="2589184"/>
                </a:lnTo>
                <a:lnTo>
                  <a:pt x="2650149" y="2555865"/>
                </a:lnTo>
                <a:lnTo>
                  <a:pt x="2677594" y="2520783"/>
                </a:lnTo>
                <a:lnTo>
                  <a:pt x="2702887" y="2484034"/>
                </a:lnTo>
                <a:lnTo>
                  <a:pt x="2725930" y="2445716"/>
                </a:lnTo>
                <a:lnTo>
                  <a:pt x="2746626" y="2405926"/>
                </a:lnTo>
                <a:lnTo>
                  <a:pt x="2764878" y="2364761"/>
                </a:lnTo>
                <a:lnTo>
                  <a:pt x="2780589" y="2322319"/>
                </a:lnTo>
                <a:lnTo>
                  <a:pt x="2793661" y="2278696"/>
                </a:lnTo>
                <a:lnTo>
                  <a:pt x="2803997" y="2233990"/>
                </a:lnTo>
                <a:lnTo>
                  <a:pt x="2811501" y="2188298"/>
                </a:lnTo>
                <a:lnTo>
                  <a:pt x="2816074" y="2141717"/>
                </a:lnTo>
                <a:lnTo>
                  <a:pt x="2817621" y="2094344"/>
                </a:lnTo>
                <a:lnTo>
                  <a:pt x="2817621" y="723255"/>
                </a:lnTo>
                <a:lnTo>
                  <a:pt x="2816074" y="675884"/>
                </a:lnTo>
                <a:lnTo>
                  <a:pt x="2811501" y="629304"/>
                </a:lnTo>
                <a:lnTo>
                  <a:pt x="2803997" y="583613"/>
                </a:lnTo>
                <a:lnTo>
                  <a:pt x="2793661" y="538908"/>
                </a:lnTo>
                <a:lnTo>
                  <a:pt x="2780589" y="495285"/>
                </a:lnTo>
                <a:lnTo>
                  <a:pt x="2764878" y="452844"/>
                </a:lnTo>
                <a:lnTo>
                  <a:pt x="2746626" y="411680"/>
                </a:lnTo>
                <a:lnTo>
                  <a:pt x="2725930" y="371890"/>
                </a:lnTo>
                <a:lnTo>
                  <a:pt x="2702887" y="333573"/>
                </a:lnTo>
                <a:lnTo>
                  <a:pt x="2677594" y="296824"/>
                </a:lnTo>
                <a:lnTo>
                  <a:pt x="2650149" y="261742"/>
                </a:lnTo>
                <a:lnTo>
                  <a:pt x="2620649" y="228424"/>
                </a:lnTo>
                <a:lnTo>
                  <a:pt x="2589191" y="196966"/>
                </a:lnTo>
                <a:lnTo>
                  <a:pt x="2555872" y="167467"/>
                </a:lnTo>
                <a:lnTo>
                  <a:pt x="2520789" y="140022"/>
                </a:lnTo>
                <a:lnTo>
                  <a:pt x="2484040" y="114730"/>
                </a:lnTo>
                <a:lnTo>
                  <a:pt x="2445722" y="91688"/>
                </a:lnTo>
                <a:lnTo>
                  <a:pt x="2405932" y="70992"/>
                </a:lnTo>
                <a:lnTo>
                  <a:pt x="2364767" y="52741"/>
                </a:lnTo>
                <a:lnTo>
                  <a:pt x="2322325" y="37030"/>
                </a:lnTo>
                <a:lnTo>
                  <a:pt x="2278703" y="23958"/>
                </a:lnTo>
                <a:lnTo>
                  <a:pt x="2233997" y="13622"/>
                </a:lnTo>
                <a:lnTo>
                  <a:pt x="2188306" y="6119"/>
                </a:lnTo>
                <a:lnTo>
                  <a:pt x="2141726" y="1546"/>
                </a:lnTo>
                <a:lnTo>
                  <a:pt x="2094355" y="0"/>
                </a:lnTo>
                <a:close/>
              </a:path>
            </a:pathLst>
          </a:custGeom>
          <a:solidFill>
            <a:srgbClr val="99B137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9" name="object 26">
            <a:extLst>
              <a:ext uri="{FF2B5EF4-FFF2-40B4-BE49-F238E27FC236}">
                <a16:creationId xmlns:a16="http://schemas.microsoft.com/office/drawing/2014/main" id="{34A6D347-42D7-9268-53D5-E8A2DA5475A1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62234" y="6784282"/>
            <a:ext cx="2643716" cy="3849045"/>
          </a:xfrm>
          <a:prstGeom prst="rect">
            <a:avLst/>
          </a:prstGeom>
        </p:spPr>
      </p:pic>
      <p:sp>
        <p:nvSpPr>
          <p:cNvPr id="51" name="object 28">
            <a:extLst>
              <a:ext uri="{FF2B5EF4-FFF2-40B4-BE49-F238E27FC236}">
                <a16:creationId xmlns:a16="http://schemas.microsoft.com/office/drawing/2014/main" id="{39ECC4EA-A84D-C9DF-9B41-F2CFDE0314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03222" y="602121"/>
            <a:ext cx="2664827" cy="619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CO" spc="-455" dirty="0"/>
              <a:t>en</a:t>
            </a:r>
            <a:r>
              <a:rPr spc="-285" dirty="0"/>
              <a:t> </a:t>
            </a:r>
            <a:r>
              <a:rPr spc="-390" dirty="0"/>
              <a:t>almacenes</a:t>
            </a:r>
          </a:p>
        </p:txBody>
      </p:sp>
      <p:pic>
        <p:nvPicPr>
          <p:cNvPr id="52" name="Picture 2">
            <a:extLst>
              <a:ext uri="{FF2B5EF4-FFF2-40B4-BE49-F238E27FC236}">
                <a16:creationId xmlns:a16="http://schemas.microsoft.com/office/drawing/2014/main" id="{05909999-B315-ECA7-16CC-5BD34522F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3887" y="463601"/>
            <a:ext cx="837464" cy="837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object 2">
            <a:extLst>
              <a:ext uri="{FF2B5EF4-FFF2-40B4-BE49-F238E27FC236}">
                <a16:creationId xmlns:a16="http://schemas.microsoft.com/office/drawing/2014/main" id="{247A79AB-7E1A-A358-59DB-C55D3646AFC8}"/>
              </a:ext>
            </a:extLst>
          </p:cNvPr>
          <p:cNvGrpSpPr/>
          <p:nvPr/>
        </p:nvGrpSpPr>
        <p:grpSpPr>
          <a:xfrm rot="10800000">
            <a:off x="6683746" y="634"/>
            <a:ext cx="13420353" cy="11308715"/>
            <a:chOff x="0" y="0"/>
            <a:chExt cx="7510145" cy="11308715"/>
          </a:xfrm>
        </p:grpSpPr>
        <p:sp>
          <p:nvSpPr>
            <p:cNvPr id="75" name="object 3">
              <a:extLst>
                <a:ext uri="{FF2B5EF4-FFF2-40B4-BE49-F238E27FC236}">
                  <a16:creationId xmlns:a16="http://schemas.microsoft.com/office/drawing/2014/main" id="{29831BC3-650F-31F9-916E-7A762B99D133}"/>
                </a:ext>
              </a:extLst>
            </p:cNvPr>
            <p:cNvSpPr/>
            <p:nvPr/>
          </p:nvSpPr>
          <p:spPr>
            <a:xfrm>
              <a:off x="0" y="0"/>
              <a:ext cx="6959600" cy="11308715"/>
            </a:xfrm>
            <a:custGeom>
              <a:avLst/>
              <a:gdLst/>
              <a:ahLst/>
              <a:cxnLst/>
              <a:rect l="l" t="t" r="r" b="b"/>
              <a:pathLst>
                <a:path w="6959600" h="11308715">
                  <a:moveTo>
                    <a:pt x="0" y="11308556"/>
                  </a:moveTo>
                  <a:lnTo>
                    <a:pt x="6959191" y="11308556"/>
                  </a:lnTo>
                  <a:lnTo>
                    <a:pt x="6959191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99B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4">
              <a:extLst>
                <a:ext uri="{FF2B5EF4-FFF2-40B4-BE49-F238E27FC236}">
                  <a16:creationId xmlns:a16="http://schemas.microsoft.com/office/drawing/2014/main" id="{A89B247E-E4EC-0149-C8E8-441A53CC820C}"/>
                </a:ext>
              </a:extLst>
            </p:cNvPr>
            <p:cNvSpPr/>
            <p:nvPr/>
          </p:nvSpPr>
          <p:spPr>
            <a:xfrm>
              <a:off x="6959191" y="0"/>
              <a:ext cx="551180" cy="11308715"/>
            </a:xfrm>
            <a:custGeom>
              <a:avLst/>
              <a:gdLst/>
              <a:ahLst/>
              <a:cxnLst/>
              <a:rect l="l" t="t" r="r" b="b"/>
              <a:pathLst>
                <a:path w="551179" h="11308715">
                  <a:moveTo>
                    <a:pt x="550663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550663" y="11308556"/>
                  </a:lnTo>
                  <a:lnTo>
                    <a:pt x="550663" y="0"/>
                  </a:lnTo>
                  <a:close/>
                </a:path>
              </a:pathLst>
            </a:custGeom>
            <a:solidFill>
              <a:srgbClr val="243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7" name="Imagen 66">
            <a:extLst>
              <a:ext uri="{FF2B5EF4-FFF2-40B4-BE49-F238E27FC236}">
                <a16:creationId xmlns:a16="http://schemas.microsoft.com/office/drawing/2014/main" id="{9D092D1C-06B0-84A6-1A81-87B5EA2067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5203" y="10161983"/>
            <a:ext cx="2083406" cy="942688"/>
          </a:xfrm>
          <a:prstGeom prst="rect">
            <a:avLst/>
          </a:prstGeom>
        </p:spPr>
      </p:pic>
      <p:grpSp>
        <p:nvGrpSpPr>
          <p:cNvPr id="72" name="Grupo 71">
            <a:extLst>
              <a:ext uri="{FF2B5EF4-FFF2-40B4-BE49-F238E27FC236}">
                <a16:creationId xmlns:a16="http://schemas.microsoft.com/office/drawing/2014/main" id="{E2328B6C-CA10-84A6-64A5-AD939231A013}"/>
              </a:ext>
            </a:extLst>
          </p:cNvPr>
          <p:cNvGrpSpPr/>
          <p:nvPr/>
        </p:nvGrpSpPr>
        <p:grpSpPr>
          <a:xfrm>
            <a:off x="508753" y="3538220"/>
            <a:ext cx="5774915" cy="4935855"/>
            <a:chOff x="1290319" y="3271400"/>
            <a:chExt cx="6324706" cy="5405765"/>
          </a:xfrm>
        </p:grpSpPr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2521" y="7207992"/>
              <a:ext cx="1260207" cy="126020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94738" y="4698363"/>
              <a:ext cx="1351289" cy="135128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62738" y="4922815"/>
              <a:ext cx="2126655" cy="90238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0319" y="7475576"/>
              <a:ext cx="1870788" cy="61749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02197" y="6219318"/>
              <a:ext cx="1678144" cy="53209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8633" y="4922632"/>
              <a:ext cx="1866783" cy="112702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62521" y="6066012"/>
              <a:ext cx="1527088" cy="93300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58856" y="6385265"/>
              <a:ext cx="1526336" cy="501741"/>
            </a:xfrm>
            <a:prstGeom prst="rect">
              <a:avLst/>
            </a:prstGeom>
          </p:spPr>
        </p:pic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07864E09-55AA-5ED6-6DD7-DFB9169F80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2428" y="3271400"/>
              <a:ext cx="1526337" cy="15263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6" name="Picture 4" descr="Inicio | Super Inter | Excelente calidad para tu mercado">
              <a:extLst>
                <a:ext uri="{FF2B5EF4-FFF2-40B4-BE49-F238E27FC236}">
                  <a16:creationId xmlns:a16="http://schemas.microsoft.com/office/drawing/2014/main" id="{F33BD2E5-16E9-3935-D1E7-E054EA284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8791" y="3366964"/>
              <a:ext cx="2171700" cy="1257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8" name="Picture 6" descr="Supermercados Carulla | Logopedia | Fandom">
              <a:extLst>
                <a:ext uri="{FF2B5EF4-FFF2-40B4-BE49-F238E27FC236}">
                  <a16:creationId xmlns:a16="http://schemas.microsoft.com/office/drawing/2014/main" id="{65589C14-FAC3-2A06-37BD-D2874C1F1AA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136"/>
            <a:stretch/>
          </p:blipFill>
          <p:spPr bwMode="auto">
            <a:xfrm>
              <a:off x="5080341" y="3444875"/>
              <a:ext cx="2534684" cy="1179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0" name="Picture 8" descr="La Nacional de Licores | LinkedIn">
              <a:extLst>
                <a:ext uri="{FF2B5EF4-FFF2-40B4-BE49-F238E27FC236}">
                  <a16:creationId xmlns:a16="http://schemas.microsoft.com/office/drawing/2014/main" id="{04908997-8DE0-D07E-9D90-B25FB58500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2197" y="6999021"/>
              <a:ext cx="1678144" cy="1678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8" name="CuadroTexto 67">
            <a:extLst>
              <a:ext uri="{FF2B5EF4-FFF2-40B4-BE49-F238E27FC236}">
                <a16:creationId xmlns:a16="http://schemas.microsoft.com/office/drawing/2014/main" id="{016F7F1D-6B2B-D26E-4CD5-242B625EE828}"/>
              </a:ext>
            </a:extLst>
          </p:cNvPr>
          <p:cNvSpPr txBox="1"/>
          <p:nvPr/>
        </p:nvSpPr>
        <p:spPr>
          <a:xfrm>
            <a:off x="507976" y="289418"/>
            <a:ext cx="57685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0" b="1" spc="-150" dirty="0">
                <a:latin typeface="Trebuchet MS" panose="020B0603020202020204" pitchFamily="34" charset="0"/>
                <a:cs typeface="Aharoni" panose="02010803020104030203" pitchFamily="2" charset="-79"/>
              </a:rPr>
              <a:t>Aliados comerciales</a:t>
            </a:r>
            <a:endParaRPr lang="es-ES" sz="7200" b="1" spc="-150" dirty="0">
              <a:latin typeface="Trebuchet MS" panose="020B0603020202020204" pitchFamily="34" charset="0"/>
              <a:cs typeface="Aharoni" panose="02010803020104030203" pitchFamily="2" charset="-79"/>
            </a:endParaRPr>
          </a:p>
        </p:txBody>
      </p:sp>
      <p:pic>
        <p:nvPicPr>
          <p:cNvPr id="69" name="Google Shape;106;p15">
            <a:extLst>
              <a:ext uri="{FF2B5EF4-FFF2-40B4-BE49-F238E27FC236}">
                <a16:creationId xmlns:a16="http://schemas.microsoft.com/office/drawing/2014/main" id="{2637D8EB-DE9F-B7BC-3782-E850A6AB8123}"/>
              </a:ext>
            </a:extLst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123611" y="8943880"/>
            <a:ext cx="2083406" cy="1663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Imagen 70">
            <a:extLst>
              <a:ext uri="{FF2B5EF4-FFF2-40B4-BE49-F238E27FC236}">
                <a16:creationId xmlns:a16="http://schemas.microsoft.com/office/drawing/2014/main" id="{7E9B85F9-E45A-62BC-C9C9-EDAD5FD22F39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41" y="437245"/>
            <a:ext cx="3208159" cy="3208159"/>
          </a:xfrm>
          <a:prstGeom prst="ellipse">
            <a:avLst/>
          </a:prstGeom>
          <a:ln>
            <a:noFill/>
          </a:ln>
          <a:effectLst/>
        </p:spPr>
      </p:pic>
      <p:sp>
        <p:nvSpPr>
          <p:cNvPr id="73" name="object 12">
            <a:extLst>
              <a:ext uri="{FF2B5EF4-FFF2-40B4-BE49-F238E27FC236}">
                <a16:creationId xmlns:a16="http://schemas.microsoft.com/office/drawing/2014/main" id="{086A62D1-40E5-12A2-51BB-E598E39D8AFD}"/>
              </a:ext>
            </a:extLst>
          </p:cNvPr>
          <p:cNvSpPr txBox="1">
            <a:spLocks/>
          </p:cNvSpPr>
          <p:nvPr/>
        </p:nvSpPr>
        <p:spPr>
          <a:xfrm>
            <a:off x="7822224" y="4029910"/>
            <a:ext cx="11026784" cy="66986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 algn="ctr">
              <a:spcBef>
                <a:spcPts val="95"/>
              </a:spcBef>
            </a:pPr>
            <a:r>
              <a:rPr lang="es-ES" sz="4800" i="1" kern="0" dirty="0">
                <a:solidFill>
                  <a:sysClr val="windowText" lastClr="000000"/>
                </a:solidFill>
              </a:rPr>
              <a:t>“Empecé a vender los platanitos que hacía mi abuela en el salón de la universidad, desde aquella época mantenemos la receta casera intacta para que siempre el consumidor pueda decir que son… </a:t>
            </a:r>
            <a:r>
              <a:rPr lang="es-ES" sz="4800" b="1" i="1" kern="0" dirty="0">
                <a:solidFill>
                  <a:sysClr val="windowText" lastClr="000000"/>
                </a:solidFill>
              </a:rPr>
              <a:t>EXAGERADAMENTE RICOS</a:t>
            </a:r>
            <a:r>
              <a:rPr lang="es-ES" sz="4800" i="1" kern="0" dirty="0">
                <a:solidFill>
                  <a:sysClr val="windowText" lastClr="000000"/>
                </a:solidFill>
              </a:rPr>
              <a:t>” </a:t>
            </a:r>
          </a:p>
          <a:p>
            <a:pPr marL="12700" marR="5080" algn="ctr">
              <a:spcBef>
                <a:spcPts val="95"/>
              </a:spcBef>
            </a:pPr>
            <a:endParaRPr lang="es-ES" sz="4800" i="1" kern="0" dirty="0">
              <a:solidFill>
                <a:sysClr val="windowText" lastClr="000000"/>
              </a:solidFill>
            </a:endParaRPr>
          </a:p>
          <a:p>
            <a:pPr marL="12700" marR="5080" algn="ctr">
              <a:spcBef>
                <a:spcPts val="95"/>
              </a:spcBef>
            </a:pPr>
            <a:r>
              <a:rPr lang="es-ES" sz="4800" b="1" kern="0" dirty="0">
                <a:solidFill>
                  <a:sysClr val="windowText" lastClr="000000"/>
                </a:solidFill>
              </a:rPr>
              <a:t>David Arango Arévalo</a:t>
            </a:r>
          </a:p>
          <a:p>
            <a:pPr marL="12700" marR="5080" algn="ctr">
              <a:spcBef>
                <a:spcPts val="95"/>
              </a:spcBef>
            </a:pPr>
            <a:r>
              <a:rPr lang="es-ES" sz="3600" b="1" kern="0" dirty="0">
                <a:solidFill>
                  <a:sysClr val="windowText" lastClr="000000"/>
                </a:solidFill>
              </a:rPr>
              <a:t>FUNDADOR</a:t>
            </a:r>
            <a:endParaRPr lang="es-ES" sz="4800" b="1" kern="0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</TotalTime>
  <Words>406</Words>
  <Application>Microsoft Office PowerPoint</Application>
  <PresentationFormat>Personalizado</PresentationFormat>
  <Paragraphs>67</Paragraphs>
  <Slides>14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Trebuchet MS</vt:lpstr>
      <vt:lpstr>Office Theme</vt:lpstr>
      <vt:lpstr>Presentación de PowerPoint</vt:lpstr>
      <vt:lpstr>Primera venta en Supermercados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Nuestra historia son logros y nuestra visión es crecimiento acelerado por eso en 2025 celebraremos  juntos nuestro aniversario</vt:lpstr>
      <vt:lpstr>en el servicio</vt:lpstr>
      <vt:lpstr>Presentación de PowerPoint</vt:lpstr>
      <vt:lpstr>Presentación de PowerPoint</vt:lpstr>
      <vt:lpstr>en almacenes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COPE_BAJA</dc:title>
  <cp:lastModifiedBy>tatiana cuellar</cp:lastModifiedBy>
  <cp:revision>4</cp:revision>
  <dcterms:created xsi:type="dcterms:W3CDTF">2023-08-31T16:51:42Z</dcterms:created>
  <dcterms:modified xsi:type="dcterms:W3CDTF">2024-09-23T14:13:06Z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2023-08-11T00:00:00Z</vt:filetime>
  </property>
  <property fmtid="{D5CDD505-2E9C-101B-9397-08002B2CF9AE}" pid="3" name="Creator">
    <vt:lpwstr>Adobe Illustrator 27.7 (Macintosh)</vt:lpwstr>
  </property>
  <property fmtid="{D5CDD505-2E9C-101B-9397-08002B2CF9AE}" pid="4" name="LastSaved">
    <vt:filetime>2023-08-31T00:00:00Z</vt:filetime>
  </property>
</Properties>
</file>